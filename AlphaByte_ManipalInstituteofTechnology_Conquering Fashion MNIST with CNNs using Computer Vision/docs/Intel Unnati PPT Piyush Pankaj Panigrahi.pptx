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6"/>
  </p:notesMasterIdLst>
  <p:sldIdLst>
    <p:sldId id="256" r:id="rId2"/>
    <p:sldId id="257" r:id="rId3"/>
    <p:sldId id="271" r:id="rId4"/>
    <p:sldId id="313" r:id="rId5"/>
    <p:sldId id="259" r:id="rId6"/>
    <p:sldId id="260" r:id="rId7"/>
    <p:sldId id="264" r:id="rId8"/>
    <p:sldId id="316" r:id="rId9"/>
    <p:sldId id="283" r:id="rId10"/>
    <p:sldId id="314" r:id="rId11"/>
    <p:sldId id="317" r:id="rId12"/>
    <p:sldId id="266" r:id="rId13"/>
    <p:sldId id="269" r:id="rId14"/>
    <p:sldId id="272" r:id="rId15"/>
  </p:sldIdLst>
  <p:sldSz cx="9144000" cy="5143500" type="screen16x9"/>
  <p:notesSz cx="6858000" cy="9144000"/>
  <p:embeddedFontLst>
    <p:embeddedFont>
      <p:font typeface="Fira Sans Extra Condensed" panose="020B0503050000020004" pitchFamily="34" charset="0"/>
      <p:regular r:id="rId17"/>
      <p:bold r:id="rId18"/>
      <p:italic r:id="rId19"/>
      <p:boldItalic r:id="rId20"/>
    </p:embeddedFont>
    <p:embeddedFont>
      <p:font typeface="Livvic" pitchFamily="2" charset="0"/>
      <p:regular r:id="rId21"/>
      <p:bold r:id="rId22"/>
      <p:italic r:id="rId23"/>
      <p:boldItalic r:id="rId24"/>
    </p:embeddedFont>
    <p:embeddedFont>
      <p:font typeface="Oswald" panose="00000500000000000000" pitchFamily="2" charset="0"/>
      <p:regular r:id="rId25"/>
      <p:bold r:id="rId26"/>
    </p:embeddedFont>
    <p:embeddedFont>
      <p:font typeface="Raleway"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
      <p:font typeface="Roboto Condensed Light" panose="02000000000000000000" pitchFamily="2" charset="0"/>
      <p:regular r:id="rId35"/>
      <p: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920002-B0A4-498E-9F69-F5AE28623C7C}">
  <a:tblStyle styleId="{72920002-B0A4-498E-9F69-F5AE28623C7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theme" Target="theme/theme1.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ad6c7e10c1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ad6c7e10c1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8c2221473c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8c2221473c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8c2221473c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8c2221473c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5126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8b8ed53e21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8b8ed53e21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8c1997cbf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8c1997cbf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8c1997cbfd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2" name="Google Shape;802;g8c1997cbfd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8c1997cbfd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2" name="Google Shape;802;g8c1997cbfd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4472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9"/>
        <p:cNvGrpSpPr/>
        <p:nvPr/>
      </p:nvGrpSpPr>
      <p:grpSpPr>
        <a:xfrm>
          <a:off x="0" y="0"/>
          <a:ext cx="0" cy="0"/>
          <a:chOff x="0" y="0"/>
          <a:chExt cx="0" cy="0"/>
        </a:xfrm>
      </p:grpSpPr>
      <p:sp>
        <p:nvSpPr>
          <p:cNvPr id="1340" name="Google Shape;1340;g8c1997cbfd_0_6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1" name="Google Shape;1341;g8c1997cbfd_0_6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8c1997cbf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8c1997cbf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0589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8c1997cbf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8c1997cbf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8152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8b8ed53e2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8b8ed53e2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8c2221473c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1" name="Google Shape;921;g8c2221473c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ad0aeb9a5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ad0aeb9a5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13367C"/>
            </a:gs>
            <a:gs pos="100000">
              <a:schemeClr val="dk2"/>
            </a:gs>
          </a:gsLst>
          <a:lin ang="5400012"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016381"/>
            <a:ext cx="4079700" cy="2406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387619"/>
            <a:ext cx="2350500" cy="73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Font typeface="Roboto"/>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216900" y="1518175"/>
            <a:ext cx="1599000" cy="1234800"/>
          </a:xfrm>
          <a:prstGeom prst="rect">
            <a:avLst/>
          </a:prstGeom>
        </p:spPr>
        <p:txBody>
          <a:bodyPr spcFirstLastPara="1" wrap="square" lIns="91425" tIns="91425" rIns="91425" bIns="91425" anchor="ctr" anchorCtr="0">
            <a:noAutofit/>
          </a:bodyPr>
          <a:lstStyle>
            <a:lvl1pPr lvl="0">
              <a:spcBef>
                <a:spcPts val="0"/>
              </a:spcBef>
              <a:spcAft>
                <a:spcPts val="0"/>
              </a:spcAft>
              <a:buSzPts val="2900"/>
              <a:buNone/>
              <a:defRPr sz="7200">
                <a:solidFill>
                  <a:schemeClr val="accen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p:nvPr>
        </p:nvSpPr>
        <p:spPr>
          <a:xfrm>
            <a:off x="3216900" y="2744525"/>
            <a:ext cx="2622000" cy="8808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Raleway"/>
              <a:buNone/>
              <a:defRPr>
                <a:solidFill>
                  <a:schemeClr val="accen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720000" y="1104850"/>
            <a:ext cx="7890600" cy="3143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Livvic"/>
              <a:buChar char="●"/>
              <a:defRPr sz="1200"/>
            </a:lvl1pPr>
            <a:lvl2pPr marL="914400" lvl="1" indent="-304800">
              <a:spcBef>
                <a:spcPts val="1600"/>
              </a:spcBef>
              <a:spcAft>
                <a:spcPts val="0"/>
              </a:spcAft>
              <a:buSzPts val="1200"/>
              <a:buFont typeface="Roboto Condensed Light"/>
              <a:buChar char="○"/>
              <a:defRPr sz="1200"/>
            </a:lvl2pPr>
            <a:lvl3pPr marL="1371600" lvl="2" indent="-304800">
              <a:spcBef>
                <a:spcPts val="1600"/>
              </a:spcBef>
              <a:spcAft>
                <a:spcPts val="0"/>
              </a:spcAft>
              <a:buSzPts val="1200"/>
              <a:buFont typeface="Roboto Condensed Light"/>
              <a:buChar char="■"/>
              <a:defRPr sz="1200"/>
            </a:lvl3pPr>
            <a:lvl4pPr marL="1828800" lvl="3" indent="-304800">
              <a:spcBef>
                <a:spcPts val="1600"/>
              </a:spcBef>
              <a:spcAft>
                <a:spcPts val="0"/>
              </a:spcAft>
              <a:buSzPts val="1200"/>
              <a:buFont typeface="Roboto Condensed Light"/>
              <a:buChar char="●"/>
              <a:defRPr sz="1200"/>
            </a:lvl4pPr>
            <a:lvl5pPr marL="2286000" lvl="4" indent="-304800">
              <a:spcBef>
                <a:spcPts val="1600"/>
              </a:spcBef>
              <a:spcAft>
                <a:spcPts val="0"/>
              </a:spcAft>
              <a:buSzPts val="1200"/>
              <a:buFont typeface="Roboto Condensed Light"/>
              <a:buChar char="○"/>
              <a:defRPr sz="1200"/>
            </a:lvl5pPr>
            <a:lvl6pPr marL="2743200" lvl="5" indent="-304800">
              <a:spcBef>
                <a:spcPts val="1600"/>
              </a:spcBef>
              <a:spcAft>
                <a:spcPts val="0"/>
              </a:spcAft>
              <a:buSzPts val="1200"/>
              <a:buFont typeface="Roboto Condensed Light"/>
              <a:buChar char="■"/>
              <a:defRPr sz="1200"/>
            </a:lvl6pPr>
            <a:lvl7pPr marL="3200400" lvl="6" indent="-304800">
              <a:spcBef>
                <a:spcPts val="1600"/>
              </a:spcBef>
              <a:spcAft>
                <a:spcPts val="0"/>
              </a:spcAft>
              <a:buSzPts val="1200"/>
              <a:buFont typeface="Roboto Condensed Light"/>
              <a:buChar char="●"/>
              <a:defRPr sz="1200"/>
            </a:lvl7pPr>
            <a:lvl8pPr marL="3657600" lvl="7" indent="-304800">
              <a:spcBef>
                <a:spcPts val="1600"/>
              </a:spcBef>
              <a:spcAft>
                <a:spcPts val="0"/>
              </a:spcAft>
              <a:buSzPts val="1200"/>
              <a:buFont typeface="Roboto Condensed Light"/>
              <a:buChar char="○"/>
              <a:defRPr sz="1200"/>
            </a:lvl8pPr>
            <a:lvl9pPr marL="4114800" lvl="8" indent="-304800">
              <a:spcBef>
                <a:spcPts val="1600"/>
              </a:spcBef>
              <a:spcAft>
                <a:spcPts val="1600"/>
              </a:spcAft>
              <a:buSzPts val="1200"/>
              <a:buFont typeface="Roboto Condensed Light"/>
              <a:buChar char="■"/>
              <a:defRPr sz="1200"/>
            </a:lvl9pPr>
          </a:lstStyle>
          <a:p>
            <a:endParaRPr/>
          </a:p>
        </p:txBody>
      </p:sp>
      <p:grpSp>
        <p:nvGrpSpPr>
          <p:cNvPr id="17" name="Google Shape;17;p4"/>
          <p:cNvGrpSpPr/>
          <p:nvPr/>
        </p:nvGrpSpPr>
        <p:grpSpPr>
          <a:xfrm>
            <a:off x="0" y="4569046"/>
            <a:ext cx="1022509" cy="572747"/>
            <a:chOff x="-77" y="3784091"/>
            <a:chExt cx="2423582" cy="1357541"/>
          </a:xfrm>
        </p:grpSpPr>
        <p:sp>
          <p:nvSpPr>
            <p:cNvPr id="18" name="Google Shape;18;p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4"/>
          <p:cNvGrpSpPr/>
          <p:nvPr/>
        </p:nvGrpSpPr>
        <p:grpSpPr>
          <a:xfrm rot="10800000">
            <a:off x="8121500" y="-4"/>
            <a:ext cx="1022509" cy="572747"/>
            <a:chOff x="-77" y="3784091"/>
            <a:chExt cx="2423582" cy="1357541"/>
          </a:xfrm>
        </p:grpSpPr>
        <p:sp>
          <p:nvSpPr>
            <p:cNvPr id="24" name="Google Shape;24;p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5162060" y="2286734"/>
            <a:ext cx="21453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2800"/>
              <a:buNone/>
              <a:defRPr>
                <a:solidFill>
                  <a:schemeClr val="accent4"/>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5162065" y="2821334"/>
            <a:ext cx="2145300" cy="10278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2" name="Google Shape;32;p5"/>
          <p:cNvSpPr txBox="1">
            <a:spLocks noGrp="1"/>
          </p:cNvSpPr>
          <p:nvPr>
            <p:ph type="body" idx="2"/>
          </p:nvPr>
        </p:nvSpPr>
        <p:spPr>
          <a:xfrm>
            <a:off x="1836640" y="2821334"/>
            <a:ext cx="2145300" cy="10278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3" name="Google Shape;33;p5"/>
          <p:cNvSpPr txBox="1">
            <a:spLocks noGrp="1"/>
          </p:cNvSpPr>
          <p:nvPr>
            <p:ph type="title" idx="3"/>
          </p:nvPr>
        </p:nvSpPr>
        <p:spPr>
          <a:xfrm>
            <a:off x="1836635" y="2286734"/>
            <a:ext cx="21453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solidFill>
                  <a:schemeClr val="accent6"/>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 name="Google Shape;34;p5"/>
          <p:cNvSpPr txBox="1">
            <a:spLocks noGrp="1"/>
          </p:cNvSpPr>
          <p:nvPr>
            <p:ph type="title" idx="4"/>
          </p:nvPr>
        </p:nvSpPr>
        <p:spPr>
          <a:xfrm>
            <a:off x="720000" y="540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5"/>
          <p:cNvGrpSpPr/>
          <p:nvPr/>
        </p:nvGrpSpPr>
        <p:grpSpPr>
          <a:xfrm>
            <a:off x="0" y="4569046"/>
            <a:ext cx="1022509" cy="572747"/>
            <a:chOff x="-77" y="3784091"/>
            <a:chExt cx="2423582" cy="1357541"/>
          </a:xfrm>
        </p:grpSpPr>
        <p:sp>
          <p:nvSpPr>
            <p:cNvPr id="36" name="Google Shape;36;p5"/>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5"/>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1;p5"/>
          <p:cNvGrpSpPr/>
          <p:nvPr/>
        </p:nvGrpSpPr>
        <p:grpSpPr>
          <a:xfrm flipH="1">
            <a:off x="8121500" y="4569046"/>
            <a:ext cx="1022509" cy="572747"/>
            <a:chOff x="-77" y="3784091"/>
            <a:chExt cx="2423582" cy="1357541"/>
          </a:xfrm>
        </p:grpSpPr>
        <p:sp>
          <p:nvSpPr>
            <p:cNvPr id="42" name="Google Shape;42;p5"/>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4939700" y="1288261"/>
            <a:ext cx="1905300" cy="9705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3" name="Google Shape;63;p7"/>
          <p:cNvSpPr txBox="1">
            <a:spLocks noGrp="1"/>
          </p:cNvSpPr>
          <p:nvPr>
            <p:ph type="body" idx="1"/>
          </p:nvPr>
        </p:nvSpPr>
        <p:spPr>
          <a:xfrm>
            <a:off x="4939700" y="2182538"/>
            <a:ext cx="1905300" cy="180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4"/>
        <p:cNvGrpSpPr/>
        <p:nvPr/>
      </p:nvGrpSpPr>
      <p:grpSpPr>
        <a:xfrm>
          <a:off x="0" y="0"/>
          <a:ext cx="0" cy="0"/>
          <a:chOff x="0" y="0"/>
          <a:chExt cx="0" cy="0"/>
        </a:xfrm>
      </p:grpSpPr>
      <p:sp>
        <p:nvSpPr>
          <p:cNvPr id="65" name="Google Shape;65;p8"/>
          <p:cNvSpPr txBox="1">
            <a:spLocks noGrp="1"/>
          </p:cNvSpPr>
          <p:nvPr>
            <p:ph type="title"/>
          </p:nvPr>
        </p:nvSpPr>
        <p:spPr>
          <a:xfrm>
            <a:off x="2235000" y="1340850"/>
            <a:ext cx="4674000" cy="246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8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66" name="Google Shape;66;p8"/>
          <p:cNvGrpSpPr/>
          <p:nvPr/>
        </p:nvGrpSpPr>
        <p:grpSpPr>
          <a:xfrm>
            <a:off x="-77" y="3784091"/>
            <a:ext cx="2423582" cy="1357541"/>
            <a:chOff x="-77" y="3784091"/>
            <a:chExt cx="2423582" cy="1357541"/>
          </a:xfrm>
        </p:grpSpPr>
        <p:sp>
          <p:nvSpPr>
            <p:cNvPr id="67" name="Google Shape;67;p8"/>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8"/>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8"/>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8"/>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8"/>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72;p8"/>
          <p:cNvGrpSpPr/>
          <p:nvPr/>
        </p:nvGrpSpPr>
        <p:grpSpPr>
          <a:xfrm rot="10800000">
            <a:off x="6720423" y="-9"/>
            <a:ext cx="2423582" cy="1357541"/>
            <a:chOff x="-77" y="3784091"/>
            <a:chExt cx="2423582" cy="1357541"/>
          </a:xfrm>
        </p:grpSpPr>
        <p:sp>
          <p:nvSpPr>
            <p:cNvPr id="73" name="Google Shape;73;p8"/>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8"/>
        <p:cNvGrpSpPr/>
        <p:nvPr/>
      </p:nvGrpSpPr>
      <p:grpSpPr>
        <a:xfrm>
          <a:off x="0" y="0"/>
          <a:ext cx="0" cy="0"/>
          <a:chOff x="0" y="0"/>
          <a:chExt cx="0" cy="0"/>
        </a:xfrm>
      </p:grpSpPr>
      <p:sp>
        <p:nvSpPr>
          <p:cNvPr id="79" name="Google Shape;79;p9"/>
          <p:cNvSpPr txBox="1">
            <a:spLocks noGrp="1"/>
          </p:cNvSpPr>
          <p:nvPr>
            <p:ph type="title"/>
          </p:nvPr>
        </p:nvSpPr>
        <p:spPr>
          <a:xfrm>
            <a:off x="1052800" y="1689450"/>
            <a:ext cx="2617200" cy="1001100"/>
          </a:xfrm>
          <a:prstGeom prst="rect">
            <a:avLst/>
          </a:prstGeom>
        </p:spPr>
        <p:txBody>
          <a:bodyPr spcFirstLastPara="1" wrap="square" lIns="91425" tIns="91425" rIns="91425" bIns="91425" anchor="b" anchorCtr="0">
            <a:noAutofit/>
          </a:bodyPr>
          <a:lstStyle>
            <a:lvl1pPr lvl="0" algn="r">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0" name="Google Shape;80;p9"/>
          <p:cNvSpPr txBox="1">
            <a:spLocks noGrp="1"/>
          </p:cNvSpPr>
          <p:nvPr>
            <p:ph type="subTitle" idx="1"/>
          </p:nvPr>
        </p:nvSpPr>
        <p:spPr>
          <a:xfrm>
            <a:off x="1638300" y="2658650"/>
            <a:ext cx="2031600" cy="66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1800">
                <a:latin typeface="Oswald"/>
                <a:ea typeface="Oswald"/>
                <a:cs typeface="Oswald"/>
                <a:sym typeface="Oswald"/>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1" name="Google Shape;81;p9"/>
          <p:cNvSpPr txBox="1">
            <a:spLocks noGrp="1"/>
          </p:cNvSpPr>
          <p:nvPr>
            <p:ph type="body" idx="2"/>
          </p:nvPr>
        </p:nvSpPr>
        <p:spPr>
          <a:xfrm>
            <a:off x="4001475" y="1440000"/>
            <a:ext cx="4422600" cy="2263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grpSp>
        <p:nvGrpSpPr>
          <p:cNvPr id="82" name="Google Shape;82;p9"/>
          <p:cNvGrpSpPr/>
          <p:nvPr/>
        </p:nvGrpSpPr>
        <p:grpSpPr>
          <a:xfrm>
            <a:off x="720000" y="1013625"/>
            <a:ext cx="95400" cy="3116250"/>
            <a:chOff x="4524300" y="1013625"/>
            <a:chExt cx="95400" cy="3116250"/>
          </a:xfrm>
        </p:grpSpPr>
        <p:sp>
          <p:nvSpPr>
            <p:cNvPr id="83" name="Google Shape;83;p9"/>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9"/>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9"/>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9"/>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9"/>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9"/>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Google Shape;92;p11"/>
          <p:cNvSpPr txBox="1">
            <a:spLocks noGrp="1"/>
          </p:cNvSpPr>
          <p:nvPr>
            <p:ph type="title" hasCustomPrompt="1"/>
          </p:nvPr>
        </p:nvSpPr>
        <p:spPr>
          <a:xfrm>
            <a:off x="1903250" y="1834838"/>
            <a:ext cx="5337600" cy="112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7200"/>
              <a:buNone/>
              <a:defRPr sz="77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3" name="Google Shape;93;p11"/>
          <p:cNvSpPr txBox="1">
            <a:spLocks noGrp="1"/>
          </p:cNvSpPr>
          <p:nvPr>
            <p:ph type="body" idx="1"/>
          </p:nvPr>
        </p:nvSpPr>
        <p:spPr>
          <a:xfrm>
            <a:off x="2524200" y="2955575"/>
            <a:ext cx="4095600" cy="3531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500"/>
            </a:lvl1pPr>
            <a:lvl2pPr marL="914400" lvl="1" indent="-317500" algn="ctr">
              <a:spcBef>
                <a:spcPts val="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grpSp>
        <p:nvGrpSpPr>
          <p:cNvPr id="94" name="Google Shape;94;p11"/>
          <p:cNvGrpSpPr/>
          <p:nvPr/>
        </p:nvGrpSpPr>
        <p:grpSpPr>
          <a:xfrm flipH="1">
            <a:off x="6720423" y="3784091"/>
            <a:ext cx="2423582" cy="1357541"/>
            <a:chOff x="-77" y="3784091"/>
            <a:chExt cx="2423582" cy="1357541"/>
          </a:xfrm>
        </p:grpSpPr>
        <p:sp>
          <p:nvSpPr>
            <p:cNvPr id="95" name="Google Shape;95;p1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11"/>
          <p:cNvGrpSpPr/>
          <p:nvPr/>
        </p:nvGrpSpPr>
        <p:grpSpPr>
          <a:xfrm rot="10800000" flipH="1">
            <a:off x="-77" y="-9"/>
            <a:ext cx="2423582" cy="1357541"/>
            <a:chOff x="-77" y="3784091"/>
            <a:chExt cx="2423582" cy="1357541"/>
          </a:xfrm>
        </p:grpSpPr>
        <p:sp>
          <p:nvSpPr>
            <p:cNvPr id="101" name="Google Shape;101;p1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06"/>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CUSTOM_9">
    <p:spTree>
      <p:nvGrpSpPr>
        <p:cNvPr id="1" name="Shape 107"/>
        <p:cNvGrpSpPr/>
        <p:nvPr/>
      </p:nvGrpSpPr>
      <p:grpSpPr>
        <a:xfrm>
          <a:off x="0" y="0"/>
          <a:ext cx="0" cy="0"/>
          <a:chOff x="0" y="0"/>
          <a:chExt cx="0" cy="0"/>
        </a:xfrm>
      </p:grpSpPr>
      <p:sp>
        <p:nvSpPr>
          <p:cNvPr id="108" name="Google Shape;108;p13"/>
          <p:cNvSpPr txBox="1">
            <a:spLocks noGrp="1"/>
          </p:cNvSpPr>
          <p:nvPr>
            <p:ph type="title"/>
          </p:nvPr>
        </p:nvSpPr>
        <p:spPr>
          <a:xfrm>
            <a:off x="1902600" y="1543600"/>
            <a:ext cx="5338800" cy="135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900"/>
              <a:buNone/>
              <a:defRPr sz="2400">
                <a:latin typeface="Roboto"/>
                <a:ea typeface="Roboto"/>
                <a:cs typeface="Roboto"/>
                <a:sym typeface="Roboto"/>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9" name="Google Shape;109;p13"/>
          <p:cNvSpPr txBox="1">
            <a:spLocks noGrp="1"/>
          </p:cNvSpPr>
          <p:nvPr>
            <p:ph type="title" idx="2"/>
          </p:nvPr>
        </p:nvSpPr>
        <p:spPr>
          <a:xfrm>
            <a:off x="1902600" y="2989400"/>
            <a:ext cx="5338800" cy="61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Raleway"/>
              <a:buNone/>
              <a:defRPr sz="1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grpSp>
        <p:nvGrpSpPr>
          <p:cNvPr id="110" name="Google Shape;110;p13"/>
          <p:cNvGrpSpPr/>
          <p:nvPr/>
        </p:nvGrpSpPr>
        <p:grpSpPr>
          <a:xfrm>
            <a:off x="-77" y="3784091"/>
            <a:ext cx="2423582" cy="1357541"/>
            <a:chOff x="-77" y="3784091"/>
            <a:chExt cx="2423582" cy="1357541"/>
          </a:xfrm>
        </p:grpSpPr>
        <p:sp>
          <p:nvSpPr>
            <p:cNvPr id="111" name="Google Shape;111;p1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13"/>
          <p:cNvGrpSpPr/>
          <p:nvPr/>
        </p:nvGrpSpPr>
        <p:grpSpPr>
          <a:xfrm rot="10800000">
            <a:off x="6720423" y="-9"/>
            <a:ext cx="2423582" cy="1357541"/>
            <a:chOff x="-77" y="3784091"/>
            <a:chExt cx="2423582" cy="1357541"/>
          </a:xfrm>
        </p:grpSpPr>
        <p:sp>
          <p:nvSpPr>
            <p:cNvPr id="117" name="Google Shape;117;p1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431"/>
        <p:cNvGrpSpPr/>
        <p:nvPr/>
      </p:nvGrpSpPr>
      <p:grpSpPr>
        <a:xfrm>
          <a:off x="0" y="0"/>
          <a:ext cx="0" cy="0"/>
          <a:chOff x="0" y="0"/>
          <a:chExt cx="0" cy="0"/>
        </a:xfrm>
      </p:grpSpPr>
      <p:grpSp>
        <p:nvGrpSpPr>
          <p:cNvPr id="432" name="Google Shape;432;p23"/>
          <p:cNvGrpSpPr/>
          <p:nvPr/>
        </p:nvGrpSpPr>
        <p:grpSpPr>
          <a:xfrm>
            <a:off x="0" y="4569046"/>
            <a:ext cx="1022509" cy="572747"/>
            <a:chOff x="-77" y="3784091"/>
            <a:chExt cx="2423582" cy="1357541"/>
          </a:xfrm>
        </p:grpSpPr>
        <p:sp>
          <p:nvSpPr>
            <p:cNvPr id="433" name="Google Shape;433;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23"/>
          <p:cNvGrpSpPr/>
          <p:nvPr/>
        </p:nvGrpSpPr>
        <p:grpSpPr>
          <a:xfrm rot="10800000">
            <a:off x="8121500" y="-4"/>
            <a:ext cx="1022509" cy="572747"/>
            <a:chOff x="-77" y="3784091"/>
            <a:chExt cx="2423582" cy="1357541"/>
          </a:xfrm>
        </p:grpSpPr>
        <p:sp>
          <p:nvSpPr>
            <p:cNvPr id="439" name="Google Shape;439;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 name="Google Shape;444;p23"/>
          <p:cNvGrpSpPr/>
          <p:nvPr/>
        </p:nvGrpSpPr>
        <p:grpSpPr>
          <a:xfrm flipH="1">
            <a:off x="8121500" y="4569896"/>
            <a:ext cx="1022509" cy="572747"/>
            <a:chOff x="-77" y="3784091"/>
            <a:chExt cx="2423582" cy="1357541"/>
          </a:xfrm>
        </p:grpSpPr>
        <p:sp>
          <p:nvSpPr>
            <p:cNvPr id="445" name="Google Shape;445;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23"/>
          <p:cNvGrpSpPr/>
          <p:nvPr/>
        </p:nvGrpSpPr>
        <p:grpSpPr>
          <a:xfrm rot="10800000" flipH="1">
            <a:off x="0" y="846"/>
            <a:ext cx="1022509" cy="572747"/>
            <a:chOff x="-77" y="3784091"/>
            <a:chExt cx="2423582" cy="1357541"/>
          </a:xfrm>
        </p:grpSpPr>
        <p:sp>
          <p:nvSpPr>
            <p:cNvPr id="451" name="Google Shape;451;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456"/>
        <p:cNvGrpSpPr/>
        <p:nvPr/>
      </p:nvGrpSpPr>
      <p:grpSpPr>
        <a:xfrm>
          <a:off x="0" y="0"/>
          <a:ext cx="0" cy="0"/>
          <a:chOff x="0" y="0"/>
          <a:chExt cx="0" cy="0"/>
        </a:xfrm>
      </p:grpSpPr>
      <p:grpSp>
        <p:nvGrpSpPr>
          <p:cNvPr id="457" name="Google Shape;457;p24"/>
          <p:cNvGrpSpPr/>
          <p:nvPr/>
        </p:nvGrpSpPr>
        <p:grpSpPr>
          <a:xfrm rot="5400000" flipH="1">
            <a:off x="-533027" y="3252941"/>
            <a:ext cx="2423582" cy="1357541"/>
            <a:chOff x="-77" y="3784091"/>
            <a:chExt cx="2423582" cy="1357541"/>
          </a:xfrm>
        </p:grpSpPr>
        <p:sp>
          <p:nvSpPr>
            <p:cNvPr id="458" name="Google Shape;458;p2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24"/>
          <p:cNvGrpSpPr/>
          <p:nvPr/>
        </p:nvGrpSpPr>
        <p:grpSpPr>
          <a:xfrm rot="-5400000" flipH="1">
            <a:off x="7253448" y="533016"/>
            <a:ext cx="2423582" cy="1357541"/>
            <a:chOff x="-77" y="3784091"/>
            <a:chExt cx="2423582" cy="1357541"/>
          </a:xfrm>
        </p:grpSpPr>
        <p:sp>
          <p:nvSpPr>
            <p:cNvPr id="464" name="Google Shape;464;p2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13367C"/>
            </a:gs>
            <a:gs pos="100000">
              <a:schemeClr val="dk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7" r:id="rId8"/>
    <p:sldLayoutId id="2147483658" r:id="rId9"/>
    <p:sldLayoutId id="2147483659"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878">
          <p15:clr>
            <a:srgbClr val="EA4335"/>
          </p15:clr>
        </p15:guide>
        <p15:guide id="7" pos="1667">
          <p15:clr>
            <a:srgbClr val="EA4335"/>
          </p15:clr>
        </p15:guide>
        <p15:guide id="8" pos="409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s://docs.google.com/spreadsheets/d/10nUD5s7uvmqXzaULb1w1qWI50cCue0nU7EqhJckVbAw/copy"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Piyush-18/Intel_Unnati_Project"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476"/>
        <p:cNvGrpSpPr/>
        <p:nvPr/>
      </p:nvGrpSpPr>
      <p:grpSpPr>
        <a:xfrm>
          <a:off x="0" y="0"/>
          <a:ext cx="0" cy="0"/>
          <a:chOff x="0" y="0"/>
          <a:chExt cx="0" cy="0"/>
        </a:xfrm>
      </p:grpSpPr>
      <p:sp>
        <p:nvSpPr>
          <p:cNvPr id="477" name="Google Shape;477;p27"/>
          <p:cNvSpPr txBox="1">
            <a:spLocks noGrp="1"/>
          </p:cNvSpPr>
          <p:nvPr>
            <p:ph type="ctrTitle"/>
          </p:nvPr>
        </p:nvSpPr>
        <p:spPr>
          <a:xfrm>
            <a:off x="748356" y="1494918"/>
            <a:ext cx="4079700" cy="240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Conquering Fashion MNIST with CNNs using Computer Vision</a:t>
            </a:r>
            <a:endParaRPr dirty="0"/>
          </a:p>
        </p:txBody>
      </p:sp>
      <p:sp>
        <p:nvSpPr>
          <p:cNvPr id="478" name="Google Shape;478;p27"/>
          <p:cNvSpPr txBox="1">
            <a:spLocks noGrp="1"/>
          </p:cNvSpPr>
          <p:nvPr>
            <p:ph type="subTitle" idx="1"/>
          </p:nvPr>
        </p:nvSpPr>
        <p:spPr>
          <a:xfrm>
            <a:off x="3687870" y="3965808"/>
            <a:ext cx="3667628" cy="101674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Presented by :</a:t>
            </a:r>
          </a:p>
          <a:p>
            <a:pPr marL="0" lvl="0" indent="0" algn="l" rtl="0">
              <a:spcBef>
                <a:spcPts val="0"/>
              </a:spcBef>
              <a:spcAft>
                <a:spcPts val="0"/>
              </a:spcAft>
              <a:buNone/>
            </a:pPr>
            <a:r>
              <a:rPr lang="en" dirty="0"/>
              <a:t>Piyush Pankaj Panigrahi</a:t>
            </a:r>
          </a:p>
          <a:p>
            <a:pPr marL="0" lvl="0" indent="0" algn="l" rtl="0">
              <a:spcBef>
                <a:spcPts val="0"/>
              </a:spcBef>
              <a:spcAft>
                <a:spcPts val="0"/>
              </a:spcAft>
              <a:buNone/>
            </a:pPr>
            <a:r>
              <a:rPr lang="en" dirty="0"/>
              <a:t>Team-AlphByte</a:t>
            </a:r>
          </a:p>
          <a:p>
            <a:pPr marL="0" lvl="0" indent="0" algn="l" rtl="0">
              <a:spcBef>
                <a:spcPts val="0"/>
              </a:spcBef>
              <a:spcAft>
                <a:spcPts val="0"/>
              </a:spcAft>
              <a:buNone/>
            </a:pPr>
            <a:r>
              <a:rPr lang="en" dirty="0"/>
              <a:t>MIT Manipal(MAHE)</a:t>
            </a:r>
            <a:br>
              <a:rPr lang="en" dirty="0"/>
            </a:br>
            <a:endParaRPr dirty="0"/>
          </a:p>
        </p:txBody>
      </p:sp>
      <p:sp>
        <p:nvSpPr>
          <p:cNvPr id="479" name="Google Shape;479;p27"/>
          <p:cNvSpPr/>
          <p:nvPr/>
        </p:nvSpPr>
        <p:spPr>
          <a:xfrm>
            <a:off x="5827391" y="2727835"/>
            <a:ext cx="2584558" cy="1618980"/>
          </a:xfrm>
          <a:custGeom>
            <a:avLst/>
            <a:gdLst/>
            <a:ahLst/>
            <a:cxnLst/>
            <a:rect l="l" t="t" r="r" b="b"/>
            <a:pathLst>
              <a:path w="98572" h="61746" extrusionOk="0">
                <a:moveTo>
                  <a:pt x="5705" y="1"/>
                </a:moveTo>
                <a:cubicBezTo>
                  <a:pt x="2569" y="1"/>
                  <a:pt x="1" y="2536"/>
                  <a:pt x="1" y="5672"/>
                </a:cubicBezTo>
                <a:lnTo>
                  <a:pt x="1" y="56074"/>
                </a:lnTo>
                <a:cubicBezTo>
                  <a:pt x="1" y="59210"/>
                  <a:pt x="2569" y="61745"/>
                  <a:pt x="5705" y="61745"/>
                </a:cubicBezTo>
                <a:lnTo>
                  <a:pt x="92867" y="61745"/>
                </a:lnTo>
                <a:cubicBezTo>
                  <a:pt x="96003" y="61745"/>
                  <a:pt x="98571" y="59210"/>
                  <a:pt x="98571" y="56074"/>
                </a:cubicBezTo>
                <a:lnTo>
                  <a:pt x="98571" y="5672"/>
                </a:lnTo>
                <a:cubicBezTo>
                  <a:pt x="98571" y="2536"/>
                  <a:pt x="96003" y="1"/>
                  <a:pt x="92867" y="1"/>
                </a:cubicBezTo>
                <a:close/>
              </a:path>
            </a:pathLst>
          </a:custGeom>
          <a:solidFill>
            <a:srgbClr val="D0D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7"/>
          <p:cNvSpPr/>
          <p:nvPr/>
        </p:nvSpPr>
        <p:spPr>
          <a:xfrm>
            <a:off x="6036442" y="2901883"/>
            <a:ext cx="2166454" cy="938519"/>
          </a:xfrm>
          <a:custGeom>
            <a:avLst/>
            <a:gdLst/>
            <a:ahLst/>
            <a:cxnLst/>
            <a:rect l="l" t="t" r="r" b="b"/>
            <a:pathLst>
              <a:path w="82626" h="35794" extrusionOk="0">
                <a:moveTo>
                  <a:pt x="2002" y="1"/>
                </a:moveTo>
                <a:cubicBezTo>
                  <a:pt x="901" y="1"/>
                  <a:pt x="0" y="868"/>
                  <a:pt x="0" y="2002"/>
                </a:cubicBezTo>
                <a:lnTo>
                  <a:pt x="0" y="33792"/>
                </a:lnTo>
                <a:cubicBezTo>
                  <a:pt x="0" y="34893"/>
                  <a:pt x="901" y="35793"/>
                  <a:pt x="2002" y="35793"/>
                </a:cubicBezTo>
                <a:lnTo>
                  <a:pt x="80624" y="35793"/>
                </a:lnTo>
                <a:cubicBezTo>
                  <a:pt x="81725" y="35793"/>
                  <a:pt x="82626" y="34893"/>
                  <a:pt x="82626" y="33792"/>
                </a:cubicBezTo>
                <a:lnTo>
                  <a:pt x="82626" y="2002"/>
                </a:lnTo>
                <a:cubicBezTo>
                  <a:pt x="82626" y="868"/>
                  <a:pt x="81725" y="1"/>
                  <a:pt x="80624" y="1"/>
                </a:cubicBezTo>
                <a:close/>
              </a:path>
            </a:pathLst>
          </a:custGeom>
          <a:solidFill>
            <a:srgbClr val="BEC0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7"/>
          <p:cNvSpPr/>
          <p:nvPr/>
        </p:nvSpPr>
        <p:spPr>
          <a:xfrm>
            <a:off x="6804345" y="3515875"/>
            <a:ext cx="125987" cy="13162"/>
          </a:xfrm>
          <a:custGeom>
            <a:avLst/>
            <a:gdLst/>
            <a:ahLst/>
            <a:cxnLst/>
            <a:rect l="l" t="t" r="r" b="b"/>
            <a:pathLst>
              <a:path w="4805" h="502" extrusionOk="0">
                <a:moveTo>
                  <a:pt x="401" y="1"/>
                </a:moveTo>
                <a:cubicBezTo>
                  <a:pt x="168" y="1"/>
                  <a:pt x="1" y="168"/>
                  <a:pt x="1" y="401"/>
                </a:cubicBezTo>
                <a:lnTo>
                  <a:pt x="1" y="501"/>
                </a:lnTo>
                <a:cubicBezTo>
                  <a:pt x="1" y="268"/>
                  <a:pt x="168" y="67"/>
                  <a:pt x="401" y="67"/>
                </a:cubicBezTo>
                <a:lnTo>
                  <a:pt x="4404" y="67"/>
                </a:lnTo>
                <a:cubicBezTo>
                  <a:pt x="4637" y="67"/>
                  <a:pt x="4804" y="268"/>
                  <a:pt x="4804" y="501"/>
                </a:cubicBezTo>
                <a:lnTo>
                  <a:pt x="4804" y="401"/>
                </a:lnTo>
                <a:cubicBezTo>
                  <a:pt x="4804"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7"/>
          <p:cNvSpPr/>
          <p:nvPr/>
        </p:nvSpPr>
        <p:spPr>
          <a:xfrm>
            <a:off x="6804345" y="3204513"/>
            <a:ext cx="125987" cy="13136"/>
          </a:xfrm>
          <a:custGeom>
            <a:avLst/>
            <a:gdLst/>
            <a:ahLst/>
            <a:cxnLst/>
            <a:rect l="l" t="t" r="r" b="b"/>
            <a:pathLst>
              <a:path w="4805" h="501" extrusionOk="0">
                <a:moveTo>
                  <a:pt x="401" y="1"/>
                </a:moveTo>
                <a:cubicBezTo>
                  <a:pt x="168" y="1"/>
                  <a:pt x="1" y="201"/>
                  <a:pt x="1" y="401"/>
                </a:cubicBezTo>
                <a:lnTo>
                  <a:pt x="1" y="501"/>
                </a:lnTo>
                <a:cubicBezTo>
                  <a:pt x="1" y="267"/>
                  <a:pt x="168" y="67"/>
                  <a:pt x="401" y="67"/>
                </a:cubicBezTo>
                <a:lnTo>
                  <a:pt x="4404" y="67"/>
                </a:lnTo>
                <a:cubicBezTo>
                  <a:pt x="4637" y="67"/>
                  <a:pt x="4804" y="267"/>
                  <a:pt x="4804" y="501"/>
                </a:cubicBezTo>
                <a:lnTo>
                  <a:pt x="4804" y="401"/>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7"/>
          <p:cNvSpPr/>
          <p:nvPr/>
        </p:nvSpPr>
        <p:spPr>
          <a:xfrm>
            <a:off x="6804345" y="3061064"/>
            <a:ext cx="125987" cy="13162"/>
          </a:xfrm>
          <a:custGeom>
            <a:avLst/>
            <a:gdLst/>
            <a:ahLst/>
            <a:cxnLst/>
            <a:rect l="l" t="t" r="r" b="b"/>
            <a:pathLst>
              <a:path w="4805" h="502" extrusionOk="0">
                <a:moveTo>
                  <a:pt x="401" y="1"/>
                </a:moveTo>
                <a:cubicBezTo>
                  <a:pt x="168" y="1"/>
                  <a:pt x="1" y="201"/>
                  <a:pt x="1" y="435"/>
                </a:cubicBezTo>
                <a:lnTo>
                  <a:pt x="1" y="501"/>
                </a:lnTo>
                <a:cubicBezTo>
                  <a:pt x="1" y="268"/>
                  <a:pt x="168" y="101"/>
                  <a:pt x="401" y="101"/>
                </a:cubicBezTo>
                <a:lnTo>
                  <a:pt x="4404" y="101"/>
                </a:lnTo>
                <a:cubicBezTo>
                  <a:pt x="4637" y="101"/>
                  <a:pt x="4804" y="268"/>
                  <a:pt x="4804" y="501"/>
                </a:cubicBezTo>
                <a:lnTo>
                  <a:pt x="4804" y="435"/>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7"/>
          <p:cNvSpPr/>
          <p:nvPr/>
        </p:nvSpPr>
        <p:spPr>
          <a:xfrm>
            <a:off x="6804345" y="3360207"/>
            <a:ext cx="125987" cy="12271"/>
          </a:xfrm>
          <a:custGeom>
            <a:avLst/>
            <a:gdLst/>
            <a:ahLst/>
            <a:cxnLst/>
            <a:rect l="l" t="t" r="r" b="b"/>
            <a:pathLst>
              <a:path w="4805" h="468" extrusionOk="0">
                <a:moveTo>
                  <a:pt x="401" y="0"/>
                </a:moveTo>
                <a:cubicBezTo>
                  <a:pt x="168" y="0"/>
                  <a:pt x="1" y="167"/>
                  <a:pt x="1" y="400"/>
                </a:cubicBezTo>
                <a:lnTo>
                  <a:pt x="1" y="467"/>
                </a:lnTo>
                <a:cubicBezTo>
                  <a:pt x="1" y="267"/>
                  <a:pt x="168" y="67"/>
                  <a:pt x="401" y="67"/>
                </a:cubicBezTo>
                <a:lnTo>
                  <a:pt x="4404" y="67"/>
                </a:lnTo>
                <a:cubicBezTo>
                  <a:pt x="4637" y="67"/>
                  <a:pt x="4804" y="267"/>
                  <a:pt x="4804" y="467"/>
                </a:cubicBezTo>
                <a:lnTo>
                  <a:pt x="4804" y="400"/>
                </a:lnTo>
                <a:cubicBezTo>
                  <a:pt x="4804"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7"/>
          <p:cNvSpPr/>
          <p:nvPr/>
        </p:nvSpPr>
        <p:spPr>
          <a:xfrm>
            <a:off x="6288337" y="3360207"/>
            <a:ext cx="126826" cy="13136"/>
          </a:xfrm>
          <a:custGeom>
            <a:avLst/>
            <a:gdLst/>
            <a:ahLst/>
            <a:cxnLst/>
            <a:rect l="l" t="t" r="r" b="b"/>
            <a:pathLst>
              <a:path w="4837" h="501" extrusionOk="0">
                <a:moveTo>
                  <a:pt x="400" y="0"/>
                </a:moveTo>
                <a:cubicBezTo>
                  <a:pt x="167" y="0"/>
                  <a:pt x="0" y="167"/>
                  <a:pt x="0" y="400"/>
                </a:cubicBezTo>
                <a:lnTo>
                  <a:pt x="0" y="500"/>
                </a:lnTo>
                <a:cubicBezTo>
                  <a:pt x="0" y="267"/>
                  <a:pt x="167" y="67"/>
                  <a:pt x="400" y="67"/>
                </a:cubicBezTo>
                <a:lnTo>
                  <a:pt x="4403" y="67"/>
                </a:lnTo>
                <a:cubicBezTo>
                  <a:pt x="4637" y="67"/>
                  <a:pt x="4837" y="267"/>
                  <a:pt x="4837" y="500"/>
                </a:cubicBezTo>
                <a:lnTo>
                  <a:pt x="4837" y="400"/>
                </a:lnTo>
                <a:cubicBezTo>
                  <a:pt x="4837" y="167"/>
                  <a:pt x="4637" y="0"/>
                  <a:pt x="440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7"/>
          <p:cNvSpPr/>
          <p:nvPr/>
        </p:nvSpPr>
        <p:spPr>
          <a:xfrm>
            <a:off x="6804345" y="2967485"/>
            <a:ext cx="125987" cy="13162"/>
          </a:xfrm>
          <a:custGeom>
            <a:avLst/>
            <a:gdLst/>
            <a:ahLst/>
            <a:cxnLst/>
            <a:rect l="l" t="t" r="r" b="b"/>
            <a:pathLst>
              <a:path w="4805" h="502" extrusionOk="0">
                <a:moveTo>
                  <a:pt x="401" y="1"/>
                </a:moveTo>
                <a:cubicBezTo>
                  <a:pt x="168" y="1"/>
                  <a:pt x="1" y="201"/>
                  <a:pt x="1" y="434"/>
                </a:cubicBezTo>
                <a:lnTo>
                  <a:pt x="1" y="501"/>
                </a:lnTo>
                <a:cubicBezTo>
                  <a:pt x="1" y="268"/>
                  <a:pt x="168" y="101"/>
                  <a:pt x="401" y="101"/>
                </a:cubicBezTo>
                <a:lnTo>
                  <a:pt x="4404" y="101"/>
                </a:lnTo>
                <a:cubicBezTo>
                  <a:pt x="4637" y="101"/>
                  <a:pt x="4804" y="268"/>
                  <a:pt x="4804" y="501"/>
                </a:cubicBezTo>
                <a:lnTo>
                  <a:pt x="4804" y="434"/>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7"/>
          <p:cNvSpPr/>
          <p:nvPr/>
        </p:nvSpPr>
        <p:spPr>
          <a:xfrm>
            <a:off x="6288337" y="3061064"/>
            <a:ext cx="126826" cy="13162"/>
          </a:xfrm>
          <a:custGeom>
            <a:avLst/>
            <a:gdLst/>
            <a:ahLst/>
            <a:cxnLst/>
            <a:rect l="l" t="t" r="r" b="b"/>
            <a:pathLst>
              <a:path w="4837" h="502" extrusionOk="0">
                <a:moveTo>
                  <a:pt x="400" y="1"/>
                </a:moveTo>
                <a:cubicBezTo>
                  <a:pt x="167" y="1"/>
                  <a:pt x="0" y="201"/>
                  <a:pt x="0" y="435"/>
                </a:cubicBezTo>
                <a:lnTo>
                  <a:pt x="0" y="501"/>
                </a:lnTo>
                <a:cubicBezTo>
                  <a:pt x="0" y="268"/>
                  <a:pt x="167" y="101"/>
                  <a:pt x="400" y="101"/>
                </a:cubicBezTo>
                <a:lnTo>
                  <a:pt x="4403" y="101"/>
                </a:lnTo>
                <a:cubicBezTo>
                  <a:pt x="4637" y="101"/>
                  <a:pt x="4837" y="268"/>
                  <a:pt x="4837" y="501"/>
                </a:cubicBezTo>
                <a:lnTo>
                  <a:pt x="4837" y="435"/>
                </a:lnTo>
                <a:cubicBezTo>
                  <a:pt x="4837" y="201"/>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7"/>
          <p:cNvSpPr/>
          <p:nvPr/>
        </p:nvSpPr>
        <p:spPr>
          <a:xfrm>
            <a:off x="6116020" y="3204513"/>
            <a:ext cx="299144" cy="13136"/>
          </a:xfrm>
          <a:custGeom>
            <a:avLst/>
            <a:gdLst/>
            <a:ahLst/>
            <a:cxnLst/>
            <a:rect l="l" t="t" r="r" b="b"/>
            <a:pathLst>
              <a:path w="11409" h="501" extrusionOk="0">
                <a:moveTo>
                  <a:pt x="434" y="1"/>
                </a:moveTo>
                <a:cubicBezTo>
                  <a:pt x="201" y="1"/>
                  <a:pt x="1" y="167"/>
                  <a:pt x="1" y="401"/>
                </a:cubicBezTo>
                <a:lnTo>
                  <a:pt x="1" y="501"/>
                </a:lnTo>
                <a:cubicBezTo>
                  <a:pt x="1" y="267"/>
                  <a:pt x="201" y="67"/>
                  <a:pt x="434" y="67"/>
                </a:cubicBezTo>
                <a:lnTo>
                  <a:pt x="10975" y="67"/>
                </a:lnTo>
                <a:cubicBezTo>
                  <a:pt x="11209" y="67"/>
                  <a:pt x="11409" y="267"/>
                  <a:pt x="11409" y="501"/>
                </a:cubicBezTo>
                <a:lnTo>
                  <a:pt x="11409" y="401"/>
                </a:lnTo>
                <a:cubicBezTo>
                  <a:pt x="11409" y="167"/>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7"/>
          <p:cNvSpPr/>
          <p:nvPr/>
        </p:nvSpPr>
        <p:spPr>
          <a:xfrm>
            <a:off x="6288337" y="3671568"/>
            <a:ext cx="126826" cy="13136"/>
          </a:xfrm>
          <a:custGeom>
            <a:avLst/>
            <a:gdLst/>
            <a:ahLst/>
            <a:cxnLst/>
            <a:rect l="l" t="t" r="r" b="b"/>
            <a:pathLst>
              <a:path w="4837" h="501" extrusionOk="0">
                <a:moveTo>
                  <a:pt x="400" y="0"/>
                </a:moveTo>
                <a:cubicBezTo>
                  <a:pt x="167" y="0"/>
                  <a:pt x="0" y="167"/>
                  <a:pt x="0" y="401"/>
                </a:cubicBezTo>
                <a:lnTo>
                  <a:pt x="0" y="501"/>
                </a:lnTo>
                <a:cubicBezTo>
                  <a:pt x="0" y="267"/>
                  <a:pt x="167" y="67"/>
                  <a:pt x="400" y="67"/>
                </a:cubicBezTo>
                <a:lnTo>
                  <a:pt x="4403" y="67"/>
                </a:lnTo>
                <a:cubicBezTo>
                  <a:pt x="4637" y="67"/>
                  <a:pt x="4837" y="267"/>
                  <a:pt x="4837" y="501"/>
                </a:cubicBezTo>
                <a:lnTo>
                  <a:pt x="4837" y="401"/>
                </a:lnTo>
                <a:cubicBezTo>
                  <a:pt x="4837" y="167"/>
                  <a:pt x="4637" y="0"/>
                  <a:pt x="440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7"/>
          <p:cNvSpPr/>
          <p:nvPr/>
        </p:nvSpPr>
        <p:spPr>
          <a:xfrm>
            <a:off x="6288337" y="3515875"/>
            <a:ext cx="126826" cy="13162"/>
          </a:xfrm>
          <a:custGeom>
            <a:avLst/>
            <a:gdLst/>
            <a:ahLst/>
            <a:cxnLst/>
            <a:rect l="l" t="t" r="r" b="b"/>
            <a:pathLst>
              <a:path w="4837" h="502" extrusionOk="0">
                <a:moveTo>
                  <a:pt x="400" y="1"/>
                </a:moveTo>
                <a:cubicBezTo>
                  <a:pt x="167" y="1"/>
                  <a:pt x="0" y="168"/>
                  <a:pt x="0" y="401"/>
                </a:cubicBezTo>
                <a:lnTo>
                  <a:pt x="0" y="501"/>
                </a:lnTo>
                <a:cubicBezTo>
                  <a:pt x="0" y="268"/>
                  <a:pt x="167" y="67"/>
                  <a:pt x="400" y="67"/>
                </a:cubicBezTo>
                <a:lnTo>
                  <a:pt x="4403" y="67"/>
                </a:lnTo>
                <a:cubicBezTo>
                  <a:pt x="4637" y="67"/>
                  <a:pt x="4837" y="268"/>
                  <a:pt x="4837" y="501"/>
                </a:cubicBezTo>
                <a:lnTo>
                  <a:pt x="4837" y="401"/>
                </a:lnTo>
                <a:cubicBezTo>
                  <a:pt x="4837" y="168"/>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7"/>
          <p:cNvSpPr/>
          <p:nvPr/>
        </p:nvSpPr>
        <p:spPr>
          <a:xfrm>
            <a:off x="6288337" y="2967485"/>
            <a:ext cx="126826" cy="13162"/>
          </a:xfrm>
          <a:custGeom>
            <a:avLst/>
            <a:gdLst/>
            <a:ahLst/>
            <a:cxnLst/>
            <a:rect l="l" t="t" r="r" b="b"/>
            <a:pathLst>
              <a:path w="4837" h="502" extrusionOk="0">
                <a:moveTo>
                  <a:pt x="400" y="1"/>
                </a:moveTo>
                <a:cubicBezTo>
                  <a:pt x="167" y="1"/>
                  <a:pt x="0" y="201"/>
                  <a:pt x="0" y="434"/>
                </a:cubicBezTo>
                <a:lnTo>
                  <a:pt x="0" y="501"/>
                </a:lnTo>
                <a:cubicBezTo>
                  <a:pt x="0" y="268"/>
                  <a:pt x="167" y="101"/>
                  <a:pt x="400" y="101"/>
                </a:cubicBezTo>
                <a:lnTo>
                  <a:pt x="4403" y="101"/>
                </a:lnTo>
                <a:cubicBezTo>
                  <a:pt x="4637" y="101"/>
                  <a:pt x="4837" y="268"/>
                  <a:pt x="4837" y="501"/>
                </a:cubicBezTo>
                <a:lnTo>
                  <a:pt x="4837" y="434"/>
                </a:lnTo>
                <a:cubicBezTo>
                  <a:pt x="4837" y="201"/>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7"/>
          <p:cNvSpPr/>
          <p:nvPr/>
        </p:nvSpPr>
        <p:spPr>
          <a:xfrm>
            <a:off x="7147196" y="2967485"/>
            <a:ext cx="126852" cy="13162"/>
          </a:xfrm>
          <a:custGeom>
            <a:avLst/>
            <a:gdLst/>
            <a:ahLst/>
            <a:cxnLst/>
            <a:rect l="l" t="t" r="r" b="b"/>
            <a:pathLst>
              <a:path w="4838" h="502" extrusionOk="0">
                <a:moveTo>
                  <a:pt x="434" y="1"/>
                </a:moveTo>
                <a:cubicBezTo>
                  <a:pt x="201" y="1"/>
                  <a:pt x="1" y="201"/>
                  <a:pt x="1" y="434"/>
                </a:cubicBezTo>
                <a:lnTo>
                  <a:pt x="1" y="501"/>
                </a:lnTo>
                <a:cubicBezTo>
                  <a:pt x="34"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7"/>
          <p:cNvSpPr/>
          <p:nvPr/>
        </p:nvSpPr>
        <p:spPr>
          <a:xfrm>
            <a:off x="7147196" y="3061064"/>
            <a:ext cx="126852" cy="13162"/>
          </a:xfrm>
          <a:custGeom>
            <a:avLst/>
            <a:gdLst/>
            <a:ahLst/>
            <a:cxnLst/>
            <a:rect l="l" t="t" r="r" b="b"/>
            <a:pathLst>
              <a:path w="4838" h="502" extrusionOk="0">
                <a:moveTo>
                  <a:pt x="434" y="1"/>
                </a:moveTo>
                <a:cubicBezTo>
                  <a:pt x="201" y="1"/>
                  <a:pt x="1" y="201"/>
                  <a:pt x="1" y="435"/>
                </a:cubicBezTo>
                <a:lnTo>
                  <a:pt x="1" y="501"/>
                </a:lnTo>
                <a:cubicBezTo>
                  <a:pt x="34" y="268"/>
                  <a:pt x="201" y="101"/>
                  <a:pt x="434" y="101"/>
                </a:cubicBezTo>
                <a:lnTo>
                  <a:pt x="4437" y="101"/>
                </a:lnTo>
                <a:cubicBezTo>
                  <a:pt x="4671" y="101"/>
                  <a:pt x="4838" y="268"/>
                  <a:pt x="4838" y="501"/>
                </a:cubicBezTo>
                <a:lnTo>
                  <a:pt x="4838" y="435"/>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7"/>
          <p:cNvSpPr/>
          <p:nvPr/>
        </p:nvSpPr>
        <p:spPr>
          <a:xfrm>
            <a:off x="7147196" y="3204513"/>
            <a:ext cx="126852" cy="13136"/>
          </a:xfrm>
          <a:custGeom>
            <a:avLst/>
            <a:gdLst/>
            <a:ahLst/>
            <a:cxnLst/>
            <a:rect l="l" t="t" r="r" b="b"/>
            <a:pathLst>
              <a:path w="4838" h="501" extrusionOk="0">
                <a:moveTo>
                  <a:pt x="434" y="1"/>
                </a:moveTo>
                <a:cubicBezTo>
                  <a:pt x="201" y="1"/>
                  <a:pt x="1" y="201"/>
                  <a:pt x="1" y="401"/>
                </a:cubicBezTo>
                <a:lnTo>
                  <a:pt x="1" y="501"/>
                </a:lnTo>
                <a:cubicBezTo>
                  <a:pt x="34" y="267"/>
                  <a:pt x="201" y="67"/>
                  <a:pt x="434" y="67"/>
                </a:cubicBezTo>
                <a:lnTo>
                  <a:pt x="4437" y="67"/>
                </a:lnTo>
                <a:cubicBezTo>
                  <a:pt x="4671" y="67"/>
                  <a:pt x="4838" y="267"/>
                  <a:pt x="4838" y="501"/>
                </a:cubicBezTo>
                <a:lnTo>
                  <a:pt x="4838" y="401"/>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7"/>
          <p:cNvSpPr/>
          <p:nvPr/>
        </p:nvSpPr>
        <p:spPr>
          <a:xfrm>
            <a:off x="6975771" y="3061064"/>
            <a:ext cx="126852" cy="13162"/>
          </a:xfrm>
          <a:custGeom>
            <a:avLst/>
            <a:gdLst/>
            <a:ahLst/>
            <a:cxnLst/>
            <a:rect l="l" t="t" r="r" b="b"/>
            <a:pathLst>
              <a:path w="4838" h="502" extrusionOk="0">
                <a:moveTo>
                  <a:pt x="434" y="1"/>
                </a:moveTo>
                <a:cubicBezTo>
                  <a:pt x="201" y="1"/>
                  <a:pt x="1" y="201"/>
                  <a:pt x="1" y="435"/>
                </a:cubicBezTo>
                <a:lnTo>
                  <a:pt x="1" y="501"/>
                </a:lnTo>
                <a:cubicBezTo>
                  <a:pt x="1" y="268"/>
                  <a:pt x="201" y="101"/>
                  <a:pt x="434" y="101"/>
                </a:cubicBezTo>
                <a:lnTo>
                  <a:pt x="4404" y="101"/>
                </a:lnTo>
                <a:cubicBezTo>
                  <a:pt x="4637" y="101"/>
                  <a:pt x="4838" y="268"/>
                  <a:pt x="4838" y="501"/>
                </a:cubicBezTo>
                <a:lnTo>
                  <a:pt x="4838" y="435"/>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7"/>
          <p:cNvSpPr/>
          <p:nvPr/>
        </p:nvSpPr>
        <p:spPr>
          <a:xfrm>
            <a:off x="6975771" y="3204513"/>
            <a:ext cx="126852" cy="13136"/>
          </a:xfrm>
          <a:custGeom>
            <a:avLst/>
            <a:gdLst/>
            <a:ahLst/>
            <a:cxnLst/>
            <a:rect l="l" t="t" r="r" b="b"/>
            <a:pathLst>
              <a:path w="4838" h="501" extrusionOk="0">
                <a:moveTo>
                  <a:pt x="434" y="1"/>
                </a:moveTo>
                <a:cubicBezTo>
                  <a:pt x="201" y="1"/>
                  <a:pt x="1" y="201"/>
                  <a:pt x="1" y="401"/>
                </a:cubicBezTo>
                <a:lnTo>
                  <a:pt x="1" y="501"/>
                </a:lnTo>
                <a:cubicBezTo>
                  <a:pt x="1" y="267"/>
                  <a:pt x="201" y="67"/>
                  <a:pt x="434" y="67"/>
                </a:cubicBezTo>
                <a:lnTo>
                  <a:pt x="4404" y="67"/>
                </a:lnTo>
                <a:cubicBezTo>
                  <a:pt x="4637" y="67"/>
                  <a:pt x="4838" y="267"/>
                  <a:pt x="4838" y="501"/>
                </a:cubicBezTo>
                <a:lnTo>
                  <a:pt x="4838" y="401"/>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7"/>
          <p:cNvSpPr/>
          <p:nvPr/>
        </p:nvSpPr>
        <p:spPr>
          <a:xfrm>
            <a:off x="6975771" y="3360207"/>
            <a:ext cx="126852" cy="12271"/>
          </a:xfrm>
          <a:custGeom>
            <a:avLst/>
            <a:gdLst/>
            <a:ahLst/>
            <a:cxnLst/>
            <a:rect l="l" t="t" r="r" b="b"/>
            <a:pathLst>
              <a:path w="4838" h="468" extrusionOk="0">
                <a:moveTo>
                  <a:pt x="434" y="0"/>
                </a:moveTo>
                <a:cubicBezTo>
                  <a:pt x="201" y="0"/>
                  <a:pt x="1" y="167"/>
                  <a:pt x="1" y="400"/>
                </a:cubicBezTo>
                <a:lnTo>
                  <a:pt x="1" y="467"/>
                </a:lnTo>
                <a:cubicBezTo>
                  <a:pt x="1" y="267"/>
                  <a:pt x="201" y="67"/>
                  <a:pt x="434" y="67"/>
                </a:cubicBezTo>
                <a:lnTo>
                  <a:pt x="4404" y="67"/>
                </a:lnTo>
                <a:cubicBezTo>
                  <a:pt x="4637" y="67"/>
                  <a:pt x="4838" y="267"/>
                  <a:pt x="4838" y="467"/>
                </a:cubicBezTo>
                <a:lnTo>
                  <a:pt x="4838" y="400"/>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7"/>
          <p:cNvSpPr/>
          <p:nvPr/>
        </p:nvSpPr>
        <p:spPr>
          <a:xfrm>
            <a:off x="7147196" y="3360207"/>
            <a:ext cx="126852" cy="12271"/>
          </a:xfrm>
          <a:custGeom>
            <a:avLst/>
            <a:gdLst/>
            <a:ahLst/>
            <a:cxnLst/>
            <a:rect l="l" t="t" r="r" b="b"/>
            <a:pathLst>
              <a:path w="4838" h="468" extrusionOk="0">
                <a:moveTo>
                  <a:pt x="434" y="0"/>
                </a:moveTo>
                <a:cubicBezTo>
                  <a:pt x="201" y="0"/>
                  <a:pt x="1" y="167"/>
                  <a:pt x="1" y="400"/>
                </a:cubicBezTo>
                <a:lnTo>
                  <a:pt x="1" y="467"/>
                </a:lnTo>
                <a:cubicBezTo>
                  <a:pt x="34" y="267"/>
                  <a:pt x="201" y="67"/>
                  <a:pt x="434" y="67"/>
                </a:cubicBezTo>
                <a:lnTo>
                  <a:pt x="4437" y="67"/>
                </a:lnTo>
                <a:cubicBezTo>
                  <a:pt x="4671" y="67"/>
                  <a:pt x="4838" y="267"/>
                  <a:pt x="4838" y="467"/>
                </a:cubicBezTo>
                <a:lnTo>
                  <a:pt x="4838" y="400"/>
                </a:lnTo>
                <a:cubicBezTo>
                  <a:pt x="4838"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7"/>
          <p:cNvSpPr/>
          <p:nvPr/>
        </p:nvSpPr>
        <p:spPr>
          <a:xfrm>
            <a:off x="6975771"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7"/>
          <p:cNvSpPr/>
          <p:nvPr/>
        </p:nvSpPr>
        <p:spPr>
          <a:xfrm>
            <a:off x="6975771" y="2967485"/>
            <a:ext cx="126852" cy="13162"/>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7"/>
          <p:cNvSpPr/>
          <p:nvPr/>
        </p:nvSpPr>
        <p:spPr>
          <a:xfrm>
            <a:off x="7147196" y="3515875"/>
            <a:ext cx="126852" cy="13162"/>
          </a:xfrm>
          <a:custGeom>
            <a:avLst/>
            <a:gdLst/>
            <a:ahLst/>
            <a:cxnLst/>
            <a:rect l="l" t="t" r="r" b="b"/>
            <a:pathLst>
              <a:path w="4838" h="502" extrusionOk="0">
                <a:moveTo>
                  <a:pt x="434" y="1"/>
                </a:moveTo>
                <a:cubicBezTo>
                  <a:pt x="201" y="1"/>
                  <a:pt x="1" y="168"/>
                  <a:pt x="1" y="401"/>
                </a:cubicBezTo>
                <a:lnTo>
                  <a:pt x="1" y="501"/>
                </a:lnTo>
                <a:cubicBezTo>
                  <a:pt x="34"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7"/>
          <p:cNvSpPr/>
          <p:nvPr/>
        </p:nvSpPr>
        <p:spPr>
          <a:xfrm>
            <a:off x="6804345" y="3671568"/>
            <a:ext cx="814315" cy="13136"/>
          </a:xfrm>
          <a:custGeom>
            <a:avLst/>
            <a:gdLst/>
            <a:ahLst/>
            <a:cxnLst/>
            <a:rect l="l" t="t" r="r" b="b"/>
            <a:pathLst>
              <a:path w="31057" h="501" extrusionOk="0">
                <a:moveTo>
                  <a:pt x="401" y="0"/>
                </a:moveTo>
                <a:cubicBezTo>
                  <a:pt x="168" y="0"/>
                  <a:pt x="1" y="167"/>
                  <a:pt x="1" y="401"/>
                </a:cubicBezTo>
                <a:lnTo>
                  <a:pt x="1" y="501"/>
                </a:lnTo>
                <a:cubicBezTo>
                  <a:pt x="1" y="267"/>
                  <a:pt x="168" y="67"/>
                  <a:pt x="401" y="67"/>
                </a:cubicBezTo>
                <a:lnTo>
                  <a:pt x="30623" y="67"/>
                </a:lnTo>
                <a:cubicBezTo>
                  <a:pt x="30856" y="67"/>
                  <a:pt x="31056" y="267"/>
                  <a:pt x="31056" y="501"/>
                </a:cubicBezTo>
                <a:lnTo>
                  <a:pt x="31056" y="401"/>
                </a:lnTo>
                <a:cubicBezTo>
                  <a:pt x="31056" y="167"/>
                  <a:pt x="30856" y="0"/>
                  <a:pt x="3062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7"/>
          <p:cNvSpPr/>
          <p:nvPr/>
        </p:nvSpPr>
        <p:spPr>
          <a:xfrm>
            <a:off x="6632054" y="3515875"/>
            <a:ext cx="126852" cy="13162"/>
          </a:xfrm>
          <a:custGeom>
            <a:avLst/>
            <a:gdLst/>
            <a:ahLst/>
            <a:cxnLst/>
            <a:rect l="l" t="t" r="r" b="b"/>
            <a:pathLst>
              <a:path w="4838" h="502" extrusionOk="0">
                <a:moveTo>
                  <a:pt x="401" y="1"/>
                </a:moveTo>
                <a:cubicBezTo>
                  <a:pt x="201" y="1"/>
                  <a:pt x="0" y="168"/>
                  <a:pt x="0" y="401"/>
                </a:cubicBezTo>
                <a:lnTo>
                  <a:pt x="0" y="501"/>
                </a:lnTo>
                <a:cubicBezTo>
                  <a:pt x="0" y="268"/>
                  <a:pt x="201"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7"/>
          <p:cNvSpPr/>
          <p:nvPr/>
        </p:nvSpPr>
        <p:spPr>
          <a:xfrm>
            <a:off x="6459763" y="2967485"/>
            <a:ext cx="126826" cy="13162"/>
          </a:xfrm>
          <a:custGeom>
            <a:avLst/>
            <a:gdLst/>
            <a:ahLst/>
            <a:cxnLst/>
            <a:rect l="l" t="t" r="r" b="b"/>
            <a:pathLst>
              <a:path w="4837" h="502" extrusionOk="0">
                <a:moveTo>
                  <a:pt x="434" y="1"/>
                </a:moveTo>
                <a:cubicBezTo>
                  <a:pt x="200" y="1"/>
                  <a:pt x="0" y="201"/>
                  <a:pt x="0" y="434"/>
                </a:cubicBezTo>
                <a:lnTo>
                  <a:pt x="0" y="501"/>
                </a:lnTo>
                <a:cubicBezTo>
                  <a:pt x="0" y="268"/>
                  <a:pt x="200" y="101"/>
                  <a:pt x="434" y="101"/>
                </a:cubicBezTo>
                <a:lnTo>
                  <a:pt x="4437" y="101"/>
                </a:lnTo>
                <a:cubicBezTo>
                  <a:pt x="4670" y="101"/>
                  <a:pt x="4837" y="268"/>
                  <a:pt x="4837" y="501"/>
                </a:cubicBezTo>
                <a:lnTo>
                  <a:pt x="4837" y="434"/>
                </a:lnTo>
                <a:cubicBezTo>
                  <a:pt x="4837" y="201"/>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7"/>
          <p:cNvSpPr/>
          <p:nvPr/>
        </p:nvSpPr>
        <p:spPr>
          <a:xfrm>
            <a:off x="6632054" y="3671568"/>
            <a:ext cx="126852" cy="13136"/>
          </a:xfrm>
          <a:custGeom>
            <a:avLst/>
            <a:gdLst/>
            <a:ahLst/>
            <a:cxnLst/>
            <a:rect l="l" t="t" r="r" b="b"/>
            <a:pathLst>
              <a:path w="4838" h="501" extrusionOk="0">
                <a:moveTo>
                  <a:pt x="401" y="0"/>
                </a:moveTo>
                <a:cubicBezTo>
                  <a:pt x="201" y="0"/>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7"/>
          <p:cNvSpPr/>
          <p:nvPr/>
        </p:nvSpPr>
        <p:spPr>
          <a:xfrm>
            <a:off x="6459763" y="3671568"/>
            <a:ext cx="126826" cy="13136"/>
          </a:xfrm>
          <a:custGeom>
            <a:avLst/>
            <a:gdLst/>
            <a:ahLst/>
            <a:cxnLst/>
            <a:rect l="l" t="t" r="r" b="b"/>
            <a:pathLst>
              <a:path w="4837" h="501" extrusionOk="0">
                <a:moveTo>
                  <a:pt x="434" y="0"/>
                </a:moveTo>
                <a:cubicBezTo>
                  <a:pt x="200" y="0"/>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7"/>
          <p:cNvSpPr/>
          <p:nvPr/>
        </p:nvSpPr>
        <p:spPr>
          <a:xfrm>
            <a:off x="6459763" y="3061064"/>
            <a:ext cx="126826" cy="13162"/>
          </a:xfrm>
          <a:custGeom>
            <a:avLst/>
            <a:gdLst/>
            <a:ahLst/>
            <a:cxnLst/>
            <a:rect l="l" t="t" r="r" b="b"/>
            <a:pathLst>
              <a:path w="4837" h="502" extrusionOk="0">
                <a:moveTo>
                  <a:pt x="434" y="1"/>
                </a:moveTo>
                <a:cubicBezTo>
                  <a:pt x="200" y="1"/>
                  <a:pt x="0" y="201"/>
                  <a:pt x="0" y="435"/>
                </a:cubicBezTo>
                <a:lnTo>
                  <a:pt x="0" y="501"/>
                </a:lnTo>
                <a:cubicBezTo>
                  <a:pt x="0" y="268"/>
                  <a:pt x="200" y="101"/>
                  <a:pt x="434" y="101"/>
                </a:cubicBezTo>
                <a:lnTo>
                  <a:pt x="4437" y="101"/>
                </a:lnTo>
                <a:cubicBezTo>
                  <a:pt x="4670" y="101"/>
                  <a:pt x="4837" y="268"/>
                  <a:pt x="4837" y="501"/>
                </a:cubicBezTo>
                <a:lnTo>
                  <a:pt x="4837" y="435"/>
                </a:lnTo>
                <a:cubicBezTo>
                  <a:pt x="4837" y="201"/>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7"/>
          <p:cNvSpPr/>
          <p:nvPr/>
        </p:nvSpPr>
        <p:spPr>
          <a:xfrm>
            <a:off x="6459763" y="3515875"/>
            <a:ext cx="126826" cy="13162"/>
          </a:xfrm>
          <a:custGeom>
            <a:avLst/>
            <a:gdLst/>
            <a:ahLst/>
            <a:cxnLst/>
            <a:rect l="l" t="t" r="r" b="b"/>
            <a:pathLst>
              <a:path w="4837" h="502" extrusionOk="0">
                <a:moveTo>
                  <a:pt x="434" y="1"/>
                </a:moveTo>
                <a:cubicBezTo>
                  <a:pt x="200" y="1"/>
                  <a:pt x="0" y="168"/>
                  <a:pt x="0" y="401"/>
                </a:cubicBezTo>
                <a:lnTo>
                  <a:pt x="0" y="501"/>
                </a:lnTo>
                <a:cubicBezTo>
                  <a:pt x="0" y="268"/>
                  <a:pt x="200" y="67"/>
                  <a:pt x="434" y="67"/>
                </a:cubicBezTo>
                <a:lnTo>
                  <a:pt x="4437" y="67"/>
                </a:lnTo>
                <a:cubicBezTo>
                  <a:pt x="4670" y="67"/>
                  <a:pt x="4837" y="268"/>
                  <a:pt x="4837" y="501"/>
                </a:cubicBezTo>
                <a:lnTo>
                  <a:pt x="4837" y="401"/>
                </a:lnTo>
                <a:cubicBezTo>
                  <a:pt x="4837" y="168"/>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7"/>
          <p:cNvSpPr/>
          <p:nvPr/>
        </p:nvSpPr>
        <p:spPr>
          <a:xfrm>
            <a:off x="6459763" y="3204513"/>
            <a:ext cx="126826" cy="13136"/>
          </a:xfrm>
          <a:custGeom>
            <a:avLst/>
            <a:gdLst/>
            <a:ahLst/>
            <a:cxnLst/>
            <a:rect l="l" t="t" r="r" b="b"/>
            <a:pathLst>
              <a:path w="4837" h="501" extrusionOk="0">
                <a:moveTo>
                  <a:pt x="434" y="1"/>
                </a:moveTo>
                <a:cubicBezTo>
                  <a:pt x="200" y="1"/>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7"/>
          <p:cNvSpPr/>
          <p:nvPr/>
        </p:nvSpPr>
        <p:spPr>
          <a:xfrm>
            <a:off x="6459763" y="3360207"/>
            <a:ext cx="126826" cy="13136"/>
          </a:xfrm>
          <a:custGeom>
            <a:avLst/>
            <a:gdLst/>
            <a:ahLst/>
            <a:cxnLst/>
            <a:rect l="l" t="t" r="r" b="b"/>
            <a:pathLst>
              <a:path w="4837" h="501" extrusionOk="0">
                <a:moveTo>
                  <a:pt x="434" y="0"/>
                </a:moveTo>
                <a:cubicBezTo>
                  <a:pt x="200" y="0"/>
                  <a:pt x="0" y="167"/>
                  <a:pt x="0" y="400"/>
                </a:cubicBezTo>
                <a:lnTo>
                  <a:pt x="0" y="500"/>
                </a:lnTo>
                <a:cubicBezTo>
                  <a:pt x="0" y="267"/>
                  <a:pt x="200" y="67"/>
                  <a:pt x="434" y="67"/>
                </a:cubicBezTo>
                <a:lnTo>
                  <a:pt x="4437" y="67"/>
                </a:lnTo>
                <a:cubicBezTo>
                  <a:pt x="4670" y="67"/>
                  <a:pt x="4837" y="267"/>
                  <a:pt x="4837" y="500"/>
                </a:cubicBezTo>
                <a:lnTo>
                  <a:pt x="4837" y="400"/>
                </a:lnTo>
                <a:cubicBezTo>
                  <a:pt x="4837" y="167"/>
                  <a:pt x="4670"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7"/>
          <p:cNvSpPr/>
          <p:nvPr/>
        </p:nvSpPr>
        <p:spPr>
          <a:xfrm>
            <a:off x="6632054" y="2967485"/>
            <a:ext cx="126852" cy="13162"/>
          </a:xfrm>
          <a:custGeom>
            <a:avLst/>
            <a:gdLst/>
            <a:ahLst/>
            <a:cxnLst/>
            <a:rect l="l" t="t" r="r" b="b"/>
            <a:pathLst>
              <a:path w="4838" h="502" extrusionOk="0">
                <a:moveTo>
                  <a:pt x="401" y="1"/>
                </a:moveTo>
                <a:cubicBezTo>
                  <a:pt x="201" y="1"/>
                  <a:pt x="0" y="201"/>
                  <a:pt x="0" y="434"/>
                </a:cubicBezTo>
                <a:lnTo>
                  <a:pt x="0" y="501"/>
                </a:lnTo>
                <a:cubicBezTo>
                  <a:pt x="0" y="268"/>
                  <a:pt x="201"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7"/>
          <p:cNvSpPr/>
          <p:nvPr/>
        </p:nvSpPr>
        <p:spPr>
          <a:xfrm>
            <a:off x="6632054" y="3204513"/>
            <a:ext cx="126852" cy="13136"/>
          </a:xfrm>
          <a:custGeom>
            <a:avLst/>
            <a:gdLst/>
            <a:ahLst/>
            <a:cxnLst/>
            <a:rect l="l" t="t" r="r" b="b"/>
            <a:pathLst>
              <a:path w="4838" h="501" extrusionOk="0">
                <a:moveTo>
                  <a:pt x="401" y="1"/>
                </a:moveTo>
                <a:cubicBezTo>
                  <a:pt x="201" y="1"/>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7"/>
          <p:cNvSpPr/>
          <p:nvPr/>
        </p:nvSpPr>
        <p:spPr>
          <a:xfrm>
            <a:off x="6632054" y="3061064"/>
            <a:ext cx="126852" cy="13162"/>
          </a:xfrm>
          <a:custGeom>
            <a:avLst/>
            <a:gdLst/>
            <a:ahLst/>
            <a:cxnLst/>
            <a:rect l="l" t="t" r="r" b="b"/>
            <a:pathLst>
              <a:path w="4838" h="502" extrusionOk="0">
                <a:moveTo>
                  <a:pt x="401" y="1"/>
                </a:moveTo>
                <a:cubicBezTo>
                  <a:pt x="201" y="1"/>
                  <a:pt x="0" y="201"/>
                  <a:pt x="0" y="435"/>
                </a:cubicBezTo>
                <a:lnTo>
                  <a:pt x="0" y="501"/>
                </a:lnTo>
                <a:cubicBezTo>
                  <a:pt x="0" y="268"/>
                  <a:pt x="201"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7"/>
          <p:cNvSpPr/>
          <p:nvPr/>
        </p:nvSpPr>
        <p:spPr>
          <a:xfrm>
            <a:off x="6632054" y="3360207"/>
            <a:ext cx="126852" cy="13136"/>
          </a:xfrm>
          <a:custGeom>
            <a:avLst/>
            <a:gdLst/>
            <a:ahLst/>
            <a:cxnLst/>
            <a:rect l="l" t="t" r="r" b="b"/>
            <a:pathLst>
              <a:path w="4838" h="501" extrusionOk="0">
                <a:moveTo>
                  <a:pt x="401" y="0"/>
                </a:moveTo>
                <a:cubicBezTo>
                  <a:pt x="201" y="0"/>
                  <a:pt x="0" y="167"/>
                  <a:pt x="0" y="400"/>
                </a:cubicBezTo>
                <a:lnTo>
                  <a:pt x="0" y="500"/>
                </a:lnTo>
                <a:cubicBezTo>
                  <a:pt x="0" y="267"/>
                  <a:pt x="201"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7"/>
          <p:cNvSpPr/>
          <p:nvPr/>
        </p:nvSpPr>
        <p:spPr>
          <a:xfrm>
            <a:off x="6792100" y="3891973"/>
            <a:ext cx="649889" cy="380478"/>
          </a:xfrm>
          <a:custGeom>
            <a:avLst/>
            <a:gdLst/>
            <a:ahLst/>
            <a:cxnLst/>
            <a:rect l="l" t="t" r="r" b="b"/>
            <a:pathLst>
              <a:path w="24786" h="14511" extrusionOk="0">
                <a:moveTo>
                  <a:pt x="2002" y="0"/>
                </a:moveTo>
                <a:cubicBezTo>
                  <a:pt x="901" y="0"/>
                  <a:pt x="1" y="901"/>
                  <a:pt x="1" y="2002"/>
                </a:cubicBezTo>
                <a:lnTo>
                  <a:pt x="1" y="12509"/>
                </a:lnTo>
                <a:cubicBezTo>
                  <a:pt x="1" y="13610"/>
                  <a:pt x="901" y="14511"/>
                  <a:pt x="2002" y="14511"/>
                </a:cubicBezTo>
                <a:lnTo>
                  <a:pt x="22784" y="14511"/>
                </a:lnTo>
                <a:cubicBezTo>
                  <a:pt x="23884" y="14511"/>
                  <a:pt x="24785" y="13610"/>
                  <a:pt x="24785" y="12509"/>
                </a:cubicBezTo>
                <a:lnTo>
                  <a:pt x="24785" y="2002"/>
                </a:lnTo>
                <a:cubicBezTo>
                  <a:pt x="24785" y="901"/>
                  <a:pt x="23884" y="0"/>
                  <a:pt x="22784" y="0"/>
                </a:cubicBezTo>
                <a:close/>
              </a:path>
            </a:pathLst>
          </a:custGeom>
          <a:solidFill>
            <a:srgbClr val="C1B7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7"/>
          <p:cNvSpPr/>
          <p:nvPr/>
        </p:nvSpPr>
        <p:spPr>
          <a:xfrm>
            <a:off x="6116020" y="2967485"/>
            <a:ext cx="2017786" cy="822181"/>
          </a:xfrm>
          <a:custGeom>
            <a:avLst/>
            <a:gdLst/>
            <a:ahLst/>
            <a:cxnLst/>
            <a:rect l="l" t="t" r="r" b="b"/>
            <a:pathLst>
              <a:path w="76956" h="31357" extrusionOk="0">
                <a:moveTo>
                  <a:pt x="434" y="1"/>
                </a:moveTo>
                <a:cubicBezTo>
                  <a:pt x="201" y="1"/>
                  <a:pt x="1" y="201"/>
                  <a:pt x="1" y="434"/>
                </a:cubicBezTo>
                <a:lnTo>
                  <a:pt x="1" y="2369"/>
                </a:lnTo>
                <a:cubicBezTo>
                  <a:pt x="1" y="2603"/>
                  <a:pt x="201" y="2769"/>
                  <a:pt x="434" y="2769"/>
                </a:cubicBezTo>
                <a:lnTo>
                  <a:pt x="4437" y="2769"/>
                </a:lnTo>
                <a:cubicBezTo>
                  <a:pt x="4671" y="2769"/>
                  <a:pt x="4837" y="2603"/>
                  <a:pt x="4837" y="2369"/>
                </a:cubicBezTo>
                <a:lnTo>
                  <a:pt x="4837" y="434"/>
                </a:lnTo>
                <a:cubicBezTo>
                  <a:pt x="4837" y="201"/>
                  <a:pt x="4671" y="1"/>
                  <a:pt x="4437" y="1"/>
                </a:cubicBezTo>
                <a:close/>
                <a:moveTo>
                  <a:pt x="6972" y="1"/>
                </a:moveTo>
                <a:cubicBezTo>
                  <a:pt x="6739" y="1"/>
                  <a:pt x="6572" y="201"/>
                  <a:pt x="6572" y="434"/>
                </a:cubicBezTo>
                <a:lnTo>
                  <a:pt x="6572" y="2369"/>
                </a:lnTo>
                <a:cubicBezTo>
                  <a:pt x="6572" y="2603"/>
                  <a:pt x="6739" y="2769"/>
                  <a:pt x="6972" y="2769"/>
                </a:cubicBezTo>
                <a:lnTo>
                  <a:pt x="10975" y="2769"/>
                </a:lnTo>
                <a:cubicBezTo>
                  <a:pt x="11209" y="2769"/>
                  <a:pt x="11409" y="2603"/>
                  <a:pt x="11409" y="2369"/>
                </a:cubicBezTo>
                <a:lnTo>
                  <a:pt x="11409" y="434"/>
                </a:lnTo>
                <a:cubicBezTo>
                  <a:pt x="11409" y="201"/>
                  <a:pt x="11209" y="1"/>
                  <a:pt x="10975" y="1"/>
                </a:cubicBezTo>
                <a:close/>
                <a:moveTo>
                  <a:pt x="13544" y="1"/>
                </a:moveTo>
                <a:cubicBezTo>
                  <a:pt x="13310" y="1"/>
                  <a:pt x="13110" y="201"/>
                  <a:pt x="13110" y="434"/>
                </a:cubicBezTo>
                <a:lnTo>
                  <a:pt x="13110" y="2369"/>
                </a:lnTo>
                <a:cubicBezTo>
                  <a:pt x="13110" y="2603"/>
                  <a:pt x="13310" y="2769"/>
                  <a:pt x="13544" y="2769"/>
                </a:cubicBezTo>
                <a:lnTo>
                  <a:pt x="17547" y="2769"/>
                </a:lnTo>
                <a:cubicBezTo>
                  <a:pt x="17780" y="2769"/>
                  <a:pt x="17947" y="2603"/>
                  <a:pt x="17947" y="2369"/>
                </a:cubicBezTo>
                <a:lnTo>
                  <a:pt x="17947" y="434"/>
                </a:lnTo>
                <a:cubicBezTo>
                  <a:pt x="17947" y="201"/>
                  <a:pt x="17780" y="1"/>
                  <a:pt x="17547" y="1"/>
                </a:cubicBezTo>
                <a:close/>
                <a:moveTo>
                  <a:pt x="20082" y="1"/>
                </a:moveTo>
                <a:cubicBezTo>
                  <a:pt x="19882" y="1"/>
                  <a:pt x="19681" y="201"/>
                  <a:pt x="19681" y="434"/>
                </a:cubicBezTo>
                <a:lnTo>
                  <a:pt x="19681" y="2369"/>
                </a:lnTo>
                <a:cubicBezTo>
                  <a:pt x="19681" y="2603"/>
                  <a:pt x="19882" y="2769"/>
                  <a:pt x="20082" y="2769"/>
                </a:cubicBezTo>
                <a:lnTo>
                  <a:pt x="24085" y="2769"/>
                </a:lnTo>
                <a:cubicBezTo>
                  <a:pt x="24318" y="2769"/>
                  <a:pt x="24518" y="2603"/>
                  <a:pt x="24518" y="2369"/>
                </a:cubicBezTo>
                <a:lnTo>
                  <a:pt x="24518" y="434"/>
                </a:lnTo>
                <a:cubicBezTo>
                  <a:pt x="24518" y="201"/>
                  <a:pt x="24318" y="1"/>
                  <a:pt x="24085" y="1"/>
                </a:cubicBezTo>
                <a:close/>
                <a:moveTo>
                  <a:pt x="26653" y="1"/>
                </a:moveTo>
                <a:cubicBezTo>
                  <a:pt x="26420" y="1"/>
                  <a:pt x="26253" y="201"/>
                  <a:pt x="26253" y="434"/>
                </a:cubicBezTo>
                <a:lnTo>
                  <a:pt x="26253" y="2369"/>
                </a:lnTo>
                <a:cubicBezTo>
                  <a:pt x="26253" y="2603"/>
                  <a:pt x="26420" y="2769"/>
                  <a:pt x="26653" y="2769"/>
                </a:cubicBezTo>
                <a:lnTo>
                  <a:pt x="30656" y="2769"/>
                </a:lnTo>
                <a:cubicBezTo>
                  <a:pt x="30889" y="2769"/>
                  <a:pt x="31056" y="2603"/>
                  <a:pt x="31056" y="2369"/>
                </a:cubicBezTo>
                <a:lnTo>
                  <a:pt x="31056" y="434"/>
                </a:lnTo>
                <a:cubicBezTo>
                  <a:pt x="31056" y="201"/>
                  <a:pt x="30889" y="1"/>
                  <a:pt x="30656" y="1"/>
                </a:cubicBezTo>
                <a:close/>
                <a:moveTo>
                  <a:pt x="33224" y="1"/>
                </a:moveTo>
                <a:cubicBezTo>
                  <a:pt x="32991" y="1"/>
                  <a:pt x="32791" y="201"/>
                  <a:pt x="32791" y="434"/>
                </a:cubicBezTo>
                <a:lnTo>
                  <a:pt x="32791" y="2369"/>
                </a:lnTo>
                <a:cubicBezTo>
                  <a:pt x="32791" y="2603"/>
                  <a:pt x="32991" y="2769"/>
                  <a:pt x="33224" y="2769"/>
                </a:cubicBezTo>
                <a:lnTo>
                  <a:pt x="37194" y="2769"/>
                </a:lnTo>
                <a:cubicBezTo>
                  <a:pt x="37427" y="2769"/>
                  <a:pt x="37628" y="2603"/>
                  <a:pt x="37628" y="2369"/>
                </a:cubicBezTo>
                <a:lnTo>
                  <a:pt x="37628" y="434"/>
                </a:lnTo>
                <a:cubicBezTo>
                  <a:pt x="37628" y="201"/>
                  <a:pt x="37427" y="1"/>
                  <a:pt x="37194" y="1"/>
                </a:cubicBezTo>
                <a:close/>
                <a:moveTo>
                  <a:pt x="39762" y="1"/>
                </a:moveTo>
                <a:cubicBezTo>
                  <a:pt x="39529" y="1"/>
                  <a:pt x="39329" y="201"/>
                  <a:pt x="39329" y="434"/>
                </a:cubicBezTo>
                <a:lnTo>
                  <a:pt x="39329" y="2369"/>
                </a:lnTo>
                <a:cubicBezTo>
                  <a:pt x="39362" y="2603"/>
                  <a:pt x="39529" y="2769"/>
                  <a:pt x="39762" y="2769"/>
                </a:cubicBezTo>
                <a:lnTo>
                  <a:pt x="43765" y="2769"/>
                </a:lnTo>
                <a:cubicBezTo>
                  <a:pt x="43999" y="2769"/>
                  <a:pt x="44166" y="2603"/>
                  <a:pt x="44166" y="2369"/>
                </a:cubicBezTo>
                <a:lnTo>
                  <a:pt x="44166" y="434"/>
                </a:lnTo>
                <a:cubicBezTo>
                  <a:pt x="44166" y="201"/>
                  <a:pt x="43999" y="1"/>
                  <a:pt x="43765" y="1"/>
                </a:cubicBezTo>
                <a:close/>
                <a:moveTo>
                  <a:pt x="46334" y="1"/>
                </a:moveTo>
                <a:cubicBezTo>
                  <a:pt x="46100" y="1"/>
                  <a:pt x="45900" y="201"/>
                  <a:pt x="45900" y="434"/>
                </a:cubicBezTo>
                <a:lnTo>
                  <a:pt x="45900" y="2369"/>
                </a:lnTo>
                <a:cubicBezTo>
                  <a:pt x="45900" y="2603"/>
                  <a:pt x="46100" y="2769"/>
                  <a:pt x="46334" y="2769"/>
                </a:cubicBezTo>
                <a:lnTo>
                  <a:pt x="50337" y="2769"/>
                </a:lnTo>
                <a:cubicBezTo>
                  <a:pt x="50537" y="2769"/>
                  <a:pt x="50737" y="2603"/>
                  <a:pt x="50737" y="2369"/>
                </a:cubicBezTo>
                <a:lnTo>
                  <a:pt x="50737" y="434"/>
                </a:lnTo>
                <a:cubicBezTo>
                  <a:pt x="50737" y="201"/>
                  <a:pt x="50537" y="1"/>
                  <a:pt x="50337" y="1"/>
                </a:cubicBezTo>
                <a:close/>
                <a:moveTo>
                  <a:pt x="52872" y="1"/>
                </a:moveTo>
                <a:cubicBezTo>
                  <a:pt x="52638" y="1"/>
                  <a:pt x="52471" y="201"/>
                  <a:pt x="52471" y="434"/>
                </a:cubicBezTo>
                <a:lnTo>
                  <a:pt x="52471" y="2369"/>
                </a:lnTo>
                <a:cubicBezTo>
                  <a:pt x="52471" y="2603"/>
                  <a:pt x="52638" y="2769"/>
                  <a:pt x="52872" y="2769"/>
                </a:cubicBezTo>
                <a:lnTo>
                  <a:pt x="56875" y="2769"/>
                </a:lnTo>
                <a:cubicBezTo>
                  <a:pt x="57108" y="2769"/>
                  <a:pt x="57308" y="2603"/>
                  <a:pt x="57308" y="2369"/>
                </a:cubicBezTo>
                <a:lnTo>
                  <a:pt x="57308" y="434"/>
                </a:lnTo>
                <a:cubicBezTo>
                  <a:pt x="57308" y="201"/>
                  <a:pt x="57108" y="1"/>
                  <a:pt x="56875" y="1"/>
                </a:cubicBezTo>
                <a:close/>
                <a:moveTo>
                  <a:pt x="59443" y="1"/>
                </a:moveTo>
                <a:cubicBezTo>
                  <a:pt x="59210" y="1"/>
                  <a:pt x="59009" y="201"/>
                  <a:pt x="59009" y="434"/>
                </a:cubicBezTo>
                <a:lnTo>
                  <a:pt x="59009" y="2369"/>
                </a:lnTo>
                <a:cubicBezTo>
                  <a:pt x="59009" y="2603"/>
                  <a:pt x="59210" y="2769"/>
                  <a:pt x="59443" y="2769"/>
                </a:cubicBezTo>
                <a:lnTo>
                  <a:pt x="63446" y="2769"/>
                </a:lnTo>
                <a:cubicBezTo>
                  <a:pt x="63646" y="2769"/>
                  <a:pt x="63846" y="2603"/>
                  <a:pt x="63846" y="2369"/>
                </a:cubicBezTo>
                <a:lnTo>
                  <a:pt x="63846" y="434"/>
                </a:lnTo>
                <a:cubicBezTo>
                  <a:pt x="63846" y="201"/>
                  <a:pt x="63646" y="1"/>
                  <a:pt x="63446" y="1"/>
                </a:cubicBezTo>
                <a:close/>
                <a:moveTo>
                  <a:pt x="65981" y="1"/>
                </a:moveTo>
                <a:cubicBezTo>
                  <a:pt x="65748" y="1"/>
                  <a:pt x="65581" y="201"/>
                  <a:pt x="65581" y="434"/>
                </a:cubicBezTo>
                <a:lnTo>
                  <a:pt x="65581" y="2369"/>
                </a:lnTo>
                <a:cubicBezTo>
                  <a:pt x="65581" y="2603"/>
                  <a:pt x="65748" y="2769"/>
                  <a:pt x="65981" y="2769"/>
                </a:cubicBezTo>
                <a:lnTo>
                  <a:pt x="69984" y="2769"/>
                </a:lnTo>
                <a:cubicBezTo>
                  <a:pt x="70217" y="2769"/>
                  <a:pt x="70418" y="2603"/>
                  <a:pt x="70418" y="2369"/>
                </a:cubicBezTo>
                <a:lnTo>
                  <a:pt x="70418" y="434"/>
                </a:lnTo>
                <a:cubicBezTo>
                  <a:pt x="70418" y="201"/>
                  <a:pt x="70217" y="1"/>
                  <a:pt x="69984" y="1"/>
                </a:cubicBezTo>
                <a:close/>
                <a:moveTo>
                  <a:pt x="72552" y="1"/>
                </a:moveTo>
                <a:cubicBezTo>
                  <a:pt x="72319" y="1"/>
                  <a:pt x="72119" y="201"/>
                  <a:pt x="72119" y="434"/>
                </a:cubicBezTo>
                <a:lnTo>
                  <a:pt x="72119" y="2369"/>
                </a:lnTo>
                <a:cubicBezTo>
                  <a:pt x="72119" y="2603"/>
                  <a:pt x="72319" y="2769"/>
                  <a:pt x="72552" y="2769"/>
                </a:cubicBezTo>
                <a:lnTo>
                  <a:pt x="76555" y="2769"/>
                </a:lnTo>
                <a:cubicBezTo>
                  <a:pt x="76789" y="2769"/>
                  <a:pt x="76956" y="2603"/>
                  <a:pt x="76956" y="2369"/>
                </a:cubicBezTo>
                <a:lnTo>
                  <a:pt x="76956" y="434"/>
                </a:lnTo>
                <a:cubicBezTo>
                  <a:pt x="76956" y="201"/>
                  <a:pt x="76789" y="1"/>
                  <a:pt x="76555" y="1"/>
                </a:cubicBezTo>
                <a:close/>
                <a:moveTo>
                  <a:pt x="434" y="3570"/>
                </a:moveTo>
                <a:cubicBezTo>
                  <a:pt x="201" y="3570"/>
                  <a:pt x="1" y="3770"/>
                  <a:pt x="1" y="4004"/>
                </a:cubicBezTo>
                <a:lnTo>
                  <a:pt x="1" y="7673"/>
                </a:lnTo>
                <a:cubicBezTo>
                  <a:pt x="1" y="7906"/>
                  <a:pt x="201" y="8073"/>
                  <a:pt x="434" y="8073"/>
                </a:cubicBezTo>
                <a:lnTo>
                  <a:pt x="4437" y="8073"/>
                </a:lnTo>
                <a:cubicBezTo>
                  <a:pt x="4671" y="8073"/>
                  <a:pt x="4837" y="7906"/>
                  <a:pt x="4837" y="7673"/>
                </a:cubicBezTo>
                <a:lnTo>
                  <a:pt x="4837" y="4004"/>
                </a:lnTo>
                <a:cubicBezTo>
                  <a:pt x="4837" y="3770"/>
                  <a:pt x="4671" y="3570"/>
                  <a:pt x="4437" y="3570"/>
                </a:cubicBezTo>
                <a:close/>
                <a:moveTo>
                  <a:pt x="6972" y="3570"/>
                </a:moveTo>
                <a:cubicBezTo>
                  <a:pt x="6739" y="3570"/>
                  <a:pt x="6572" y="3770"/>
                  <a:pt x="6572" y="4004"/>
                </a:cubicBezTo>
                <a:lnTo>
                  <a:pt x="6572" y="7673"/>
                </a:lnTo>
                <a:cubicBezTo>
                  <a:pt x="6572" y="7906"/>
                  <a:pt x="6739" y="8073"/>
                  <a:pt x="6972" y="8073"/>
                </a:cubicBezTo>
                <a:lnTo>
                  <a:pt x="10975" y="8073"/>
                </a:lnTo>
                <a:cubicBezTo>
                  <a:pt x="11209" y="8073"/>
                  <a:pt x="11409" y="7906"/>
                  <a:pt x="11409" y="7673"/>
                </a:cubicBezTo>
                <a:lnTo>
                  <a:pt x="11409" y="4004"/>
                </a:lnTo>
                <a:cubicBezTo>
                  <a:pt x="11409" y="3770"/>
                  <a:pt x="11209" y="3570"/>
                  <a:pt x="10975" y="3570"/>
                </a:cubicBezTo>
                <a:close/>
                <a:moveTo>
                  <a:pt x="13544" y="3570"/>
                </a:moveTo>
                <a:cubicBezTo>
                  <a:pt x="13310" y="3570"/>
                  <a:pt x="13110" y="3770"/>
                  <a:pt x="13110" y="4004"/>
                </a:cubicBezTo>
                <a:lnTo>
                  <a:pt x="13110" y="7673"/>
                </a:lnTo>
                <a:cubicBezTo>
                  <a:pt x="13110" y="7906"/>
                  <a:pt x="13310" y="8073"/>
                  <a:pt x="13544" y="8073"/>
                </a:cubicBezTo>
                <a:lnTo>
                  <a:pt x="17547" y="8073"/>
                </a:lnTo>
                <a:cubicBezTo>
                  <a:pt x="17780" y="8073"/>
                  <a:pt x="17947" y="7906"/>
                  <a:pt x="17947" y="7673"/>
                </a:cubicBezTo>
                <a:lnTo>
                  <a:pt x="17947" y="4004"/>
                </a:lnTo>
                <a:cubicBezTo>
                  <a:pt x="17947" y="3770"/>
                  <a:pt x="17780" y="3570"/>
                  <a:pt x="17547" y="3570"/>
                </a:cubicBezTo>
                <a:close/>
                <a:moveTo>
                  <a:pt x="20082" y="3570"/>
                </a:moveTo>
                <a:cubicBezTo>
                  <a:pt x="19882" y="3570"/>
                  <a:pt x="19681" y="3770"/>
                  <a:pt x="19681" y="4004"/>
                </a:cubicBezTo>
                <a:lnTo>
                  <a:pt x="19681" y="7673"/>
                </a:lnTo>
                <a:cubicBezTo>
                  <a:pt x="19681" y="7906"/>
                  <a:pt x="19882" y="8073"/>
                  <a:pt x="20082" y="8073"/>
                </a:cubicBezTo>
                <a:lnTo>
                  <a:pt x="24085" y="8073"/>
                </a:lnTo>
                <a:cubicBezTo>
                  <a:pt x="24318" y="8073"/>
                  <a:pt x="24518" y="7906"/>
                  <a:pt x="24518" y="7673"/>
                </a:cubicBezTo>
                <a:lnTo>
                  <a:pt x="24518" y="4004"/>
                </a:lnTo>
                <a:cubicBezTo>
                  <a:pt x="24518" y="3770"/>
                  <a:pt x="24318" y="3570"/>
                  <a:pt x="24085" y="3570"/>
                </a:cubicBezTo>
                <a:close/>
                <a:moveTo>
                  <a:pt x="26653" y="3570"/>
                </a:moveTo>
                <a:cubicBezTo>
                  <a:pt x="26420" y="3570"/>
                  <a:pt x="26253" y="3770"/>
                  <a:pt x="26253" y="4004"/>
                </a:cubicBezTo>
                <a:lnTo>
                  <a:pt x="26253" y="7673"/>
                </a:lnTo>
                <a:cubicBezTo>
                  <a:pt x="26253" y="7906"/>
                  <a:pt x="26420" y="8073"/>
                  <a:pt x="26653" y="8073"/>
                </a:cubicBezTo>
                <a:lnTo>
                  <a:pt x="30656" y="8073"/>
                </a:lnTo>
                <a:cubicBezTo>
                  <a:pt x="30889" y="8073"/>
                  <a:pt x="31056" y="7906"/>
                  <a:pt x="31056" y="7673"/>
                </a:cubicBezTo>
                <a:lnTo>
                  <a:pt x="31056" y="4004"/>
                </a:lnTo>
                <a:cubicBezTo>
                  <a:pt x="31056" y="3770"/>
                  <a:pt x="30889" y="3570"/>
                  <a:pt x="30656" y="3570"/>
                </a:cubicBezTo>
                <a:close/>
                <a:moveTo>
                  <a:pt x="33224" y="3570"/>
                </a:moveTo>
                <a:cubicBezTo>
                  <a:pt x="32991" y="3570"/>
                  <a:pt x="32791" y="3770"/>
                  <a:pt x="32791" y="4004"/>
                </a:cubicBezTo>
                <a:lnTo>
                  <a:pt x="32791" y="7673"/>
                </a:lnTo>
                <a:cubicBezTo>
                  <a:pt x="32791" y="7906"/>
                  <a:pt x="32991" y="8073"/>
                  <a:pt x="33224" y="8073"/>
                </a:cubicBezTo>
                <a:lnTo>
                  <a:pt x="37194" y="8073"/>
                </a:lnTo>
                <a:cubicBezTo>
                  <a:pt x="37427" y="8073"/>
                  <a:pt x="37628" y="7906"/>
                  <a:pt x="37628" y="7673"/>
                </a:cubicBezTo>
                <a:lnTo>
                  <a:pt x="37628" y="4004"/>
                </a:lnTo>
                <a:cubicBezTo>
                  <a:pt x="37628" y="3770"/>
                  <a:pt x="37427" y="3570"/>
                  <a:pt x="37194" y="3570"/>
                </a:cubicBezTo>
                <a:close/>
                <a:moveTo>
                  <a:pt x="39762" y="3570"/>
                </a:moveTo>
                <a:cubicBezTo>
                  <a:pt x="39529" y="3570"/>
                  <a:pt x="39329" y="3770"/>
                  <a:pt x="39329" y="4004"/>
                </a:cubicBezTo>
                <a:lnTo>
                  <a:pt x="39329" y="7673"/>
                </a:lnTo>
                <a:cubicBezTo>
                  <a:pt x="39362" y="7906"/>
                  <a:pt x="39529" y="8073"/>
                  <a:pt x="39762" y="8073"/>
                </a:cubicBezTo>
                <a:lnTo>
                  <a:pt x="43765" y="8073"/>
                </a:lnTo>
                <a:cubicBezTo>
                  <a:pt x="43999" y="8073"/>
                  <a:pt x="44166" y="7906"/>
                  <a:pt x="44166" y="7673"/>
                </a:cubicBezTo>
                <a:lnTo>
                  <a:pt x="44166" y="4004"/>
                </a:lnTo>
                <a:cubicBezTo>
                  <a:pt x="44166" y="3770"/>
                  <a:pt x="43999" y="3570"/>
                  <a:pt x="43765" y="3570"/>
                </a:cubicBezTo>
                <a:close/>
                <a:moveTo>
                  <a:pt x="46334" y="3570"/>
                </a:moveTo>
                <a:cubicBezTo>
                  <a:pt x="46100" y="3570"/>
                  <a:pt x="45900" y="3770"/>
                  <a:pt x="45900" y="4004"/>
                </a:cubicBezTo>
                <a:lnTo>
                  <a:pt x="45900" y="7673"/>
                </a:lnTo>
                <a:cubicBezTo>
                  <a:pt x="45900" y="7906"/>
                  <a:pt x="46100" y="8073"/>
                  <a:pt x="46334" y="8073"/>
                </a:cubicBezTo>
                <a:lnTo>
                  <a:pt x="50337" y="8073"/>
                </a:lnTo>
                <a:cubicBezTo>
                  <a:pt x="50537" y="8073"/>
                  <a:pt x="50737" y="7906"/>
                  <a:pt x="50737" y="7673"/>
                </a:cubicBezTo>
                <a:lnTo>
                  <a:pt x="50737" y="4004"/>
                </a:lnTo>
                <a:cubicBezTo>
                  <a:pt x="50737" y="3770"/>
                  <a:pt x="50537" y="3570"/>
                  <a:pt x="50337" y="3570"/>
                </a:cubicBezTo>
                <a:close/>
                <a:moveTo>
                  <a:pt x="52872" y="3570"/>
                </a:moveTo>
                <a:cubicBezTo>
                  <a:pt x="52638" y="3570"/>
                  <a:pt x="52471" y="3770"/>
                  <a:pt x="52471" y="4004"/>
                </a:cubicBezTo>
                <a:lnTo>
                  <a:pt x="52471" y="7673"/>
                </a:lnTo>
                <a:cubicBezTo>
                  <a:pt x="52471" y="7906"/>
                  <a:pt x="52638" y="8073"/>
                  <a:pt x="52872" y="8073"/>
                </a:cubicBezTo>
                <a:lnTo>
                  <a:pt x="56875" y="8073"/>
                </a:lnTo>
                <a:cubicBezTo>
                  <a:pt x="57108" y="8073"/>
                  <a:pt x="57308" y="7906"/>
                  <a:pt x="57308" y="7673"/>
                </a:cubicBezTo>
                <a:lnTo>
                  <a:pt x="57308" y="4004"/>
                </a:lnTo>
                <a:cubicBezTo>
                  <a:pt x="57308" y="3770"/>
                  <a:pt x="57108" y="3570"/>
                  <a:pt x="56875" y="3570"/>
                </a:cubicBezTo>
                <a:close/>
                <a:moveTo>
                  <a:pt x="59443" y="3570"/>
                </a:moveTo>
                <a:cubicBezTo>
                  <a:pt x="59210" y="3570"/>
                  <a:pt x="59009" y="3770"/>
                  <a:pt x="59009" y="4004"/>
                </a:cubicBezTo>
                <a:lnTo>
                  <a:pt x="59009" y="7673"/>
                </a:lnTo>
                <a:cubicBezTo>
                  <a:pt x="59009" y="7906"/>
                  <a:pt x="59210" y="8073"/>
                  <a:pt x="59443" y="8073"/>
                </a:cubicBezTo>
                <a:lnTo>
                  <a:pt x="63446" y="8073"/>
                </a:lnTo>
                <a:cubicBezTo>
                  <a:pt x="63646" y="8073"/>
                  <a:pt x="63846" y="7906"/>
                  <a:pt x="63846" y="7673"/>
                </a:cubicBezTo>
                <a:lnTo>
                  <a:pt x="63846" y="4004"/>
                </a:lnTo>
                <a:cubicBezTo>
                  <a:pt x="63846" y="3770"/>
                  <a:pt x="63646" y="3570"/>
                  <a:pt x="63446" y="3570"/>
                </a:cubicBezTo>
                <a:close/>
                <a:moveTo>
                  <a:pt x="65981" y="3570"/>
                </a:moveTo>
                <a:cubicBezTo>
                  <a:pt x="65748" y="3570"/>
                  <a:pt x="65581" y="3770"/>
                  <a:pt x="65581" y="4004"/>
                </a:cubicBezTo>
                <a:lnTo>
                  <a:pt x="65581" y="7673"/>
                </a:lnTo>
                <a:cubicBezTo>
                  <a:pt x="65581" y="7906"/>
                  <a:pt x="65748" y="8073"/>
                  <a:pt x="65981" y="8073"/>
                </a:cubicBezTo>
                <a:lnTo>
                  <a:pt x="76555" y="8073"/>
                </a:lnTo>
                <a:cubicBezTo>
                  <a:pt x="76789" y="8073"/>
                  <a:pt x="76956" y="7906"/>
                  <a:pt x="76956" y="7673"/>
                </a:cubicBezTo>
                <a:lnTo>
                  <a:pt x="76956" y="4004"/>
                </a:lnTo>
                <a:cubicBezTo>
                  <a:pt x="76956" y="3770"/>
                  <a:pt x="76789" y="3570"/>
                  <a:pt x="76555" y="3570"/>
                </a:cubicBezTo>
                <a:close/>
                <a:moveTo>
                  <a:pt x="434" y="9041"/>
                </a:moveTo>
                <a:cubicBezTo>
                  <a:pt x="201" y="9041"/>
                  <a:pt x="1" y="9207"/>
                  <a:pt x="1" y="9441"/>
                </a:cubicBezTo>
                <a:lnTo>
                  <a:pt x="1" y="13110"/>
                </a:lnTo>
                <a:cubicBezTo>
                  <a:pt x="1" y="13344"/>
                  <a:pt x="201" y="13544"/>
                  <a:pt x="434" y="13544"/>
                </a:cubicBezTo>
                <a:lnTo>
                  <a:pt x="10975" y="13544"/>
                </a:lnTo>
                <a:cubicBezTo>
                  <a:pt x="11209" y="13544"/>
                  <a:pt x="11409" y="13344"/>
                  <a:pt x="11409" y="13110"/>
                </a:cubicBezTo>
                <a:lnTo>
                  <a:pt x="11409" y="9441"/>
                </a:lnTo>
                <a:cubicBezTo>
                  <a:pt x="11409" y="9207"/>
                  <a:pt x="11209" y="9041"/>
                  <a:pt x="10975" y="9041"/>
                </a:cubicBezTo>
                <a:close/>
                <a:moveTo>
                  <a:pt x="13544" y="9041"/>
                </a:moveTo>
                <a:cubicBezTo>
                  <a:pt x="13310" y="9041"/>
                  <a:pt x="13110" y="9207"/>
                  <a:pt x="13110" y="9441"/>
                </a:cubicBezTo>
                <a:lnTo>
                  <a:pt x="13110" y="13110"/>
                </a:lnTo>
                <a:cubicBezTo>
                  <a:pt x="13110" y="13344"/>
                  <a:pt x="13310" y="13544"/>
                  <a:pt x="13544" y="13544"/>
                </a:cubicBezTo>
                <a:lnTo>
                  <a:pt x="17547" y="13544"/>
                </a:lnTo>
                <a:cubicBezTo>
                  <a:pt x="17780" y="13544"/>
                  <a:pt x="17947" y="13344"/>
                  <a:pt x="17947" y="13110"/>
                </a:cubicBezTo>
                <a:lnTo>
                  <a:pt x="17947" y="9441"/>
                </a:lnTo>
                <a:cubicBezTo>
                  <a:pt x="17947" y="9207"/>
                  <a:pt x="17780" y="9041"/>
                  <a:pt x="17547" y="9041"/>
                </a:cubicBezTo>
                <a:close/>
                <a:moveTo>
                  <a:pt x="20082" y="9041"/>
                </a:moveTo>
                <a:cubicBezTo>
                  <a:pt x="19882" y="9041"/>
                  <a:pt x="19681" y="9207"/>
                  <a:pt x="19681" y="9441"/>
                </a:cubicBezTo>
                <a:lnTo>
                  <a:pt x="19681" y="13110"/>
                </a:lnTo>
                <a:cubicBezTo>
                  <a:pt x="19681" y="13344"/>
                  <a:pt x="19882" y="13544"/>
                  <a:pt x="20082" y="13544"/>
                </a:cubicBezTo>
                <a:lnTo>
                  <a:pt x="24085" y="13544"/>
                </a:lnTo>
                <a:cubicBezTo>
                  <a:pt x="24318" y="13544"/>
                  <a:pt x="24518" y="13344"/>
                  <a:pt x="24518" y="13110"/>
                </a:cubicBezTo>
                <a:lnTo>
                  <a:pt x="24518" y="9441"/>
                </a:lnTo>
                <a:cubicBezTo>
                  <a:pt x="24518" y="9207"/>
                  <a:pt x="24318" y="9041"/>
                  <a:pt x="24085" y="9041"/>
                </a:cubicBezTo>
                <a:close/>
                <a:moveTo>
                  <a:pt x="26653" y="9041"/>
                </a:moveTo>
                <a:cubicBezTo>
                  <a:pt x="26420" y="9041"/>
                  <a:pt x="26253" y="9207"/>
                  <a:pt x="26253" y="9441"/>
                </a:cubicBezTo>
                <a:lnTo>
                  <a:pt x="26253" y="13110"/>
                </a:lnTo>
                <a:cubicBezTo>
                  <a:pt x="26253" y="13344"/>
                  <a:pt x="26420" y="13544"/>
                  <a:pt x="26653" y="13544"/>
                </a:cubicBezTo>
                <a:lnTo>
                  <a:pt x="30656" y="13544"/>
                </a:lnTo>
                <a:cubicBezTo>
                  <a:pt x="30889" y="13544"/>
                  <a:pt x="31056" y="13344"/>
                  <a:pt x="31056" y="13110"/>
                </a:cubicBezTo>
                <a:lnTo>
                  <a:pt x="31056" y="9441"/>
                </a:lnTo>
                <a:cubicBezTo>
                  <a:pt x="31056" y="9207"/>
                  <a:pt x="30889" y="9041"/>
                  <a:pt x="30656" y="9041"/>
                </a:cubicBezTo>
                <a:close/>
                <a:moveTo>
                  <a:pt x="33224" y="9041"/>
                </a:moveTo>
                <a:cubicBezTo>
                  <a:pt x="32991" y="9041"/>
                  <a:pt x="32791" y="9207"/>
                  <a:pt x="32791" y="9441"/>
                </a:cubicBezTo>
                <a:lnTo>
                  <a:pt x="32791" y="13110"/>
                </a:lnTo>
                <a:cubicBezTo>
                  <a:pt x="32791" y="13344"/>
                  <a:pt x="32991" y="13544"/>
                  <a:pt x="33224" y="13544"/>
                </a:cubicBezTo>
                <a:lnTo>
                  <a:pt x="37194" y="13544"/>
                </a:lnTo>
                <a:cubicBezTo>
                  <a:pt x="37427" y="13544"/>
                  <a:pt x="37628" y="13344"/>
                  <a:pt x="37628" y="13110"/>
                </a:cubicBezTo>
                <a:lnTo>
                  <a:pt x="37628" y="9441"/>
                </a:lnTo>
                <a:cubicBezTo>
                  <a:pt x="37628" y="9207"/>
                  <a:pt x="37427" y="9041"/>
                  <a:pt x="37194" y="9041"/>
                </a:cubicBezTo>
                <a:close/>
                <a:moveTo>
                  <a:pt x="39762" y="9041"/>
                </a:moveTo>
                <a:cubicBezTo>
                  <a:pt x="39529" y="9041"/>
                  <a:pt x="39329" y="9207"/>
                  <a:pt x="39329" y="9441"/>
                </a:cubicBezTo>
                <a:lnTo>
                  <a:pt x="39329" y="13110"/>
                </a:lnTo>
                <a:cubicBezTo>
                  <a:pt x="39362" y="13344"/>
                  <a:pt x="39529" y="13544"/>
                  <a:pt x="39762" y="13544"/>
                </a:cubicBezTo>
                <a:lnTo>
                  <a:pt x="43765" y="13544"/>
                </a:lnTo>
                <a:cubicBezTo>
                  <a:pt x="43999" y="13544"/>
                  <a:pt x="44166" y="13344"/>
                  <a:pt x="44166" y="13110"/>
                </a:cubicBezTo>
                <a:lnTo>
                  <a:pt x="44166" y="9441"/>
                </a:lnTo>
                <a:cubicBezTo>
                  <a:pt x="44166" y="9207"/>
                  <a:pt x="43999" y="9041"/>
                  <a:pt x="43765" y="9041"/>
                </a:cubicBezTo>
                <a:close/>
                <a:moveTo>
                  <a:pt x="46334" y="9041"/>
                </a:moveTo>
                <a:cubicBezTo>
                  <a:pt x="46100" y="9041"/>
                  <a:pt x="45900" y="9207"/>
                  <a:pt x="45900" y="9441"/>
                </a:cubicBezTo>
                <a:lnTo>
                  <a:pt x="45900" y="13110"/>
                </a:lnTo>
                <a:cubicBezTo>
                  <a:pt x="45900" y="13344"/>
                  <a:pt x="46100" y="13544"/>
                  <a:pt x="46334" y="13544"/>
                </a:cubicBezTo>
                <a:lnTo>
                  <a:pt x="50337" y="13544"/>
                </a:lnTo>
                <a:cubicBezTo>
                  <a:pt x="50537" y="13544"/>
                  <a:pt x="50737" y="13344"/>
                  <a:pt x="50737" y="13110"/>
                </a:cubicBezTo>
                <a:lnTo>
                  <a:pt x="50737" y="9441"/>
                </a:lnTo>
                <a:cubicBezTo>
                  <a:pt x="50737" y="9207"/>
                  <a:pt x="50537" y="9041"/>
                  <a:pt x="50337" y="9041"/>
                </a:cubicBezTo>
                <a:close/>
                <a:moveTo>
                  <a:pt x="52872" y="9041"/>
                </a:moveTo>
                <a:cubicBezTo>
                  <a:pt x="52638" y="9041"/>
                  <a:pt x="52471" y="9207"/>
                  <a:pt x="52471" y="9441"/>
                </a:cubicBezTo>
                <a:lnTo>
                  <a:pt x="52471" y="13110"/>
                </a:lnTo>
                <a:cubicBezTo>
                  <a:pt x="52471" y="13344"/>
                  <a:pt x="52638" y="13544"/>
                  <a:pt x="52872" y="13544"/>
                </a:cubicBezTo>
                <a:lnTo>
                  <a:pt x="56875" y="13544"/>
                </a:lnTo>
                <a:cubicBezTo>
                  <a:pt x="57108" y="13544"/>
                  <a:pt x="57308" y="13344"/>
                  <a:pt x="57308" y="13110"/>
                </a:cubicBezTo>
                <a:lnTo>
                  <a:pt x="57308" y="9441"/>
                </a:lnTo>
                <a:cubicBezTo>
                  <a:pt x="57308" y="9207"/>
                  <a:pt x="57108" y="9041"/>
                  <a:pt x="56875" y="9041"/>
                </a:cubicBezTo>
                <a:close/>
                <a:moveTo>
                  <a:pt x="59443" y="9041"/>
                </a:moveTo>
                <a:cubicBezTo>
                  <a:pt x="59210" y="9041"/>
                  <a:pt x="59009" y="9207"/>
                  <a:pt x="59009" y="9441"/>
                </a:cubicBezTo>
                <a:lnTo>
                  <a:pt x="59009" y="13110"/>
                </a:lnTo>
                <a:cubicBezTo>
                  <a:pt x="59009" y="13344"/>
                  <a:pt x="59210" y="13544"/>
                  <a:pt x="59443" y="13544"/>
                </a:cubicBezTo>
                <a:lnTo>
                  <a:pt x="63446" y="13544"/>
                </a:lnTo>
                <a:cubicBezTo>
                  <a:pt x="63646" y="13544"/>
                  <a:pt x="63846" y="13344"/>
                  <a:pt x="63846" y="13110"/>
                </a:cubicBezTo>
                <a:lnTo>
                  <a:pt x="63846" y="9441"/>
                </a:lnTo>
                <a:cubicBezTo>
                  <a:pt x="63846" y="9207"/>
                  <a:pt x="63646" y="9041"/>
                  <a:pt x="63446" y="9041"/>
                </a:cubicBezTo>
                <a:close/>
                <a:moveTo>
                  <a:pt x="434" y="14978"/>
                </a:moveTo>
                <a:cubicBezTo>
                  <a:pt x="201" y="14978"/>
                  <a:pt x="1" y="15145"/>
                  <a:pt x="1" y="15378"/>
                </a:cubicBezTo>
                <a:lnTo>
                  <a:pt x="1" y="19048"/>
                </a:lnTo>
                <a:cubicBezTo>
                  <a:pt x="1" y="19281"/>
                  <a:pt x="201" y="19481"/>
                  <a:pt x="434" y="19481"/>
                </a:cubicBezTo>
                <a:lnTo>
                  <a:pt x="4437" y="19481"/>
                </a:lnTo>
                <a:cubicBezTo>
                  <a:pt x="4671" y="19481"/>
                  <a:pt x="4837" y="19281"/>
                  <a:pt x="4837" y="19048"/>
                </a:cubicBezTo>
                <a:lnTo>
                  <a:pt x="4837" y="15378"/>
                </a:lnTo>
                <a:cubicBezTo>
                  <a:pt x="4837" y="15145"/>
                  <a:pt x="4671" y="14978"/>
                  <a:pt x="4437" y="14978"/>
                </a:cubicBezTo>
                <a:close/>
                <a:moveTo>
                  <a:pt x="6972" y="14978"/>
                </a:moveTo>
                <a:cubicBezTo>
                  <a:pt x="6739" y="14978"/>
                  <a:pt x="6572" y="15145"/>
                  <a:pt x="6572" y="15378"/>
                </a:cubicBezTo>
                <a:lnTo>
                  <a:pt x="6572" y="19048"/>
                </a:lnTo>
                <a:cubicBezTo>
                  <a:pt x="6572" y="19281"/>
                  <a:pt x="6739" y="19481"/>
                  <a:pt x="6972" y="19481"/>
                </a:cubicBezTo>
                <a:lnTo>
                  <a:pt x="10975" y="19481"/>
                </a:lnTo>
                <a:cubicBezTo>
                  <a:pt x="11209" y="19481"/>
                  <a:pt x="11409" y="19281"/>
                  <a:pt x="11409" y="19048"/>
                </a:cubicBezTo>
                <a:lnTo>
                  <a:pt x="11409" y="15378"/>
                </a:lnTo>
                <a:cubicBezTo>
                  <a:pt x="11409" y="15145"/>
                  <a:pt x="11209" y="14978"/>
                  <a:pt x="10975" y="14978"/>
                </a:cubicBezTo>
                <a:close/>
                <a:moveTo>
                  <a:pt x="13544" y="14978"/>
                </a:moveTo>
                <a:cubicBezTo>
                  <a:pt x="13310" y="14978"/>
                  <a:pt x="13110" y="15145"/>
                  <a:pt x="13110" y="15378"/>
                </a:cubicBezTo>
                <a:lnTo>
                  <a:pt x="13110" y="19048"/>
                </a:lnTo>
                <a:cubicBezTo>
                  <a:pt x="13110" y="19281"/>
                  <a:pt x="13310" y="19481"/>
                  <a:pt x="13544" y="19481"/>
                </a:cubicBezTo>
                <a:lnTo>
                  <a:pt x="17547" y="19481"/>
                </a:lnTo>
                <a:cubicBezTo>
                  <a:pt x="17780" y="19481"/>
                  <a:pt x="17947" y="19281"/>
                  <a:pt x="17947" y="19048"/>
                </a:cubicBezTo>
                <a:lnTo>
                  <a:pt x="17947" y="15378"/>
                </a:lnTo>
                <a:cubicBezTo>
                  <a:pt x="17947" y="15145"/>
                  <a:pt x="17780" y="14978"/>
                  <a:pt x="17547" y="14978"/>
                </a:cubicBezTo>
                <a:close/>
                <a:moveTo>
                  <a:pt x="20082" y="14978"/>
                </a:moveTo>
                <a:cubicBezTo>
                  <a:pt x="19882" y="14978"/>
                  <a:pt x="19681" y="15145"/>
                  <a:pt x="19681" y="15378"/>
                </a:cubicBezTo>
                <a:lnTo>
                  <a:pt x="19681" y="19048"/>
                </a:lnTo>
                <a:cubicBezTo>
                  <a:pt x="19681" y="19281"/>
                  <a:pt x="19882" y="19481"/>
                  <a:pt x="20082" y="19481"/>
                </a:cubicBezTo>
                <a:lnTo>
                  <a:pt x="24085" y="19481"/>
                </a:lnTo>
                <a:cubicBezTo>
                  <a:pt x="24318" y="19481"/>
                  <a:pt x="24518" y="19281"/>
                  <a:pt x="24518" y="19048"/>
                </a:cubicBezTo>
                <a:lnTo>
                  <a:pt x="24518" y="15378"/>
                </a:lnTo>
                <a:cubicBezTo>
                  <a:pt x="24518" y="15145"/>
                  <a:pt x="24318" y="14978"/>
                  <a:pt x="24085" y="14978"/>
                </a:cubicBezTo>
                <a:close/>
                <a:moveTo>
                  <a:pt x="26653" y="14978"/>
                </a:moveTo>
                <a:cubicBezTo>
                  <a:pt x="26420" y="14978"/>
                  <a:pt x="26253" y="15145"/>
                  <a:pt x="26253" y="15378"/>
                </a:cubicBezTo>
                <a:lnTo>
                  <a:pt x="26253" y="19048"/>
                </a:lnTo>
                <a:cubicBezTo>
                  <a:pt x="26253" y="19281"/>
                  <a:pt x="26420" y="19481"/>
                  <a:pt x="26653" y="19481"/>
                </a:cubicBezTo>
                <a:lnTo>
                  <a:pt x="30656" y="19481"/>
                </a:lnTo>
                <a:cubicBezTo>
                  <a:pt x="30889" y="19481"/>
                  <a:pt x="31056" y="19281"/>
                  <a:pt x="31056" y="19048"/>
                </a:cubicBezTo>
                <a:lnTo>
                  <a:pt x="31056" y="15378"/>
                </a:lnTo>
                <a:cubicBezTo>
                  <a:pt x="31056" y="15145"/>
                  <a:pt x="30889" y="14978"/>
                  <a:pt x="30656" y="14978"/>
                </a:cubicBezTo>
                <a:close/>
                <a:moveTo>
                  <a:pt x="33224" y="14978"/>
                </a:moveTo>
                <a:cubicBezTo>
                  <a:pt x="32991" y="14978"/>
                  <a:pt x="32791" y="15145"/>
                  <a:pt x="32791" y="15378"/>
                </a:cubicBezTo>
                <a:lnTo>
                  <a:pt x="32791" y="19048"/>
                </a:lnTo>
                <a:cubicBezTo>
                  <a:pt x="32791" y="19281"/>
                  <a:pt x="32991" y="19481"/>
                  <a:pt x="33224" y="19481"/>
                </a:cubicBezTo>
                <a:lnTo>
                  <a:pt x="37194" y="19481"/>
                </a:lnTo>
                <a:cubicBezTo>
                  <a:pt x="37427" y="19481"/>
                  <a:pt x="37628" y="19281"/>
                  <a:pt x="37628" y="19048"/>
                </a:cubicBezTo>
                <a:lnTo>
                  <a:pt x="37628" y="15378"/>
                </a:lnTo>
                <a:cubicBezTo>
                  <a:pt x="37628" y="15145"/>
                  <a:pt x="37427" y="14978"/>
                  <a:pt x="37194" y="14978"/>
                </a:cubicBezTo>
                <a:close/>
                <a:moveTo>
                  <a:pt x="39762" y="14978"/>
                </a:moveTo>
                <a:cubicBezTo>
                  <a:pt x="39529" y="14978"/>
                  <a:pt x="39329" y="15145"/>
                  <a:pt x="39329" y="15378"/>
                </a:cubicBezTo>
                <a:lnTo>
                  <a:pt x="39329" y="19048"/>
                </a:lnTo>
                <a:cubicBezTo>
                  <a:pt x="39362" y="19281"/>
                  <a:pt x="39529" y="19481"/>
                  <a:pt x="39762" y="19481"/>
                </a:cubicBezTo>
                <a:lnTo>
                  <a:pt x="43765" y="19481"/>
                </a:lnTo>
                <a:cubicBezTo>
                  <a:pt x="43999" y="19481"/>
                  <a:pt x="44166" y="19281"/>
                  <a:pt x="44166" y="19048"/>
                </a:cubicBezTo>
                <a:lnTo>
                  <a:pt x="44166" y="15378"/>
                </a:lnTo>
                <a:cubicBezTo>
                  <a:pt x="44166" y="15145"/>
                  <a:pt x="43999" y="14978"/>
                  <a:pt x="43765" y="14978"/>
                </a:cubicBezTo>
                <a:close/>
                <a:moveTo>
                  <a:pt x="46334" y="14978"/>
                </a:moveTo>
                <a:cubicBezTo>
                  <a:pt x="46100" y="14978"/>
                  <a:pt x="45900" y="15145"/>
                  <a:pt x="45900" y="15378"/>
                </a:cubicBezTo>
                <a:lnTo>
                  <a:pt x="45900" y="19048"/>
                </a:lnTo>
                <a:cubicBezTo>
                  <a:pt x="45900" y="19281"/>
                  <a:pt x="46100" y="19481"/>
                  <a:pt x="46334" y="19481"/>
                </a:cubicBezTo>
                <a:lnTo>
                  <a:pt x="50337" y="19481"/>
                </a:lnTo>
                <a:cubicBezTo>
                  <a:pt x="50537" y="19481"/>
                  <a:pt x="50737" y="19281"/>
                  <a:pt x="50737" y="19048"/>
                </a:cubicBezTo>
                <a:lnTo>
                  <a:pt x="50737" y="15378"/>
                </a:lnTo>
                <a:cubicBezTo>
                  <a:pt x="50737" y="15145"/>
                  <a:pt x="50537" y="14978"/>
                  <a:pt x="50337" y="14978"/>
                </a:cubicBezTo>
                <a:close/>
                <a:moveTo>
                  <a:pt x="52872" y="14978"/>
                </a:moveTo>
                <a:cubicBezTo>
                  <a:pt x="52638" y="14978"/>
                  <a:pt x="52471" y="15145"/>
                  <a:pt x="52471" y="15378"/>
                </a:cubicBezTo>
                <a:lnTo>
                  <a:pt x="52471" y="19048"/>
                </a:lnTo>
                <a:cubicBezTo>
                  <a:pt x="52471" y="19281"/>
                  <a:pt x="52638" y="19481"/>
                  <a:pt x="52872" y="19481"/>
                </a:cubicBezTo>
                <a:lnTo>
                  <a:pt x="56875" y="19481"/>
                </a:lnTo>
                <a:cubicBezTo>
                  <a:pt x="57108" y="19481"/>
                  <a:pt x="57308" y="19281"/>
                  <a:pt x="57308" y="19048"/>
                </a:cubicBezTo>
                <a:lnTo>
                  <a:pt x="57308" y="15378"/>
                </a:lnTo>
                <a:cubicBezTo>
                  <a:pt x="57308" y="15145"/>
                  <a:pt x="57108" y="14978"/>
                  <a:pt x="56875" y="14978"/>
                </a:cubicBezTo>
                <a:close/>
                <a:moveTo>
                  <a:pt x="59443" y="14978"/>
                </a:moveTo>
                <a:cubicBezTo>
                  <a:pt x="59210" y="14978"/>
                  <a:pt x="59009" y="15145"/>
                  <a:pt x="59009" y="15378"/>
                </a:cubicBezTo>
                <a:lnTo>
                  <a:pt x="59009" y="19048"/>
                </a:lnTo>
                <a:cubicBezTo>
                  <a:pt x="59009" y="19281"/>
                  <a:pt x="59210" y="19481"/>
                  <a:pt x="59443" y="19481"/>
                </a:cubicBezTo>
                <a:lnTo>
                  <a:pt x="63446" y="19481"/>
                </a:lnTo>
                <a:cubicBezTo>
                  <a:pt x="63646" y="19481"/>
                  <a:pt x="63846" y="19281"/>
                  <a:pt x="63846" y="19048"/>
                </a:cubicBezTo>
                <a:lnTo>
                  <a:pt x="63846" y="15378"/>
                </a:lnTo>
                <a:cubicBezTo>
                  <a:pt x="63846" y="15145"/>
                  <a:pt x="63646" y="14978"/>
                  <a:pt x="63446" y="14978"/>
                </a:cubicBezTo>
                <a:close/>
                <a:moveTo>
                  <a:pt x="65981" y="14978"/>
                </a:moveTo>
                <a:cubicBezTo>
                  <a:pt x="65748" y="14978"/>
                  <a:pt x="65581" y="15145"/>
                  <a:pt x="65581" y="15378"/>
                </a:cubicBezTo>
                <a:lnTo>
                  <a:pt x="65581" y="19048"/>
                </a:lnTo>
                <a:cubicBezTo>
                  <a:pt x="65581" y="19281"/>
                  <a:pt x="65748" y="19481"/>
                  <a:pt x="65981" y="19481"/>
                </a:cubicBezTo>
                <a:lnTo>
                  <a:pt x="69984" y="19481"/>
                </a:lnTo>
                <a:cubicBezTo>
                  <a:pt x="70217" y="19481"/>
                  <a:pt x="70418" y="19281"/>
                  <a:pt x="70418" y="19048"/>
                </a:cubicBezTo>
                <a:lnTo>
                  <a:pt x="70418" y="15378"/>
                </a:lnTo>
                <a:cubicBezTo>
                  <a:pt x="70418" y="15145"/>
                  <a:pt x="70217" y="14978"/>
                  <a:pt x="69984" y="14978"/>
                </a:cubicBezTo>
                <a:close/>
                <a:moveTo>
                  <a:pt x="65981" y="9041"/>
                </a:moveTo>
                <a:cubicBezTo>
                  <a:pt x="65748" y="9041"/>
                  <a:pt x="65581" y="9207"/>
                  <a:pt x="65581" y="9441"/>
                </a:cubicBezTo>
                <a:lnTo>
                  <a:pt x="65581" y="13110"/>
                </a:lnTo>
                <a:cubicBezTo>
                  <a:pt x="65581" y="13344"/>
                  <a:pt x="65748" y="13544"/>
                  <a:pt x="65981" y="13544"/>
                </a:cubicBezTo>
                <a:lnTo>
                  <a:pt x="71719" y="13544"/>
                </a:lnTo>
                <a:cubicBezTo>
                  <a:pt x="71952" y="13544"/>
                  <a:pt x="72119" y="13744"/>
                  <a:pt x="72119" y="13944"/>
                </a:cubicBezTo>
                <a:lnTo>
                  <a:pt x="72119" y="19048"/>
                </a:lnTo>
                <a:cubicBezTo>
                  <a:pt x="72119" y="19281"/>
                  <a:pt x="72319" y="19481"/>
                  <a:pt x="72552" y="19481"/>
                </a:cubicBezTo>
                <a:lnTo>
                  <a:pt x="76555" y="19481"/>
                </a:lnTo>
                <a:cubicBezTo>
                  <a:pt x="76789" y="19481"/>
                  <a:pt x="76956" y="19281"/>
                  <a:pt x="76956" y="19048"/>
                </a:cubicBezTo>
                <a:lnTo>
                  <a:pt x="76956" y="9441"/>
                </a:lnTo>
                <a:cubicBezTo>
                  <a:pt x="76956" y="9207"/>
                  <a:pt x="76789" y="9041"/>
                  <a:pt x="76555" y="9041"/>
                </a:cubicBezTo>
                <a:close/>
                <a:moveTo>
                  <a:pt x="434" y="20916"/>
                </a:moveTo>
                <a:cubicBezTo>
                  <a:pt x="201" y="20916"/>
                  <a:pt x="1" y="21083"/>
                  <a:pt x="1" y="21316"/>
                </a:cubicBezTo>
                <a:lnTo>
                  <a:pt x="1" y="24985"/>
                </a:lnTo>
                <a:cubicBezTo>
                  <a:pt x="1" y="25219"/>
                  <a:pt x="201" y="25419"/>
                  <a:pt x="434" y="25419"/>
                </a:cubicBezTo>
                <a:lnTo>
                  <a:pt x="4437" y="25419"/>
                </a:lnTo>
                <a:cubicBezTo>
                  <a:pt x="4671" y="25419"/>
                  <a:pt x="4837" y="25219"/>
                  <a:pt x="4837" y="24985"/>
                </a:cubicBezTo>
                <a:lnTo>
                  <a:pt x="4837" y="21316"/>
                </a:lnTo>
                <a:cubicBezTo>
                  <a:pt x="4837" y="21083"/>
                  <a:pt x="4671" y="20916"/>
                  <a:pt x="4437" y="20916"/>
                </a:cubicBezTo>
                <a:close/>
                <a:moveTo>
                  <a:pt x="6972" y="20916"/>
                </a:moveTo>
                <a:cubicBezTo>
                  <a:pt x="6739" y="20916"/>
                  <a:pt x="6572" y="21083"/>
                  <a:pt x="6572" y="21316"/>
                </a:cubicBezTo>
                <a:lnTo>
                  <a:pt x="6572" y="24985"/>
                </a:lnTo>
                <a:cubicBezTo>
                  <a:pt x="6572" y="25219"/>
                  <a:pt x="6739" y="25419"/>
                  <a:pt x="6972" y="25419"/>
                </a:cubicBezTo>
                <a:lnTo>
                  <a:pt x="10975" y="25419"/>
                </a:lnTo>
                <a:cubicBezTo>
                  <a:pt x="11209" y="25419"/>
                  <a:pt x="11409" y="25219"/>
                  <a:pt x="11409" y="24985"/>
                </a:cubicBezTo>
                <a:lnTo>
                  <a:pt x="11409" y="21316"/>
                </a:lnTo>
                <a:cubicBezTo>
                  <a:pt x="11409" y="21083"/>
                  <a:pt x="11209" y="20916"/>
                  <a:pt x="10975" y="20916"/>
                </a:cubicBezTo>
                <a:close/>
                <a:moveTo>
                  <a:pt x="13544" y="20916"/>
                </a:moveTo>
                <a:cubicBezTo>
                  <a:pt x="13310" y="20916"/>
                  <a:pt x="13110" y="21083"/>
                  <a:pt x="13110" y="21316"/>
                </a:cubicBezTo>
                <a:lnTo>
                  <a:pt x="13110" y="24985"/>
                </a:lnTo>
                <a:cubicBezTo>
                  <a:pt x="13110" y="25219"/>
                  <a:pt x="13310" y="25419"/>
                  <a:pt x="13544" y="25419"/>
                </a:cubicBezTo>
                <a:lnTo>
                  <a:pt x="17547" y="25419"/>
                </a:lnTo>
                <a:cubicBezTo>
                  <a:pt x="17780" y="25419"/>
                  <a:pt x="17947" y="25219"/>
                  <a:pt x="17947" y="24985"/>
                </a:cubicBezTo>
                <a:lnTo>
                  <a:pt x="17947" y="21316"/>
                </a:lnTo>
                <a:cubicBezTo>
                  <a:pt x="17947" y="21083"/>
                  <a:pt x="17780" y="20916"/>
                  <a:pt x="17547" y="20916"/>
                </a:cubicBezTo>
                <a:close/>
                <a:moveTo>
                  <a:pt x="20082" y="20916"/>
                </a:moveTo>
                <a:cubicBezTo>
                  <a:pt x="19882" y="20916"/>
                  <a:pt x="19681" y="21083"/>
                  <a:pt x="19681" y="21316"/>
                </a:cubicBezTo>
                <a:lnTo>
                  <a:pt x="19681" y="24985"/>
                </a:lnTo>
                <a:cubicBezTo>
                  <a:pt x="19681" y="25219"/>
                  <a:pt x="19882" y="25419"/>
                  <a:pt x="20082" y="25419"/>
                </a:cubicBezTo>
                <a:lnTo>
                  <a:pt x="24085" y="25419"/>
                </a:lnTo>
                <a:cubicBezTo>
                  <a:pt x="24318" y="25419"/>
                  <a:pt x="24518" y="25219"/>
                  <a:pt x="24518" y="24985"/>
                </a:cubicBezTo>
                <a:lnTo>
                  <a:pt x="24518" y="21316"/>
                </a:lnTo>
                <a:cubicBezTo>
                  <a:pt x="24518" y="21083"/>
                  <a:pt x="24318" y="20916"/>
                  <a:pt x="24085" y="20916"/>
                </a:cubicBezTo>
                <a:close/>
                <a:moveTo>
                  <a:pt x="26653" y="20916"/>
                </a:moveTo>
                <a:cubicBezTo>
                  <a:pt x="26420" y="20916"/>
                  <a:pt x="26253" y="21083"/>
                  <a:pt x="26253" y="21316"/>
                </a:cubicBezTo>
                <a:lnTo>
                  <a:pt x="26253" y="24985"/>
                </a:lnTo>
                <a:cubicBezTo>
                  <a:pt x="26253" y="25219"/>
                  <a:pt x="26420" y="25419"/>
                  <a:pt x="26653" y="25419"/>
                </a:cubicBezTo>
                <a:lnTo>
                  <a:pt x="30656" y="25419"/>
                </a:lnTo>
                <a:cubicBezTo>
                  <a:pt x="30889" y="25419"/>
                  <a:pt x="31056" y="25219"/>
                  <a:pt x="31056" y="24985"/>
                </a:cubicBezTo>
                <a:lnTo>
                  <a:pt x="31056" y="21316"/>
                </a:lnTo>
                <a:cubicBezTo>
                  <a:pt x="31056" y="21083"/>
                  <a:pt x="30889" y="20916"/>
                  <a:pt x="30656" y="20916"/>
                </a:cubicBezTo>
                <a:close/>
                <a:moveTo>
                  <a:pt x="33224" y="20916"/>
                </a:moveTo>
                <a:cubicBezTo>
                  <a:pt x="32991" y="20916"/>
                  <a:pt x="32791" y="21083"/>
                  <a:pt x="32791" y="21316"/>
                </a:cubicBezTo>
                <a:lnTo>
                  <a:pt x="32791" y="24985"/>
                </a:lnTo>
                <a:cubicBezTo>
                  <a:pt x="32791" y="25219"/>
                  <a:pt x="32991" y="25419"/>
                  <a:pt x="33224" y="25419"/>
                </a:cubicBezTo>
                <a:lnTo>
                  <a:pt x="37194" y="25419"/>
                </a:lnTo>
                <a:cubicBezTo>
                  <a:pt x="37427" y="25419"/>
                  <a:pt x="37628" y="25219"/>
                  <a:pt x="37628" y="24985"/>
                </a:cubicBezTo>
                <a:lnTo>
                  <a:pt x="37628" y="21316"/>
                </a:lnTo>
                <a:cubicBezTo>
                  <a:pt x="37628" y="21083"/>
                  <a:pt x="37427" y="20916"/>
                  <a:pt x="37194" y="20916"/>
                </a:cubicBezTo>
                <a:close/>
                <a:moveTo>
                  <a:pt x="39762" y="20916"/>
                </a:moveTo>
                <a:cubicBezTo>
                  <a:pt x="39529" y="20916"/>
                  <a:pt x="39329" y="21083"/>
                  <a:pt x="39329" y="21316"/>
                </a:cubicBezTo>
                <a:lnTo>
                  <a:pt x="39329" y="24985"/>
                </a:lnTo>
                <a:cubicBezTo>
                  <a:pt x="39362" y="25219"/>
                  <a:pt x="39529" y="25419"/>
                  <a:pt x="39762" y="25419"/>
                </a:cubicBezTo>
                <a:lnTo>
                  <a:pt x="43765" y="25419"/>
                </a:lnTo>
                <a:cubicBezTo>
                  <a:pt x="43999" y="25419"/>
                  <a:pt x="44166" y="25219"/>
                  <a:pt x="44166" y="24985"/>
                </a:cubicBezTo>
                <a:lnTo>
                  <a:pt x="44166" y="21316"/>
                </a:lnTo>
                <a:cubicBezTo>
                  <a:pt x="44166" y="21083"/>
                  <a:pt x="43999" y="20916"/>
                  <a:pt x="43765" y="20916"/>
                </a:cubicBezTo>
                <a:close/>
                <a:moveTo>
                  <a:pt x="46334" y="20916"/>
                </a:moveTo>
                <a:cubicBezTo>
                  <a:pt x="46100" y="20916"/>
                  <a:pt x="45900" y="21083"/>
                  <a:pt x="45900" y="21316"/>
                </a:cubicBezTo>
                <a:lnTo>
                  <a:pt x="45900" y="24985"/>
                </a:lnTo>
                <a:cubicBezTo>
                  <a:pt x="45900" y="25219"/>
                  <a:pt x="46100" y="25419"/>
                  <a:pt x="46334" y="25419"/>
                </a:cubicBezTo>
                <a:lnTo>
                  <a:pt x="50337" y="25419"/>
                </a:lnTo>
                <a:cubicBezTo>
                  <a:pt x="50537" y="25419"/>
                  <a:pt x="50737" y="25219"/>
                  <a:pt x="50737" y="24985"/>
                </a:cubicBezTo>
                <a:lnTo>
                  <a:pt x="50737" y="21316"/>
                </a:lnTo>
                <a:cubicBezTo>
                  <a:pt x="50737" y="21083"/>
                  <a:pt x="50537" y="20916"/>
                  <a:pt x="50337" y="20916"/>
                </a:cubicBezTo>
                <a:close/>
                <a:moveTo>
                  <a:pt x="52872" y="20916"/>
                </a:moveTo>
                <a:cubicBezTo>
                  <a:pt x="52638" y="20916"/>
                  <a:pt x="52471" y="21083"/>
                  <a:pt x="52471" y="21316"/>
                </a:cubicBezTo>
                <a:lnTo>
                  <a:pt x="52471" y="24985"/>
                </a:lnTo>
                <a:cubicBezTo>
                  <a:pt x="52471" y="25219"/>
                  <a:pt x="52638" y="25419"/>
                  <a:pt x="52872" y="25419"/>
                </a:cubicBezTo>
                <a:lnTo>
                  <a:pt x="56875" y="25419"/>
                </a:lnTo>
                <a:cubicBezTo>
                  <a:pt x="57108" y="25419"/>
                  <a:pt x="57308" y="25219"/>
                  <a:pt x="57308" y="24985"/>
                </a:cubicBezTo>
                <a:lnTo>
                  <a:pt x="57308" y="21316"/>
                </a:lnTo>
                <a:cubicBezTo>
                  <a:pt x="57308" y="21083"/>
                  <a:pt x="57108" y="20916"/>
                  <a:pt x="56875" y="20916"/>
                </a:cubicBezTo>
                <a:close/>
                <a:moveTo>
                  <a:pt x="59443" y="20916"/>
                </a:moveTo>
                <a:cubicBezTo>
                  <a:pt x="59210" y="20916"/>
                  <a:pt x="59009" y="21083"/>
                  <a:pt x="59009" y="21316"/>
                </a:cubicBezTo>
                <a:lnTo>
                  <a:pt x="59009" y="24985"/>
                </a:lnTo>
                <a:cubicBezTo>
                  <a:pt x="59009" y="25219"/>
                  <a:pt x="59210" y="25419"/>
                  <a:pt x="59443" y="25419"/>
                </a:cubicBezTo>
                <a:lnTo>
                  <a:pt x="63446" y="25419"/>
                </a:lnTo>
                <a:cubicBezTo>
                  <a:pt x="63646" y="25419"/>
                  <a:pt x="63846" y="25219"/>
                  <a:pt x="63846" y="24985"/>
                </a:cubicBezTo>
                <a:lnTo>
                  <a:pt x="63846" y="21316"/>
                </a:lnTo>
                <a:cubicBezTo>
                  <a:pt x="63846" y="21083"/>
                  <a:pt x="63646" y="20916"/>
                  <a:pt x="63446" y="20916"/>
                </a:cubicBezTo>
                <a:close/>
                <a:moveTo>
                  <a:pt x="65981" y="20916"/>
                </a:moveTo>
                <a:cubicBezTo>
                  <a:pt x="65748" y="20916"/>
                  <a:pt x="65581" y="21083"/>
                  <a:pt x="65581" y="21316"/>
                </a:cubicBezTo>
                <a:lnTo>
                  <a:pt x="65581" y="24985"/>
                </a:lnTo>
                <a:cubicBezTo>
                  <a:pt x="65581" y="25219"/>
                  <a:pt x="65748" y="25419"/>
                  <a:pt x="65981" y="25419"/>
                </a:cubicBezTo>
                <a:lnTo>
                  <a:pt x="69984" y="25419"/>
                </a:lnTo>
                <a:cubicBezTo>
                  <a:pt x="70217" y="25419"/>
                  <a:pt x="70418" y="25219"/>
                  <a:pt x="70418" y="24985"/>
                </a:cubicBezTo>
                <a:lnTo>
                  <a:pt x="70418" y="21316"/>
                </a:lnTo>
                <a:cubicBezTo>
                  <a:pt x="70418" y="21083"/>
                  <a:pt x="70217" y="20916"/>
                  <a:pt x="69984" y="20916"/>
                </a:cubicBezTo>
                <a:close/>
                <a:moveTo>
                  <a:pt x="72552" y="20916"/>
                </a:moveTo>
                <a:cubicBezTo>
                  <a:pt x="72319" y="20916"/>
                  <a:pt x="72119" y="21083"/>
                  <a:pt x="72119" y="21316"/>
                </a:cubicBezTo>
                <a:lnTo>
                  <a:pt x="72119" y="24985"/>
                </a:lnTo>
                <a:cubicBezTo>
                  <a:pt x="72119" y="25219"/>
                  <a:pt x="72319" y="25419"/>
                  <a:pt x="72552" y="25419"/>
                </a:cubicBezTo>
                <a:lnTo>
                  <a:pt x="76555" y="25419"/>
                </a:lnTo>
                <a:cubicBezTo>
                  <a:pt x="76789" y="25419"/>
                  <a:pt x="76956" y="25219"/>
                  <a:pt x="76956" y="24985"/>
                </a:cubicBezTo>
                <a:lnTo>
                  <a:pt x="76956" y="21316"/>
                </a:lnTo>
                <a:cubicBezTo>
                  <a:pt x="76956" y="21083"/>
                  <a:pt x="76789" y="20916"/>
                  <a:pt x="76555" y="20916"/>
                </a:cubicBezTo>
                <a:close/>
                <a:moveTo>
                  <a:pt x="434" y="26853"/>
                </a:moveTo>
                <a:cubicBezTo>
                  <a:pt x="201" y="26853"/>
                  <a:pt x="1" y="27020"/>
                  <a:pt x="1" y="27254"/>
                </a:cubicBezTo>
                <a:lnTo>
                  <a:pt x="1" y="30923"/>
                </a:lnTo>
                <a:cubicBezTo>
                  <a:pt x="1" y="31156"/>
                  <a:pt x="201" y="31357"/>
                  <a:pt x="434" y="31357"/>
                </a:cubicBezTo>
                <a:lnTo>
                  <a:pt x="4437" y="31357"/>
                </a:lnTo>
                <a:cubicBezTo>
                  <a:pt x="4671" y="31357"/>
                  <a:pt x="4837" y="31156"/>
                  <a:pt x="4837" y="30923"/>
                </a:cubicBezTo>
                <a:lnTo>
                  <a:pt x="4837" y="27254"/>
                </a:lnTo>
                <a:cubicBezTo>
                  <a:pt x="4837" y="27020"/>
                  <a:pt x="4671" y="26853"/>
                  <a:pt x="4437" y="26853"/>
                </a:cubicBezTo>
                <a:close/>
                <a:moveTo>
                  <a:pt x="6972" y="26853"/>
                </a:moveTo>
                <a:cubicBezTo>
                  <a:pt x="6739" y="26853"/>
                  <a:pt x="6572" y="27020"/>
                  <a:pt x="6572" y="27254"/>
                </a:cubicBezTo>
                <a:lnTo>
                  <a:pt x="6572" y="30923"/>
                </a:lnTo>
                <a:cubicBezTo>
                  <a:pt x="6572" y="31156"/>
                  <a:pt x="6739" y="31357"/>
                  <a:pt x="6972" y="31357"/>
                </a:cubicBezTo>
                <a:lnTo>
                  <a:pt x="10975" y="31357"/>
                </a:lnTo>
                <a:cubicBezTo>
                  <a:pt x="11209" y="31357"/>
                  <a:pt x="11409" y="31156"/>
                  <a:pt x="11409" y="30923"/>
                </a:cubicBezTo>
                <a:lnTo>
                  <a:pt x="11409" y="27254"/>
                </a:lnTo>
                <a:cubicBezTo>
                  <a:pt x="11409" y="27020"/>
                  <a:pt x="11209" y="26853"/>
                  <a:pt x="10975" y="26853"/>
                </a:cubicBezTo>
                <a:close/>
                <a:moveTo>
                  <a:pt x="13544" y="26853"/>
                </a:moveTo>
                <a:cubicBezTo>
                  <a:pt x="13310" y="26853"/>
                  <a:pt x="13110" y="27020"/>
                  <a:pt x="13110" y="27254"/>
                </a:cubicBezTo>
                <a:lnTo>
                  <a:pt x="13110" y="30923"/>
                </a:lnTo>
                <a:cubicBezTo>
                  <a:pt x="13110" y="31156"/>
                  <a:pt x="13310" y="31357"/>
                  <a:pt x="13544" y="31357"/>
                </a:cubicBezTo>
                <a:lnTo>
                  <a:pt x="17547" y="31357"/>
                </a:lnTo>
                <a:cubicBezTo>
                  <a:pt x="17780" y="31357"/>
                  <a:pt x="17947" y="31156"/>
                  <a:pt x="17947" y="30923"/>
                </a:cubicBezTo>
                <a:lnTo>
                  <a:pt x="17947" y="27254"/>
                </a:lnTo>
                <a:cubicBezTo>
                  <a:pt x="17947" y="27020"/>
                  <a:pt x="17780" y="26853"/>
                  <a:pt x="17547" y="26853"/>
                </a:cubicBezTo>
                <a:close/>
                <a:moveTo>
                  <a:pt x="20082" y="26853"/>
                </a:moveTo>
                <a:cubicBezTo>
                  <a:pt x="19882" y="26853"/>
                  <a:pt x="19681" y="27020"/>
                  <a:pt x="19681" y="27254"/>
                </a:cubicBezTo>
                <a:lnTo>
                  <a:pt x="19681" y="30923"/>
                </a:lnTo>
                <a:cubicBezTo>
                  <a:pt x="19681" y="31156"/>
                  <a:pt x="19882" y="31357"/>
                  <a:pt x="20082" y="31357"/>
                </a:cubicBezTo>
                <a:lnTo>
                  <a:pt x="24085" y="31357"/>
                </a:lnTo>
                <a:cubicBezTo>
                  <a:pt x="24318" y="31357"/>
                  <a:pt x="24518" y="31156"/>
                  <a:pt x="24518" y="30923"/>
                </a:cubicBezTo>
                <a:lnTo>
                  <a:pt x="24518" y="27254"/>
                </a:lnTo>
                <a:cubicBezTo>
                  <a:pt x="24518" y="27020"/>
                  <a:pt x="24318" y="26853"/>
                  <a:pt x="24085" y="26853"/>
                </a:cubicBezTo>
                <a:close/>
                <a:moveTo>
                  <a:pt x="26653" y="26853"/>
                </a:moveTo>
                <a:cubicBezTo>
                  <a:pt x="26420" y="26853"/>
                  <a:pt x="26253" y="27020"/>
                  <a:pt x="26253" y="27254"/>
                </a:cubicBezTo>
                <a:lnTo>
                  <a:pt x="26253" y="30923"/>
                </a:lnTo>
                <a:cubicBezTo>
                  <a:pt x="26253" y="31156"/>
                  <a:pt x="26420" y="31357"/>
                  <a:pt x="26653" y="31357"/>
                </a:cubicBezTo>
                <a:lnTo>
                  <a:pt x="56875" y="31357"/>
                </a:lnTo>
                <a:cubicBezTo>
                  <a:pt x="57108" y="31357"/>
                  <a:pt x="57308" y="31156"/>
                  <a:pt x="57308" y="30923"/>
                </a:cubicBezTo>
                <a:lnTo>
                  <a:pt x="57308" y="27254"/>
                </a:lnTo>
                <a:cubicBezTo>
                  <a:pt x="57308" y="27020"/>
                  <a:pt x="57108" y="26853"/>
                  <a:pt x="56875" y="26853"/>
                </a:cubicBezTo>
                <a:close/>
                <a:moveTo>
                  <a:pt x="59443" y="26853"/>
                </a:moveTo>
                <a:cubicBezTo>
                  <a:pt x="59210" y="26853"/>
                  <a:pt x="59009" y="27020"/>
                  <a:pt x="59009" y="27254"/>
                </a:cubicBezTo>
                <a:lnTo>
                  <a:pt x="59009" y="30923"/>
                </a:lnTo>
                <a:cubicBezTo>
                  <a:pt x="59009" y="31156"/>
                  <a:pt x="59210" y="31357"/>
                  <a:pt x="59443" y="31357"/>
                </a:cubicBezTo>
                <a:lnTo>
                  <a:pt x="63446" y="31357"/>
                </a:lnTo>
                <a:cubicBezTo>
                  <a:pt x="63646" y="31357"/>
                  <a:pt x="63846" y="31156"/>
                  <a:pt x="63846" y="30923"/>
                </a:cubicBezTo>
                <a:lnTo>
                  <a:pt x="63846" y="27254"/>
                </a:lnTo>
                <a:cubicBezTo>
                  <a:pt x="63846" y="27020"/>
                  <a:pt x="63646" y="26853"/>
                  <a:pt x="63446" y="26853"/>
                </a:cubicBezTo>
                <a:close/>
                <a:moveTo>
                  <a:pt x="65981" y="26853"/>
                </a:moveTo>
                <a:cubicBezTo>
                  <a:pt x="65748" y="26853"/>
                  <a:pt x="65581" y="27020"/>
                  <a:pt x="65581" y="27254"/>
                </a:cubicBezTo>
                <a:lnTo>
                  <a:pt x="65581" y="30923"/>
                </a:lnTo>
                <a:cubicBezTo>
                  <a:pt x="65581" y="31156"/>
                  <a:pt x="65748" y="31357"/>
                  <a:pt x="65981" y="31357"/>
                </a:cubicBezTo>
                <a:lnTo>
                  <a:pt x="69984" y="31357"/>
                </a:lnTo>
                <a:cubicBezTo>
                  <a:pt x="70217" y="31357"/>
                  <a:pt x="70418" y="31156"/>
                  <a:pt x="70418" y="30923"/>
                </a:cubicBezTo>
                <a:lnTo>
                  <a:pt x="70418" y="27254"/>
                </a:lnTo>
                <a:cubicBezTo>
                  <a:pt x="70418" y="27020"/>
                  <a:pt x="70217" y="26853"/>
                  <a:pt x="69984" y="26853"/>
                </a:cubicBezTo>
                <a:close/>
                <a:moveTo>
                  <a:pt x="72552" y="26853"/>
                </a:moveTo>
                <a:cubicBezTo>
                  <a:pt x="72319" y="26853"/>
                  <a:pt x="72119" y="27020"/>
                  <a:pt x="72119" y="27254"/>
                </a:cubicBezTo>
                <a:lnTo>
                  <a:pt x="72119" y="30923"/>
                </a:lnTo>
                <a:cubicBezTo>
                  <a:pt x="72119" y="31156"/>
                  <a:pt x="72319" y="31357"/>
                  <a:pt x="72552" y="31357"/>
                </a:cubicBezTo>
                <a:lnTo>
                  <a:pt x="76555" y="31357"/>
                </a:lnTo>
                <a:cubicBezTo>
                  <a:pt x="76789" y="31357"/>
                  <a:pt x="76956" y="31156"/>
                  <a:pt x="76956" y="30923"/>
                </a:cubicBezTo>
                <a:lnTo>
                  <a:pt x="76956" y="27254"/>
                </a:lnTo>
                <a:cubicBezTo>
                  <a:pt x="76956" y="27020"/>
                  <a:pt x="76789" y="26853"/>
                  <a:pt x="76555" y="2685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7"/>
          <p:cNvSpPr/>
          <p:nvPr/>
        </p:nvSpPr>
        <p:spPr>
          <a:xfrm>
            <a:off x="6116020" y="3061064"/>
            <a:ext cx="126852" cy="13162"/>
          </a:xfrm>
          <a:custGeom>
            <a:avLst/>
            <a:gdLst/>
            <a:ahLst/>
            <a:cxnLst/>
            <a:rect l="l" t="t" r="r" b="b"/>
            <a:pathLst>
              <a:path w="4838" h="502" extrusionOk="0">
                <a:moveTo>
                  <a:pt x="434" y="1"/>
                </a:moveTo>
                <a:cubicBezTo>
                  <a:pt x="201" y="1"/>
                  <a:pt x="1" y="201"/>
                  <a:pt x="1" y="435"/>
                </a:cubicBezTo>
                <a:lnTo>
                  <a:pt x="1" y="501"/>
                </a:lnTo>
                <a:cubicBezTo>
                  <a:pt x="1" y="268"/>
                  <a:pt x="201" y="101"/>
                  <a:pt x="434" y="101"/>
                </a:cubicBezTo>
                <a:lnTo>
                  <a:pt x="4437" y="101"/>
                </a:lnTo>
                <a:cubicBezTo>
                  <a:pt x="4671" y="101"/>
                  <a:pt x="4837" y="268"/>
                  <a:pt x="4837" y="501"/>
                </a:cubicBezTo>
                <a:lnTo>
                  <a:pt x="4837" y="435"/>
                </a:lnTo>
                <a:cubicBezTo>
                  <a:pt x="4837"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7"/>
          <p:cNvSpPr/>
          <p:nvPr/>
        </p:nvSpPr>
        <p:spPr>
          <a:xfrm>
            <a:off x="6116020" y="3671568"/>
            <a:ext cx="126852" cy="13136"/>
          </a:xfrm>
          <a:custGeom>
            <a:avLst/>
            <a:gdLst/>
            <a:ahLst/>
            <a:cxnLst/>
            <a:rect l="l" t="t" r="r" b="b"/>
            <a:pathLst>
              <a:path w="4838" h="501" extrusionOk="0">
                <a:moveTo>
                  <a:pt x="434" y="0"/>
                </a:moveTo>
                <a:cubicBezTo>
                  <a:pt x="201" y="0"/>
                  <a:pt x="1" y="167"/>
                  <a:pt x="1" y="401"/>
                </a:cubicBezTo>
                <a:lnTo>
                  <a:pt x="1" y="501"/>
                </a:lnTo>
                <a:cubicBezTo>
                  <a:pt x="1" y="267"/>
                  <a:pt x="201" y="67"/>
                  <a:pt x="434" y="67"/>
                </a:cubicBezTo>
                <a:lnTo>
                  <a:pt x="4437" y="67"/>
                </a:lnTo>
                <a:cubicBezTo>
                  <a:pt x="4671" y="67"/>
                  <a:pt x="4837" y="267"/>
                  <a:pt x="4837" y="501"/>
                </a:cubicBezTo>
                <a:lnTo>
                  <a:pt x="4837" y="401"/>
                </a:lnTo>
                <a:cubicBezTo>
                  <a:pt x="4837"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7"/>
          <p:cNvSpPr/>
          <p:nvPr/>
        </p:nvSpPr>
        <p:spPr>
          <a:xfrm>
            <a:off x="6116020"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37" y="67"/>
                </a:lnTo>
                <a:cubicBezTo>
                  <a:pt x="4671" y="67"/>
                  <a:pt x="4837" y="268"/>
                  <a:pt x="4837" y="501"/>
                </a:cubicBezTo>
                <a:lnTo>
                  <a:pt x="4837" y="401"/>
                </a:lnTo>
                <a:cubicBezTo>
                  <a:pt x="4837"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7"/>
          <p:cNvSpPr/>
          <p:nvPr/>
        </p:nvSpPr>
        <p:spPr>
          <a:xfrm>
            <a:off x="6116020" y="3360207"/>
            <a:ext cx="126852" cy="13136"/>
          </a:xfrm>
          <a:custGeom>
            <a:avLst/>
            <a:gdLst/>
            <a:ahLst/>
            <a:cxnLst/>
            <a:rect l="l" t="t" r="r" b="b"/>
            <a:pathLst>
              <a:path w="4838" h="501" extrusionOk="0">
                <a:moveTo>
                  <a:pt x="434" y="0"/>
                </a:moveTo>
                <a:cubicBezTo>
                  <a:pt x="201" y="0"/>
                  <a:pt x="1" y="167"/>
                  <a:pt x="1" y="400"/>
                </a:cubicBezTo>
                <a:lnTo>
                  <a:pt x="1" y="500"/>
                </a:lnTo>
                <a:cubicBezTo>
                  <a:pt x="1" y="267"/>
                  <a:pt x="201" y="67"/>
                  <a:pt x="434" y="67"/>
                </a:cubicBezTo>
                <a:lnTo>
                  <a:pt x="4437" y="67"/>
                </a:lnTo>
                <a:cubicBezTo>
                  <a:pt x="4671" y="67"/>
                  <a:pt x="4837" y="267"/>
                  <a:pt x="4837" y="500"/>
                </a:cubicBezTo>
                <a:lnTo>
                  <a:pt x="4837" y="400"/>
                </a:lnTo>
                <a:cubicBezTo>
                  <a:pt x="4837"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7"/>
          <p:cNvSpPr/>
          <p:nvPr/>
        </p:nvSpPr>
        <p:spPr>
          <a:xfrm>
            <a:off x="7319514" y="3515875"/>
            <a:ext cx="126826" cy="13162"/>
          </a:xfrm>
          <a:custGeom>
            <a:avLst/>
            <a:gdLst/>
            <a:ahLst/>
            <a:cxnLst/>
            <a:rect l="l" t="t" r="r" b="b"/>
            <a:pathLst>
              <a:path w="4837" h="502" extrusionOk="0">
                <a:moveTo>
                  <a:pt x="434" y="1"/>
                </a:moveTo>
                <a:cubicBezTo>
                  <a:pt x="200" y="1"/>
                  <a:pt x="0" y="168"/>
                  <a:pt x="0" y="401"/>
                </a:cubicBezTo>
                <a:lnTo>
                  <a:pt x="0" y="501"/>
                </a:lnTo>
                <a:cubicBezTo>
                  <a:pt x="0" y="268"/>
                  <a:pt x="200"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7"/>
          <p:cNvSpPr/>
          <p:nvPr/>
        </p:nvSpPr>
        <p:spPr>
          <a:xfrm>
            <a:off x="7319514" y="3204513"/>
            <a:ext cx="126826" cy="13136"/>
          </a:xfrm>
          <a:custGeom>
            <a:avLst/>
            <a:gdLst/>
            <a:ahLst/>
            <a:cxnLst/>
            <a:rect l="l" t="t" r="r" b="b"/>
            <a:pathLst>
              <a:path w="4837" h="501" extrusionOk="0">
                <a:moveTo>
                  <a:pt x="434" y="1"/>
                </a:moveTo>
                <a:cubicBezTo>
                  <a:pt x="200" y="1"/>
                  <a:pt x="0" y="201"/>
                  <a:pt x="0" y="401"/>
                </a:cubicBezTo>
                <a:lnTo>
                  <a:pt x="0" y="501"/>
                </a:lnTo>
                <a:cubicBezTo>
                  <a:pt x="0" y="267"/>
                  <a:pt x="200" y="67"/>
                  <a:pt x="434" y="67"/>
                </a:cubicBezTo>
                <a:lnTo>
                  <a:pt x="4437" y="67"/>
                </a:lnTo>
                <a:cubicBezTo>
                  <a:pt x="4637" y="67"/>
                  <a:pt x="4837" y="267"/>
                  <a:pt x="4837" y="501"/>
                </a:cubicBezTo>
                <a:lnTo>
                  <a:pt x="4837" y="401"/>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7"/>
          <p:cNvSpPr/>
          <p:nvPr/>
        </p:nvSpPr>
        <p:spPr>
          <a:xfrm>
            <a:off x="7319514" y="3360207"/>
            <a:ext cx="126826" cy="12271"/>
          </a:xfrm>
          <a:custGeom>
            <a:avLst/>
            <a:gdLst/>
            <a:ahLst/>
            <a:cxnLst/>
            <a:rect l="l" t="t" r="r" b="b"/>
            <a:pathLst>
              <a:path w="4837" h="468" extrusionOk="0">
                <a:moveTo>
                  <a:pt x="434" y="0"/>
                </a:moveTo>
                <a:cubicBezTo>
                  <a:pt x="200" y="0"/>
                  <a:pt x="0" y="167"/>
                  <a:pt x="0" y="400"/>
                </a:cubicBezTo>
                <a:lnTo>
                  <a:pt x="0" y="467"/>
                </a:lnTo>
                <a:cubicBezTo>
                  <a:pt x="0" y="267"/>
                  <a:pt x="200" y="67"/>
                  <a:pt x="434" y="67"/>
                </a:cubicBezTo>
                <a:lnTo>
                  <a:pt x="4437" y="67"/>
                </a:lnTo>
                <a:cubicBezTo>
                  <a:pt x="4637" y="67"/>
                  <a:pt x="4837" y="267"/>
                  <a:pt x="4837" y="467"/>
                </a:cubicBezTo>
                <a:lnTo>
                  <a:pt x="4837" y="400"/>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7"/>
          <p:cNvSpPr/>
          <p:nvPr/>
        </p:nvSpPr>
        <p:spPr>
          <a:xfrm>
            <a:off x="7835522" y="2967485"/>
            <a:ext cx="126852" cy="13162"/>
          </a:xfrm>
          <a:custGeom>
            <a:avLst/>
            <a:gdLst/>
            <a:ahLst/>
            <a:cxnLst/>
            <a:rect l="l" t="t" r="r" b="b"/>
            <a:pathLst>
              <a:path w="4838" h="502" extrusionOk="0">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7"/>
          <p:cNvSpPr/>
          <p:nvPr/>
        </p:nvSpPr>
        <p:spPr>
          <a:xfrm>
            <a:off x="7319514" y="3061064"/>
            <a:ext cx="126826" cy="13162"/>
          </a:xfrm>
          <a:custGeom>
            <a:avLst/>
            <a:gdLst/>
            <a:ahLst/>
            <a:cxnLst/>
            <a:rect l="l" t="t" r="r" b="b"/>
            <a:pathLst>
              <a:path w="4837" h="502" extrusionOk="0">
                <a:moveTo>
                  <a:pt x="434" y="1"/>
                </a:moveTo>
                <a:cubicBezTo>
                  <a:pt x="200" y="1"/>
                  <a:pt x="0" y="201"/>
                  <a:pt x="0" y="435"/>
                </a:cubicBezTo>
                <a:lnTo>
                  <a:pt x="0" y="501"/>
                </a:lnTo>
                <a:cubicBezTo>
                  <a:pt x="0" y="268"/>
                  <a:pt x="200"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7"/>
          <p:cNvSpPr/>
          <p:nvPr/>
        </p:nvSpPr>
        <p:spPr>
          <a:xfrm>
            <a:off x="7319514" y="2967485"/>
            <a:ext cx="126826" cy="13162"/>
          </a:xfrm>
          <a:custGeom>
            <a:avLst/>
            <a:gdLst/>
            <a:ahLst/>
            <a:cxnLst/>
            <a:rect l="l" t="t" r="r" b="b"/>
            <a:pathLst>
              <a:path w="4837" h="502" extrusionOk="0">
                <a:moveTo>
                  <a:pt x="434" y="1"/>
                </a:moveTo>
                <a:cubicBezTo>
                  <a:pt x="200" y="1"/>
                  <a:pt x="0" y="201"/>
                  <a:pt x="0" y="434"/>
                </a:cubicBezTo>
                <a:lnTo>
                  <a:pt x="0" y="501"/>
                </a:lnTo>
                <a:cubicBezTo>
                  <a:pt x="0" y="268"/>
                  <a:pt x="200"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7"/>
          <p:cNvSpPr/>
          <p:nvPr/>
        </p:nvSpPr>
        <p:spPr>
          <a:xfrm>
            <a:off x="7835522" y="3671568"/>
            <a:ext cx="126852" cy="13136"/>
          </a:xfrm>
          <a:custGeom>
            <a:avLst/>
            <a:gdLst/>
            <a:ahLst/>
            <a:cxnLst/>
            <a:rect l="l" t="t" r="r" b="b"/>
            <a:pathLst>
              <a:path w="4838" h="501" extrusionOk="0">
                <a:moveTo>
                  <a:pt x="401" y="0"/>
                </a:moveTo>
                <a:cubicBezTo>
                  <a:pt x="168" y="0"/>
                  <a:pt x="1" y="167"/>
                  <a:pt x="1" y="401"/>
                </a:cubicBezTo>
                <a:lnTo>
                  <a:pt x="1" y="501"/>
                </a:lnTo>
                <a:cubicBezTo>
                  <a:pt x="1" y="267"/>
                  <a:pt x="168" y="67"/>
                  <a:pt x="401" y="67"/>
                </a:cubicBezTo>
                <a:lnTo>
                  <a:pt x="4404" y="67"/>
                </a:lnTo>
                <a:cubicBezTo>
                  <a:pt x="4637" y="67"/>
                  <a:pt x="4838" y="267"/>
                  <a:pt x="4838" y="501"/>
                </a:cubicBezTo>
                <a:lnTo>
                  <a:pt x="4838" y="401"/>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7"/>
          <p:cNvSpPr/>
          <p:nvPr/>
        </p:nvSpPr>
        <p:spPr>
          <a:xfrm>
            <a:off x="7663231" y="2967485"/>
            <a:ext cx="126852" cy="13162"/>
          </a:xfrm>
          <a:custGeom>
            <a:avLst/>
            <a:gdLst/>
            <a:ahLst/>
            <a:cxnLst/>
            <a:rect l="l" t="t" r="r" b="b"/>
            <a:pathLst>
              <a:path w="4838" h="502" extrusionOk="0">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7"/>
          <p:cNvSpPr/>
          <p:nvPr/>
        </p:nvSpPr>
        <p:spPr>
          <a:xfrm>
            <a:off x="7663231" y="3204513"/>
            <a:ext cx="126852" cy="13136"/>
          </a:xfrm>
          <a:custGeom>
            <a:avLst/>
            <a:gdLst/>
            <a:ahLst/>
            <a:cxnLst/>
            <a:rect l="l" t="t" r="r" b="b"/>
            <a:pathLst>
              <a:path w="4838" h="501" extrusionOk="0">
                <a:moveTo>
                  <a:pt x="434" y="1"/>
                </a:moveTo>
                <a:cubicBezTo>
                  <a:pt x="201" y="1"/>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7"/>
          <p:cNvSpPr/>
          <p:nvPr/>
        </p:nvSpPr>
        <p:spPr>
          <a:xfrm>
            <a:off x="7663231" y="3061064"/>
            <a:ext cx="126852" cy="13162"/>
          </a:xfrm>
          <a:custGeom>
            <a:avLst/>
            <a:gdLst/>
            <a:ahLst/>
            <a:cxnLst/>
            <a:rect l="l" t="t" r="r" b="b"/>
            <a:pathLst>
              <a:path w="4838" h="502" extrusionOk="0">
                <a:moveTo>
                  <a:pt x="434" y="1"/>
                </a:moveTo>
                <a:cubicBezTo>
                  <a:pt x="201" y="1"/>
                  <a:pt x="0" y="201"/>
                  <a:pt x="0" y="435"/>
                </a:cubicBezTo>
                <a:lnTo>
                  <a:pt x="0" y="501"/>
                </a:lnTo>
                <a:cubicBezTo>
                  <a:pt x="0" y="268"/>
                  <a:pt x="201"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7"/>
          <p:cNvSpPr/>
          <p:nvPr/>
        </p:nvSpPr>
        <p:spPr>
          <a:xfrm>
            <a:off x="7663231" y="3360207"/>
            <a:ext cx="126852" cy="13136"/>
          </a:xfrm>
          <a:custGeom>
            <a:avLst/>
            <a:gdLst/>
            <a:ahLst/>
            <a:cxnLst/>
            <a:rect l="l" t="t" r="r" b="b"/>
            <a:pathLst>
              <a:path w="4838" h="501" extrusionOk="0">
                <a:moveTo>
                  <a:pt x="434" y="0"/>
                </a:moveTo>
                <a:cubicBezTo>
                  <a:pt x="201" y="0"/>
                  <a:pt x="0" y="167"/>
                  <a:pt x="0" y="400"/>
                </a:cubicBezTo>
                <a:lnTo>
                  <a:pt x="0" y="500"/>
                </a:lnTo>
                <a:cubicBezTo>
                  <a:pt x="0" y="267"/>
                  <a:pt x="201" y="67"/>
                  <a:pt x="434" y="67"/>
                </a:cubicBezTo>
                <a:lnTo>
                  <a:pt x="4437" y="67"/>
                </a:lnTo>
                <a:cubicBezTo>
                  <a:pt x="4637" y="67"/>
                  <a:pt x="4837" y="267"/>
                  <a:pt x="4837" y="500"/>
                </a:cubicBezTo>
                <a:lnTo>
                  <a:pt x="4837" y="400"/>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7"/>
          <p:cNvSpPr/>
          <p:nvPr/>
        </p:nvSpPr>
        <p:spPr>
          <a:xfrm>
            <a:off x="7663231" y="3671568"/>
            <a:ext cx="126852" cy="13136"/>
          </a:xfrm>
          <a:custGeom>
            <a:avLst/>
            <a:gdLst/>
            <a:ahLst/>
            <a:cxnLst/>
            <a:rect l="l" t="t" r="r" b="b"/>
            <a:pathLst>
              <a:path w="4838" h="501" extrusionOk="0">
                <a:moveTo>
                  <a:pt x="434" y="0"/>
                </a:moveTo>
                <a:cubicBezTo>
                  <a:pt x="201" y="0"/>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7"/>
          <p:cNvSpPr/>
          <p:nvPr/>
        </p:nvSpPr>
        <p:spPr>
          <a:xfrm>
            <a:off x="7663231" y="3515875"/>
            <a:ext cx="126852" cy="13162"/>
          </a:xfrm>
          <a:custGeom>
            <a:avLst/>
            <a:gdLst/>
            <a:ahLst/>
            <a:cxnLst/>
            <a:rect l="l" t="t" r="r" b="b"/>
            <a:pathLst>
              <a:path w="4838" h="502" extrusionOk="0">
                <a:moveTo>
                  <a:pt x="434" y="1"/>
                </a:moveTo>
                <a:cubicBezTo>
                  <a:pt x="201" y="1"/>
                  <a:pt x="0" y="168"/>
                  <a:pt x="0" y="401"/>
                </a:cubicBezTo>
                <a:lnTo>
                  <a:pt x="0" y="501"/>
                </a:lnTo>
                <a:cubicBezTo>
                  <a:pt x="0" y="268"/>
                  <a:pt x="201"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a:off x="8006947" y="2967485"/>
            <a:ext cx="126852" cy="13162"/>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7"/>
          <p:cNvSpPr/>
          <p:nvPr/>
        </p:nvSpPr>
        <p:spPr>
          <a:xfrm>
            <a:off x="7835522" y="3515875"/>
            <a:ext cx="126852" cy="13162"/>
          </a:xfrm>
          <a:custGeom>
            <a:avLst/>
            <a:gdLst/>
            <a:ahLst/>
            <a:cxnLst/>
            <a:rect l="l" t="t" r="r" b="b"/>
            <a:pathLst>
              <a:path w="4838" h="502" extrusionOk="0">
                <a:moveTo>
                  <a:pt x="401" y="1"/>
                </a:moveTo>
                <a:cubicBezTo>
                  <a:pt x="168" y="1"/>
                  <a:pt x="1" y="168"/>
                  <a:pt x="1" y="401"/>
                </a:cubicBezTo>
                <a:lnTo>
                  <a:pt x="1" y="501"/>
                </a:lnTo>
                <a:cubicBezTo>
                  <a:pt x="1" y="268"/>
                  <a:pt x="168" y="67"/>
                  <a:pt x="401"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7"/>
          <p:cNvSpPr/>
          <p:nvPr/>
        </p:nvSpPr>
        <p:spPr>
          <a:xfrm>
            <a:off x="7491805" y="2967485"/>
            <a:ext cx="126852" cy="13162"/>
          </a:xfrm>
          <a:custGeom>
            <a:avLst/>
            <a:gdLst/>
            <a:ahLst/>
            <a:cxnLst/>
            <a:rect l="l" t="t" r="r" b="b"/>
            <a:pathLst>
              <a:path w="4838" h="502" extrusionOk="0">
                <a:moveTo>
                  <a:pt x="401" y="1"/>
                </a:moveTo>
                <a:cubicBezTo>
                  <a:pt x="167" y="1"/>
                  <a:pt x="0" y="201"/>
                  <a:pt x="0" y="434"/>
                </a:cubicBezTo>
                <a:lnTo>
                  <a:pt x="0" y="501"/>
                </a:lnTo>
                <a:cubicBezTo>
                  <a:pt x="0" y="268"/>
                  <a:pt x="167"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a:off x="7835522" y="3204513"/>
            <a:ext cx="298279" cy="13136"/>
          </a:xfrm>
          <a:custGeom>
            <a:avLst/>
            <a:gdLst/>
            <a:ahLst/>
            <a:cxnLst/>
            <a:rect l="l" t="t" r="r" b="b"/>
            <a:pathLst>
              <a:path w="11376" h="501" extrusionOk="0">
                <a:moveTo>
                  <a:pt x="401" y="1"/>
                </a:moveTo>
                <a:cubicBezTo>
                  <a:pt x="168" y="1"/>
                  <a:pt x="1" y="167"/>
                  <a:pt x="1" y="401"/>
                </a:cubicBezTo>
                <a:lnTo>
                  <a:pt x="1" y="501"/>
                </a:lnTo>
                <a:cubicBezTo>
                  <a:pt x="1" y="267"/>
                  <a:pt x="168" y="67"/>
                  <a:pt x="401" y="67"/>
                </a:cubicBezTo>
                <a:lnTo>
                  <a:pt x="10975" y="67"/>
                </a:lnTo>
                <a:cubicBezTo>
                  <a:pt x="11209" y="67"/>
                  <a:pt x="11376" y="267"/>
                  <a:pt x="11376" y="501"/>
                </a:cubicBezTo>
                <a:lnTo>
                  <a:pt x="11376" y="401"/>
                </a:lnTo>
                <a:cubicBezTo>
                  <a:pt x="11376" y="167"/>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7835522" y="3061064"/>
            <a:ext cx="298279" cy="13162"/>
          </a:xfrm>
          <a:custGeom>
            <a:avLst/>
            <a:gdLst/>
            <a:ahLst/>
            <a:cxnLst/>
            <a:rect l="l" t="t" r="r" b="b"/>
            <a:pathLst>
              <a:path w="11376" h="502" extrusionOk="0">
                <a:moveTo>
                  <a:pt x="401" y="1"/>
                </a:moveTo>
                <a:cubicBezTo>
                  <a:pt x="168" y="1"/>
                  <a:pt x="1" y="201"/>
                  <a:pt x="1" y="435"/>
                </a:cubicBezTo>
                <a:lnTo>
                  <a:pt x="1" y="501"/>
                </a:lnTo>
                <a:cubicBezTo>
                  <a:pt x="1" y="268"/>
                  <a:pt x="168" y="101"/>
                  <a:pt x="401" y="101"/>
                </a:cubicBezTo>
                <a:lnTo>
                  <a:pt x="10975" y="101"/>
                </a:lnTo>
                <a:cubicBezTo>
                  <a:pt x="11209" y="101"/>
                  <a:pt x="11376" y="268"/>
                  <a:pt x="11376" y="501"/>
                </a:cubicBezTo>
                <a:lnTo>
                  <a:pt x="11376" y="435"/>
                </a:lnTo>
                <a:cubicBezTo>
                  <a:pt x="11376" y="201"/>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7"/>
          <p:cNvSpPr/>
          <p:nvPr/>
        </p:nvSpPr>
        <p:spPr>
          <a:xfrm>
            <a:off x="8006947"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7"/>
          <p:cNvSpPr/>
          <p:nvPr/>
        </p:nvSpPr>
        <p:spPr>
          <a:xfrm>
            <a:off x="7835522" y="3360207"/>
            <a:ext cx="126852" cy="13136"/>
          </a:xfrm>
          <a:custGeom>
            <a:avLst/>
            <a:gdLst/>
            <a:ahLst/>
            <a:cxnLst/>
            <a:rect l="l" t="t" r="r" b="b"/>
            <a:pathLst>
              <a:path w="4838" h="501" extrusionOk="0">
                <a:moveTo>
                  <a:pt x="401" y="0"/>
                </a:moveTo>
                <a:cubicBezTo>
                  <a:pt x="168" y="0"/>
                  <a:pt x="1" y="167"/>
                  <a:pt x="1" y="400"/>
                </a:cubicBezTo>
                <a:lnTo>
                  <a:pt x="1" y="500"/>
                </a:lnTo>
                <a:cubicBezTo>
                  <a:pt x="1" y="267"/>
                  <a:pt x="168" y="67"/>
                  <a:pt x="401" y="67"/>
                </a:cubicBezTo>
                <a:lnTo>
                  <a:pt x="4404" y="67"/>
                </a:lnTo>
                <a:cubicBezTo>
                  <a:pt x="4637" y="67"/>
                  <a:pt x="4838" y="267"/>
                  <a:pt x="4838" y="500"/>
                </a:cubicBezTo>
                <a:lnTo>
                  <a:pt x="4838" y="400"/>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7"/>
          <p:cNvSpPr/>
          <p:nvPr/>
        </p:nvSpPr>
        <p:spPr>
          <a:xfrm>
            <a:off x="8006947" y="3671568"/>
            <a:ext cx="126852" cy="13136"/>
          </a:xfrm>
          <a:custGeom>
            <a:avLst/>
            <a:gdLst/>
            <a:ahLst/>
            <a:cxnLst/>
            <a:rect l="l" t="t" r="r" b="b"/>
            <a:pathLst>
              <a:path w="4838" h="501" extrusionOk="0">
                <a:moveTo>
                  <a:pt x="434" y="0"/>
                </a:moveTo>
                <a:cubicBezTo>
                  <a:pt x="201" y="0"/>
                  <a:pt x="1" y="167"/>
                  <a:pt x="1" y="401"/>
                </a:cubicBezTo>
                <a:lnTo>
                  <a:pt x="1" y="501"/>
                </a:lnTo>
                <a:cubicBezTo>
                  <a:pt x="1" y="267"/>
                  <a:pt x="201" y="67"/>
                  <a:pt x="434" y="67"/>
                </a:cubicBezTo>
                <a:lnTo>
                  <a:pt x="4437" y="67"/>
                </a:lnTo>
                <a:cubicBezTo>
                  <a:pt x="4671" y="67"/>
                  <a:pt x="4838" y="267"/>
                  <a:pt x="4838" y="501"/>
                </a:cubicBezTo>
                <a:lnTo>
                  <a:pt x="4838" y="401"/>
                </a:lnTo>
                <a:cubicBezTo>
                  <a:pt x="4838"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7"/>
          <p:cNvSpPr/>
          <p:nvPr/>
        </p:nvSpPr>
        <p:spPr>
          <a:xfrm>
            <a:off x="7491805" y="3360207"/>
            <a:ext cx="126852" cy="13136"/>
          </a:xfrm>
          <a:custGeom>
            <a:avLst/>
            <a:gdLst/>
            <a:ahLst/>
            <a:cxnLst/>
            <a:rect l="l" t="t" r="r" b="b"/>
            <a:pathLst>
              <a:path w="4838" h="501" extrusionOk="0">
                <a:moveTo>
                  <a:pt x="401" y="0"/>
                </a:moveTo>
                <a:cubicBezTo>
                  <a:pt x="167" y="0"/>
                  <a:pt x="0" y="167"/>
                  <a:pt x="0" y="400"/>
                </a:cubicBezTo>
                <a:lnTo>
                  <a:pt x="0" y="500"/>
                </a:lnTo>
                <a:cubicBezTo>
                  <a:pt x="0" y="267"/>
                  <a:pt x="167"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7"/>
          <p:cNvSpPr/>
          <p:nvPr/>
        </p:nvSpPr>
        <p:spPr>
          <a:xfrm>
            <a:off x="7491805" y="3515875"/>
            <a:ext cx="126852" cy="13162"/>
          </a:xfrm>
          <a:custGeom>
            <a:avLst/>
            <a:gdLst/>
            <a:ahLst/>
            <a:cxnLst/>
            <a:rect l="l" t="t" r="r" b="b"/>
            <a:pathLst>
              <a:path w="4838" h="502" extrusionOk="0">
                <a:moveTo>
                  <a:pt x="401" y="1"/>
                </a:moveTo>
                <a:cubicBezTo>
                  <a:pt x="167" y="1"/>
                  <a:pt x="0" y="168"/>
                  <a:pt x="0" y="401"/>
                </a:cubicBezTo>
                <a:lnTo>
                  <a:pt x="0" y="501"/>
                </a:lnTo>
                <a:cubicBezTo>
                  <a:pt x="0" y="268"/>
                  <a:pt x="167"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a:off x="7491805" y="3061064"/>
            <a:ext cx="126852" cy="13162"/>
          </a:xfrm>
          <a:custGeom>
            <a:avLst/>
            <a:gdLst/>
            <a:ahLst/>
            <a:cxnLst/>
            <a:rect l="l" t="t" r="r" b="b"/>
            <a:pathLst>
              <a:path w="4838" h="502" extrusionOk="0">
                <a:moveTo>
                  <a:pt x="401" y="1"/>
                </a:moveTo>
                <a:cubicBezTo>
                  <a:pt x="167" y="1"/>
                  <a:pt x="0" y="201"/>
                  <a:pt x="0" y="435"/>
                </a:cubicBezTo>
                <a:lnTo>
                  <a:pt x="0" y="501"/>
                </a:lnTo>
                <a:cubicBezTo>
                  <a:pt x="0" y="268"/>
                  <a:pt x="167"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7"/>
          <p:cNvSpPr/>
          <p:nvPr/>
        </p:nvSpPr>
        <p:spPr>
          <a:xfrm>
            <a:off x="7491805" y="3204513"/>
            <a:ext cx="126852" cy="13136"/>
          </a:xfrm>
          <a:custGeom>
            <a:avLst/>
            <a:gdLst/>
            <a:ahLst/>
            <a:cxnLst/>
            <a:rect l="l" t="t" r="r" b="b"/>
            <a:pathLst>
              <a:path w="4838" h="501" extrusionOk="0">
                <a:moveTo>
                  <a:pt x="401" y="1"/>
                </a:moveTo>
                <a:cubicBezTo>
                  <a:pt x="167" y="1"/>
                  <a:pt x="0" y="167"/>
                  <a:pt x="0" y="401"/>
                </a:cubicBezTo>
                <a:lnTo>
                  <a:pt x="0" y="501"/>
                </a:lnTo>
                <a:cubicBezTo>
                  <a:pt x="0" y="267"/>
                  <a:pt x="167"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7"/>
          <p:cNvSpPr/>
          <p:nvPr/>
        </p:nvSpPr>
        <p:spPr>
          <a:xfrm>
            <a:off x="8162641" y="2772461"/>
            <a:ext cx="111986" cy="114581"/>
          </a:xfrm>
          <a:custGeom>
            <a:avLst/>
            <a:gdLst/>
            <a:ahLst/>
            <a:cxnLst/>
            <a:rect l="l" t="t" r="r" b="b"/>
            <a:pathLst>
              <a:path w="4271" h="4370" extrusionOk="0">
                <a:moveTo>
                  <a:pt x="2135" y="0"/>
                </a:moveTo>
                <a:cubicBezTo>
                  <a:pt x="968" y="0"/>
                  <a:pt x="0" y="967"/>
                  <a:pt x="0" y="2168"/>
                </a:cubicBezTo>
                <a:cubicBezTo>
                  <a:pt x="0" y="3403"/>
                  <a:pt x="968" y="4370"/>
                  <a:pt x="2135" y="4370"/>
                </a:cubicBezTo>
                <a:cubicBezTo>
                  <a:pt x="3336" y="4370"/>
                  <a:pt x="4270" y="3403"/>
                  <a:pt x="4270" y="2168"/>
                </a:cubicBezTo>
                <a:cubicBezTo>
                  <a:pt x="4270" y="967"/>
                  <a:pt x="3336" y="0"/>
                  <a:pt x="2135" y="0"/>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a:off x="8162641" y="2772461"/>
            <a:ext cx="111986" cy="111959"/>
          </a:xfrm>
          <a:custGeom>
            <a:avLst/>
            <a:gdLst/>
            <a:ahLst/>
            <a:cxnLst/>
            <a:rect l="l" t="t" r="r" b="b"/>
            <a:pathLst>
              <a:path w="4271" h="4270" extrusionOk="0">
                <a:moveTo>
                  <a:pt x="2135" y="0"/>
                </a:moveTo>
                <a:cubicBezTo>
                  <a:pt x="968" y="0"/>
                  <a:pt x="0" y="934"/>
                  <a:pt x="0" y="2135"/>
                </a:cubicBezTo>
                <a:cubicBezTo>
                  <a:pt x="0" y="3302"/>
                  <a:pt x="968" y="4270"/>
                  <a:pt x="2135" y="4270"/>
                </a:cubicBezTo>
                <a:cubicBezTo>
                  <a:pt x="3336" y="4270"/>
                  <a:pt x="4270" y="3302"/>
                  <a:pt x="4270" y="2135"/>
                </a:cubicBezTo>
                <a:cubicBezTo>
                  <a:pt x="4270" y="934"/>
                  <a:pt x="3336" y="0"/>
                  <a:pt x="2135" y="0"/>
                </a:cubicBezTo>
                <a:close/>
              </a:path>
            </a:pathLst>
          </a:custGeom>
          <a:solidFill>
            <a:srgbClr val="B6BA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a:off x="8173129" y="2782084"/>
            <a:ext cx="91875" cy="92714"/>
          </a:xfrm>
          <a:custGeom>
            <a:avLst/>
            <a:gdLst/>
            <a:ahLst/>
            <a:cxnLst/>
            <a:rect l="l" t="t" r="r" b="b"/>
            <a:pathLst>
              <a:path w="3504" h="3536" extrusionOk="0">
                <a:moveTo>
                  <a:pt x="1735" y="0"/>
                </a:moveTo>
                <a:cubicBezTo>
                  <a:pt x="768" y="0"/>
                  <a:pt x="1" y="801"/>
                  <a:pt x="1" y="1768"/>
                </a:cubicBezTo>
                <a:cubicBezTo>
                  <a:pt x="1" y="2735"/>
                  <a:pt x="768" y="3536"/>
                  <a:pt x="1735" y="3536"/>
                </a:cubicBezTo>
                <a:cubicBezTo>
                  <a:pt x="2703" y="3536"/>
                  <a:pt x="3503" y="2735"/>
                  <a:pt x="3503" y="1768"/>
                </a:cubicBezTo>
                <a:cubicBezTo>
                  <a:pt x="3503" y="801"/>
                  <a:pt x="2703" y="0"/>
                  <a:pt x="1735" y="0"/>
                </a:cubicBezTo>
                <a:close/>
              </a:path>
            </a:pathLst>
          </a:custGeom>
          <a:solidFill>
            <a:srgbClr val="D0D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a:off x="8173129" y="2827549"/>
            <a:ext cx="91875" cy="47248"/>
          </a:xfrm>
          <a:custGeom>
            <a:avLst/>
            <a:gdLst/>
            <a:ahLst/>
            <a:cxnLst/>
            <a:rect l="l" t="t" r="r" b="b"/>
            <a:pathLst>
              <a:path w="3504" h="1802" extrusionOk="0">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7"/>
          <p:cNvSpPr/>
          <p:nvPr/>
        </p:nvSpPr>
        <p:spPr>
          <a:xfrm>
            <a:off x="5646147" y="2701671"/>
            <a:ext cx="68916" cy="31575"/>
          </a:xfrm>
          <a:custGeom>
            <a:avLst/>
            <a:gdLst/>
            <a:ahLst/>
            <a:cxnLst/>
            <a:rect l="l" t="t" r="r" b="b"/>
            <a:pathLst>
              <a:path w="2259" h="1035" extrusionOk="0">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7"/>
          <p:cNvSpPr/>
          <p:nvPr/>
        </p:nvSpPr>
        <p:spPr>
          <a:xfrm>
            <a:off x="5764205" y="2701671"/>
            <a:ext cx="68886" cy="31575"/>
          </a:xfrm>
          <a:custGeom>
            <a:avLst/>
            <a:gdLst/>
            <a:ahLst/>
            <a:cxnLst/>
            <a:rect l="l" t="t" r="r" b="b"/>
            <a:pathLst>
              <a:path w="2258" h="1035" extrusionOk="0">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7"/>
          <p:cNvSpPr/>
          <p:nvPr/>
        </p:nvSpPr>
        <p:spPr>
          <a:xfrm>
            <a:off x="5882232" y="2701671"/>
            <a:ext cx="68916" cy="31575"/>
          </a:xfrm>
          <a:custGeom>
            <a:avLst/>
            <a:gdLst/>
            <a:ahLst/>
            <a:cxnLst/>
            <a:rect l="l" t="t" r="r" b="b"/>
            <a:pathLst>
              <a:path w="2259" h="1035" extrusionOk="0">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7"/>
          <p:cNvSpPr/>
          <p:nvPr/>
        </p:nvSpPr>
        <p:spPr>
          <a:xfrm>
            <a:off x="7158576" y="2327273"/>
            <a:ext cx="26" cy="52492"/>
          </a:xfrm>
          <a:custGeom>
            <a:avLst/>
            <a:gdLst/>
            <a:ahLst/>
            <a:cxnLst/>
            <a:rect l="l" t="t" r="r" b="b"/>
            <a:pathLst>
              <a:path w="1" h="2002" extrusionOk="0">
                <a:moveTo>
                  <a:pt x="0" y="2002"/>
                </a:moveTo>
                <a:lnTo>
                  <a:pt x="0" y="0"/>
                </a:lnTo>
              </a:path>
            </a:pathLst>
          </a:custGeom>
          <a:solidFill>
            <a:srgbClr val="1F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7"/>
          <p:cNvSpPr/>
          <p:nvPr/>
        </p:nvSpPr>
        <p:spPr>
          <a:xfrm>
            <a:off x="7807545" y="2334545"/>
            <a:ext cx="107607" cy="32408"/>
          </a:xfrm>
          <a:custGeom>
            <a:avLst/>
            <a:gdLst/>
            <a:ahLst/>
            <a:cxnLst/>
            <a:rect l="l" t="t" r="r" b="b"/>
            <a:pathLst>
              <a:path w="4104" h="1236" extrusionOk="0">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7"/>
          <p:cNvSpPr/>
          <p:nvPr/>
        </p:nvSpPr>
        <p:spPr>
          <a:xfrm>
            <a:off x="7935236" y="2334545"/>
            <a:ext cx="107607" cy="32408"/>
          </a:xfrm>
          <a:custGeom>
            <a:avLst/>
            <a:gdLst/>
            <a:ahLst/>
            <a:cxnLst/>
            <a:rect l="l" t="t" r="r" b="b"/>
            <a:pathLst>
              <a:path w="4104" h="1236" extrusionOk="0">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7"/>
          <p:cNvSpPr/>
          <p:nvPr/>
        </p:nvSpPr>
        <p:spPr>
          <a:xfrm>
            <a:off x="7646607" y="2523460"/>
            <a:ext cx="697111" cy="32408"/>
          </a:xfrm>
          <a:custGeom>
            <a:avLst/>
            <a:gdLst/>
            <a:ahLst/>
            <a:cxnLst/>
            <a:rect l="l" t="t" r="r" b="b"/>
            <a:pathLst>
              <a:path w="26587" h="1236" extrusionOk="0">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7"/>
          <p:cNvSpPr/>
          <p:nvPr/>
        </p:nvSpPr>
        <p:spPr>
          <a:xfrm>
            <a:off x="8170507" y="2589954"/>
            <a:ext cx="136475" cy="33247"/>
          </a:xfrm>
          <a:custGeom>
            <a:avLst/>
            <a:gdLst/>
            <a:ahLst/>
            <a:cxnLst/>
            <a:rect l="l" t="t" r="r" b="b"/>
            <a:pathLst>
              <a:path w="5205" h="1268" extrusionOk="0">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7"/>
          <p:cNvSpPr/>
          <p:nvPr/>
        </p:nvSpPr>
        <p:spPr>
          <a:xfrm>
            <a:off x="8027084" y="2589954"/>
            <a:ext cx="123339" cy="33247"/>
          </a:xfrm>
          <a:custGeom>
            <a:avLst/>
            <a:gdLst/>
            <a:ahLst/>
            <a:cxnLst/>
            <a:rect l="l" t="t" r="r" b="b"/>
            <a:pathLst>
              <a:path w="4704" h="1268" extrusionOk="0">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7"/>
          <p:cNvSpPr/>
          <p:nvPr/>
        </p:nvSpPr>
        <p:spPr>
          <a:xfrm>
            <a:off x="7916882" y="2122898"/>
            <a:ext cx="649863" cy="545796"/>
          </a:xfrm>
          <a:custGeom>
            <a:avLst/>
            <a:gdLst/>
            <a:ahLst/>
            <a:cxnLst/>
            <a:rect l="l" t="t" r="r" b="b"/>
            <a:pathLst>
              <a:path w="24785" h="20816" extrusionOk="0">
                <a:moveTo>
                  <a:pt x="20815" y="0"/>
                </a:moveTo>
                <a:lnTo>
                  <a:pt x="0" y="20815"/>
                </a:lnTo>
                <a:lnTo>
                  <a:pt x="4303" y="20815"/>
                </a:lnTo>
                <a:lnTo>
                  <a:pt x="24584" y="534"/>
                </a:lnTo>
                <a:lnTo>
                  <a:pt x="24784" y="0"/>
                </a:lnTo>
                <a:close/>
              </a:path>
            </a:pathLst>
          </a:custGeom>
          <a:solidFill>
            <a:srgbClr val="E1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7"/>
          <p:cNvSpPr/>
          <p:nvPr/>
        </p:nvSpPr>
        <p:spPr>
          <a:xfrm>
            <a:off x="4992525" y="1047062"/>
            <a:ext cx="2624530" cy="1703569"/>
          </a:xfrm>
          <a:custGeom>
            <a:avLst/>
            <a:gdLst/>
            <a:ahLst/>
            <a:cxnLst/>
            <a:rect l="l" t="t" r="r" b="b"/>
            <a:pathLst>
              <a:path w="86029" h="55841" extrusionOk="0">
                <a:moveTo>
                  <a:pt x="2102" y="1"/>
                </a:moveTo>
                <a:cubicBezTo>
                  <a:pt x="935" y="1"/>
                  <a:pt x="1" y="935"/>
                  <a:pt x="1" y="2102"/>
                </a:cubicBezTo>
                <a:lnTo>
                  <a:pt x="1" y="53739"/>
                </a:lnTo>
                <a:cubicBezTo>
                  <a:pt x="1" y="54907"/>
                  <a:pt x="935" y="55841"/>
                  <a:pt x="2102" y="55841"/>
                </a:cubicBezTo>
                <a:lnTo>
                  <a:pt x="83894" y="55841"/>
                </a:lnTo>
                <a:cubicBezTo>
                  <a:pt x="85062" y="55841"/>
                  <a:pt x="86029" y="54907"/>
                  <a:pt x="86029" y="53739"/>
                </a:cubicBezTo>
                <a:lnTo>
                  <a:pt x="86029" y="2102"/>
                </a:lnTo>
                <a:cubicBezTo>
                  <a:pt x="86029" y="935"/>
                  <a:pt x="85062" y="1"/>
                  <a:pt x="83894"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7"/>
          <p:cNvSpPr/>
          <p:nvPr/>
        </p:nvSpPr>
        <p:spPr>
          <a:xfrm>
            <a:off x="4992525" y="1047062"/>
            <a:ext cx="2624530" cy="274812"/>
          </a:xfrm>
          <a:custGeom>
            <a:avLst/>
            <a:gdLst/>
            <a:ahLst/>
            <a:cxnLst/>
            <a:rect l="l" t="t" r="r" b="b"/>
            <a:pathLst>
              <a:path w="86029" h="9008" extrusionOk="0">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7"/>
          <p:cNvSpPr/>
          <p:nvPr/>
        </p:nvSpPr>
        <p:spPr>
          <a:xfrm>
            <a:off x="5098380" y="1404255"/>
            <a:ext cx="2417933" cy="1256817"/>
          </a:xfrm>
          <a:custGeom>
            <a:avLst/>
            <a:gdLst/>
            <a:ahLst/>
            <a:cxnLst/>
            <a:rect l="l" t="t" r="r" b="b"/>
            <a:pathLst>
              <a:path w="79257" h="41197" extrusionOk="0">
                <a:moveTo>
                  <a:pt x="77522" y="41196"/>
                </a:moveTo>
                <a:lnTo>
                  <a:pt x="1735" y="41196"/>
                </a:lnTo>
                <a:cubicBezTo>
                  <a:pt x="767" y="41196"/>
                  <a:pt x="0" y="40429"/>
                  <a:pt x="0" y="39462"/>
                </a:cubicBezTo>
                <a:lnTo>
                  <a:pt x="0" y="1735"/>
                </a:lnTo>
                <a:cubicBezTo>
                  <a:pt x="0" y="768"/>
                  <a:pt x="767" y="0"/>
                  <a:pt x="1735" y="0"/>
                </a:cubicBezTo>
                <a:lnTo>
                  <a:pt x="77522" y="0"/>
                </a:lnTo>
                <a:cubicBezTo>
                  <a:pt x="78489" y="0"/>
                  <a:pt x="79257" y="768"/>
                  <a:pt x="79257" y="1735"/>
                </a:cubicBezTo>
                <a:lnTo>
                  <a:pt x="79257" y="39462"/>
                </a:lnTo>
                <a:cubicBezTo>
                  <a:pt x="79257" y="40429"/>
                  <a:pt x="78489" y="41196"/>
                  <a:pt x="77522" y="41196"/>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7"/>
          <p:cNvSpPr/>
          <p:nvPr/>
        </p:nvSpPr>
        <p:spPr>
          <a:xfrm>
            <a:off x="5168574" y="1477530"/>
            <a:ext cx="57019" cy="116020"/>
          </a:xfrm>
          <a:custGeom>
            <a:avLst/>
            <a:gdLst/>
            <a:ahLst/>
            <a:cxnLst/>
            <a:rect l="l" t="t" r="r" b="b"/>
            <a:pathLst>
              <a:path w="1869" h="3803" fill="none" extrusionOk="0">
                <a:moveTo>
                  <a:pt x="1869" y="0"/>
                </a:moveTo>
                <a:lnTo>
                  <a:pt x="1" y="1901"/>
                </a:lnTo>
                <a:lnTo>
                  <a:pt x="1869"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7"/>
          <p:cNvSpPr/>
          <p:nvPr/>
        </p:nvSpPr>
        <p:spPr>
          <a:xfrm>
            <a:off x="5371072" y="1477530"/>
            <a:ext cx="58056" cy="116020"/>
          </a:xfrm>
          <a:custGeom>
            <a:avLst/>
            <a:gdLst/>
            <a:ahLst/>
            <a:cxnLst/>
            <a:rect l="l" t="t" r="r" b="b"/>
            <a:pathLst>
              <a:path w="1903" h="3803" fill="none" extrusionOk="0">
                <a:moveTo>
                  <a:pt x="1" y="0"/>
                </a:moveTo>
                <a:lnTo>
                  <a:pt x="1902" y="1901"/>
                </a:lnTo>
                <a:lnTo>
                  <a:pt x="1"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7"/>
          <p:cNvSpPr/>
          <p:nvPr/>
        </p:nvSpPr>
        <p:spPr>
          <a:xfrm>
            <a:off x="5274399" y="1477530"/>
            <a:ext cx="45822" cy="126210"/>
          </a:xfrm>
          <a:custGeom>
            <a:avLst/>
            <a:gdLst/>
            <a:ahLst/>
            <a:cxnLst/>
            <a:rect l="l" t="t" r="r" b="b"/>
            <a:pathLst>
              <a:path w="1502" h="4137" fill="none" extrusionOk="0">
                <a:moveTo>
                  <a:pt x="1" y="4136"/>
                </a:moveTo>
                <a:lnTo>
                  <a:pt x="1502" y="0"/>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7"/>
          <p:cNvSpPr/>
          <p:nvPr/>
        </p:nvSpPr>
        <p:spPr>
          <a:xfrm>
            <a:off x="5473847" y="1588419"/>
            <a:ext cx="32613" cy="32613"/>
          </a:xfrm>
          <a:custGeom>
            <a:avLst/>
            <a:gdLst/>
            <a:ahLst/>
            <a:cxnLst/>
            <a:rect l="l" t="t" r="r" b="b"/>
            <a:pathLst>
              <a:path w="1069" h="1069" extrusionOk="0">
                <a:moveTo>
                  <a:pt x="535" y="1"/>
                </a:moveTo>
                <a:cubicBezTo>
                  <a:pt x="234" y="1"/>
                  <a:pt x="1" y="234"/>
                  <a:pt x="1" y="535"/>
                </a:cubicBezTo>
                <a:cubicBezTo>
                  <a:pt x="1" y="802"/>
                  <a:pt x="234" y="1068"/>
                  <a:pt x="535" y="1068"/>
                </a:cubicBezTo>
                <a:cubicBezTo>
                  <a:pt x="835" y="1068"/>
                  <a:pt x="1068" y="802"/>
                  <a:pt x="1068" y="535"/>
                </a:cubicBezTo>
                <a:cubicBezTo>
                  <a:pt x="1068" y="234"/>
                  <a:pt x="835" y="1"/>
                  <a:pt x="535"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7"/>
          <p:cNvSpPr/>
          <p:nvPr/>
        </p:nvSpPr>
        <p:spPr>
          <a:xfrm>
            <a:off x="5521684" y="1588419"/>
            <a:ext cx="32582" cy="32613"/>
          </a:xfrm>
          <a:custGeom>
            <a:avLst/>
            <a:gdLst/>
            <a:ahLst/>
            <a:cxnLst/>
            <a:rect l="l" t="t" r="r" b="b"/>
            <a:pathLst>
              <a:path w="1068" h="1069" extrusionOk="0">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7"/>
          <p:cNvSpPr/>
          <p:nvPr/>
        </p:nvSpPr>
        <p:spPr>
          <a:xfrm>
            <a:off x="5589864" y="1588419"/>
            <a:ext cx="32582" cy="32613"/>
          </a:xfrm>
          <a:custGeom>
            <a:avLst/>
            <a:gdLst/>
            <a:ahLst/>
            <a:cxnLst/>
            <a:rect l="l" t="t" r="r" b="b"/>
            <a:pathLst>
              <a:path w="1068" h="1069" extrusionOk="0">
                <a:moveTo>
                  <a:pt x="534" y="1"/>
                </a:moveTo>
                <a:cubicBezTo>
                  <a:pt x="234" y="1"/>
                  <a:pt x="0" y="234"/>
                  <a:pt x="0" y="535"/>
                </a:cubicBezTo>
                <a:cubicBezTo>
                  <a:pt x="0" y="802"/>
                  <a:pt x="234"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7"/>
          <p:cNvSpPr/>
          <p:nvPr/>
        </p:nvSpPr>
        <p:spPr>
          <a:xfrm>
            <a:off x="5197067" y="1721730"/>
            <a:ext cx="1737158" cy="31"/>
          </a:xfrm>
          <a:custGeom>
            <a:avLst/>
            <a:gdLst/>
            <a:ahLst/>
            <a:cxnLst/>
            <a:rect l="l" t="t" r="r" b="b"/>
            <a:pathLst>
              <a:path w="56942" h="1" fill="none" extrusionOk="0">
                <a:moveTo>
                  <a:pt x="1" y="1"/>
                </a:moveTo>
                <a:lnTo>
                  <a:pt x="56941"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7"/>
          <p:cNvSpPr/>
          <p:nvPr/>
        </p:nvSpPr>
        <p:spPr>
          <a:xfrm>
            <a:off x="7038920" y="1721730"/>
            <a:ext cx="134355" cy="31"/>
          </a:xfrm>
          <a:custGeom>
            <a:avLst/>
            <a:gdLst/>
            <a:ahLst/>
            <a:cxnLst/>
            <a:rect l="l" t="t" r="r" b="b"/>
            <a:pathLst>
              <a:path w="4404" h="1" fill="none" extrusionOk="0">
                <a:moveTo>
                  <a:pt x="0" y="1"/>
                </a:moveTo>
                <a:lnTo>
                  <a:pt x="4403"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7"/>
          <p:cNvSpPr/>
          <p:nvPr/>
        </p:nvSpPr>
        <p:spPr>
          <a:xfrm>
            <a:off x="7247520" y="1721730"/>
            <a:ext cx="170995" cy="31"/>
          </a:xfrm>
          <a:custGeom>
            <a:avLst/>
            <a:gdLst/>
            <a:ahLst/>
            <a:cxnLst/>
            <a:rect l="l" t="t" r="r" b="b"/>
            <a:pathLst>
              <a:path w="5605" h="1" fill="none" extrusionOk="0">
                <a:moveTo>
                  <a:pt x="0" y="1"/>
                </a:moveTo>
                <a:lnTo>
                  <a:pt x="5604"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7"/>
          <p:cNvSpPr/>
          <p:nvPr/>
        </p:nvSpPr>
        <p:spPr>
          <a:xfrm>
            <a:off x="5197067" y="1858091"/>
            <a:ext cx="1086891" cy="31"/>
          </a:xfrm>
          <a:custGeom>
            <a:avLst/>
            <a:gdLst/>
            <a:ahLst/>
            <a:cxnLst/>
            <a:rect l="l" t="t" r="r" b="b"/>
            <a:pathLst>
              <a:path w="35627" h="1" fill="none" extrusionOk="0">
                <a:moveTo>
                  <a:pt x="1" y="1"/>
                </a:moveTo>
                <a:lnTo>
                  <a:pt x="35626"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7"/>
          <p:cNvSpPr/>
          <p:nvPr/>
        </p:nvSpPr>
        <p:spPr>
          <a:xfrm>
            <a:off x="6444635" y="1858091"/>
            <a:ext cx="195431" cy="31"/>
          </a:xfrm>
          <a:custGeom>
            <a:avLst/>
            <a:gdLst/>
            <a:ahLst/>
            <a:cxnLst/>
            <a:rect l="l" t="t" r="r" b="b"/>
            <a:pathLst>
              <a:path w="6406" h="1" fill="none" extrusionOk="0">
                <a:moveTo>
                  <a:pt x="1" y="1"/>
                </a:moveTo>
                <a:lnTo>
                  <a:pt x="6405"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7"/>
          <p:cNvSpPr/>
          <p:nvPr/>
        </p:nvSpPr>
        <p:spPr>
          <a:xfrm>
            <a:off x="6110870" y="1936461"/>
            <a:ext cx="529214" cy="31"/>
          </a:xfrm>
          <a:custGeom>
            <a:avLst/>
            <a:gdLst/>
            <a:ahLst/>
            <a:cxnLst/>
            <a:rect l="l" t="t" r="r" b="b"/>
            <a:pathLst>
              <a:path w="17347" h="1" fill="none" extrusionOk="0">
                <a:moveTo>
                  <a:pt x="17346"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7"/>
          <p:cNvSpPr/>
          <p:nvPr/>
        </p:nvSpPr>
        <p:spPr>
          <a:xfrm>
            <a:off x="5931770" y="1936461"/>
            <a:ext cx="106898" cy="31"/>
          </a:xfrm>
          <a:custGeom>
            <a:avLst/>
            <a:gdLst/>
            <a:ahLst/>
            <a:cxnLst/>
            <a:rect l="l" t="t" r="r" b="b"/>
            <a:pathLst>
              <a:path w="3504" h="1" fill="none" extrusionOk="0">
                <a:moveTo>
                  <a:pt x="3503"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7"/>
          <p:cNvSpPr/>
          <p:nvPr/>
        </p:nvSpPr>
        <p:spPr>
          <a:xfrm>
            <a:off x="5740468" y="1936461"/>
            <a:ext cx="106868" cy="31"/>
          </a:xfrm>
          <a:custGeom>
            <a:avLst/>
            <a:gdLst/>
            <a:ahLst/>
            <a:cxnLst/>
            <a:rect l="l" t="t" r="r" b="b"/>
            <a:pathLst>
              <a:path w="3503" h="1" fill="none" extrusionOk="0">
                <a:moveTo>
                  <a:pt x="3503"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7"/>
          <p:cNvSpPr/>
          <p:nvPr/>
        </p:nvSpPr>
        <p:spPr>
          <a:xfrm>
            <a:off x="5550172" y="1936461"/>
            <a:ext cx="105861" cy="31"/>
          </a:xfrm>
          <a:custGeom>
            <a:avLst/>
            <a:gdLst/>
            <a:ahLst/>
            <a:cxnLst/>
            <a:rect l="l" t="t" r="r" b="b"/>
            <a:pathLst>
              <a:path w="3470" h="1" fill="none" extrusionOk="0">
                <a:moveTo>
                  <a:pt x="3470"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7"/>
          <p:cNvSpPr/>
          <p:nvPr/>
        </p:nvSpPr>
        <p:spPr>
          <a:xfrm>
            <a:off x="5358870" y="1936461"/>
            <a:ext cx="105861" cy="31"/>
          </a:xfrm>
          <a:custGeom>
            <a:avLst/>
            <a:gdLst/>
            <a:ahLst/>
            <a:cxnLst/>
            <a:rect l="l" t="t" r="r" b="b"/>
            <a:pathLst>
              <a:path w="3470" h="1" fill="none" extrusionOk="0">
                <a:moveTo>
                  <a:pt x="3470"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7"/>
          <p:cNvSpPr/>
          <p:nvPr/>
        </p:nvSpPr>
        <p:spPr>
          <a:xfrm>
            <a:off x="5358870" y="2032097"/>
            <a:ext cx="1647588" cy="31"/>
          </a:xfrm>
          <a:custGeom>
            <a:avLst/>
            <a:gdLst/>
            <a:ahLst/>
            <a:cxnLst/>
            <a:rect l="l" t="t" r="r" b="b"/>
            <a:pathLst>
              <a:path w="54006" h="1" fill="none" extrusionOk="0">
                <a:moveTo>
                  <a:pt x="54006" y="1"/>
                </a:moveTo>
                <a:lnTo>
                  <a:pt x="0"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7"/>
          <p:cNvSpPr/>
          <p:nvPr/>
        </p:nvSpPr>
        <p:spPr>
          <a:xfrm>
            <a:off x="5197067" y="1936461"/>
            <a:ext cx="38714" cy="31"/>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7"/>
          <p:cNvSpPr/>
          <p:nvPr/>
        </p:nvSpPr>
        <p:spPr>
          <a:xfrm>
            <a:off x="5197067" y="2032097"/>
            <a:ext cx="38714" cy="31"/>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7"/>
          <p:cNvSpPr/>
          <p:nvPr/>
        </p:nvSpPr>
        <p:spPr>
          <a:xfrm>
            <a:off x="5197067" y="2127763"/>
            <a:ext cx="38714" cy="31"/>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7"/>
          <p:cNvSpPr/>
          <p:nvPr/>
        </p:nvSpPr>
        <p:spPr>
          <a:xfrm>
            <a:off x="5197067" y="2223399"/>
            <a:ext cx="38714" cy="31"/>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7"/>
          <p:cNvSpPr/>
          <p:nvPr/>
        </p:nvSpPr>
        <p:spPr>
          <a:xfrm>
            <a:off x="7106064" y="2032097"/>
            <a:ext cx="226976" cy="31"/>
          </a:xfrm>
          <a:custGeom>
            <a:avLst/>
            <a:gdLst/>
            <a:ahLst/>
            <a:cxnLst/>
            <a:rect l="l" t="t" r="r" b="b"/>
            <a:pathLst>
              <a:path w="7440" h="1" fill="none" extrusionOk="0">
                <a:moveTo>
                  <a:pt x="1" y="1"/>
                </a:moveTo>
                <a:lnTo>
                  <a:pt x="7439"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7"/>
          <p:cNvSpPr/>
          <p:nvPr/>
        </p:nvSpPr>
        <p:spPr>
          <a:xfrm>
            <a:off x="5354813" y="2127763"/>
            <a:ext cx="455935" cy="31"/>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7"/>
          <p:cNvSpPr/>
          <p:nvPr/>
        </p:nvSpPr>
        <p:spPr>
          <a:xfrm>
            <a:off x="5354813" y="2225443"/>
            <a:ext cx="455935" cy="31"/>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7"/>
          <p:cNvSpPr/>
          <p:nvPr/>
        </p:nvSpPr>
        <p:spPr>
          <a:xfrm>
            <a:off x="5354813" y="2324160"/>
            <a:ext cx="455935" cy="31"/>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7"/>
          <p:cNvSpPr/>
          <p:nvPr/>
        </p:nvSpPr>
        <p:spPr>
          <a:xfrm>
            <a:off x="5354813" y="2421840"/>
            <a:ext cx="455935" cy="31"/>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7"/>
          <p:cNvSpPr/>
          <p:nvPr/>
        </p:nvSpPr>
        <p:spPr>
          <a:xfrm>
            <a:off x="6110870" y="2421840"/>
            <a:ext cx="928130" cy="31"/>
          </a:xfrm>
          <a:custGeom>
            <a:avLst/>
            <a:gdLst/>
            <a:ahLst/>
            <a:cxnLst/>
            <a:rect l="l" t="t" r="r" b="b"/>
            <a:pathLst>
              <a:path w="30423" h="1" fill="none" extrusionOk="0">
                <a:moveTo>
                  <a:pt x="0" y="1"/>
                </a:moveTo>
                <a:lnTo>
                  <a:pt x="30422"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7"/>
          <p:cNvSpPr/>
          <p:nvPr/>
        </p:nvSpPr>
        <p:spPr>
          <a:xfrm>
            <a:off x="6661380" y="2324160"/>
            <a:ext cx="377591" cy="31"/>
          </a:xfrm>
          <a:custGeom>
            <a:avLst/>
            <a:gdLst/>
            <a:ahLst/>
            <a:cxnLst/>
            <a:rect l="l" t="t" r="r" b="b"/>
            <a:pathLst>
              <a:path w="12377" h="1" fill="none" extrusionOk="0">
                <a:moveTo>
                  <a:pt x="1" y="0"/>
                </a:moveTo>
                <a:lnTo>
                  <a:pt x="12376" y="0"/>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7"/>
          <p:cNvSpPr/>
          <p:nvPr/>
        </p:nvSpPr>
        <p:spPr>
          <a:xfrm>
            <a:off x="6889319" y="2223399"/>
            <a:ext cx="149639" cy="31"/>
          </a:xfrm>
          <a:custGeom>
            <a:avLst/>
            <a:gdLst/>
            <a:ahLst/>
            <a:cxnLst/>
            <a:rect l="l" t="t" r="r" b="b"/>
            <a:pathLst>
              <a:path w="4905" h="1" fill="none" extrusionOk="0">
                <a:moveTo>
                  <a:pt x="1" y="1"/>
                </a:moveTo>
                <a:lnTo>
                  <a:pt x="4904"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7"/>
          <p:cNvSpPr/>
          <p:nvPr/>
        </p:nvSpPr>
        <p:spPr>
          <a:xfrm>
            <a:off x="7602007" y="1310369"/>
            <a:ext cx="1114298" cy="1734401"/>
          </a:xfrm>
          <a:custGeom>
            <a:avLst/>
            <a:gdLst/>
            <a:ahLst/>
            <a:cxnLst/>
            <a:rect l="l" t="t" r="r" b="b"/>
            <a:pathLst>
              <a:path w="42498" h="66148" extrusionOk="0">
                <a:moveTo>
                  <a:pt x="2169" y="1"/>
                </a:moveTo>
                <a:cubicBezTo>
                  <a:pt x="968" y="1"/>
                  <a:pt x="0" y="968"/>
                  <a:pt x="0" y="2169"/>
                </a:cubicBezTo>
                <a:lnTo>
                  <a:pt x="0" y="63980"/>
                </a:lnTo>
                <a:cubicBezTo>
                  <a:pt x="0" y="65181"/>
                  <a:pt x="968" y="66148"/>
                  <a:pt x="2169" y="66148"/>
                </a:cubicBezTo>
                <a:lnTo>
                  <a:pt x="40329" y="66148"/>
                </a:lnTo>
                <a:cubicBezTo>
                  <a:pt x="41530" y="66148"/>
                  <a:pt x="42497" y="65181"/>
                  <a:pt x="42497" y="63980"/>
                </a:cubicBezTo>
                <a:lnTo>
                  <a:pt x="42497" y="2169"/>
                </a:lnTo>
                <a:cubicBezTo>
                  <a:pt x="42497" y="968"/>
                  <a:pt x="41530" y="1"/>
                  <a:pt x="403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7"/>
          <p:cNvSpPr/>
          <p:nvPr/>
        </p:nvSpPr>
        <p:spPr>
          <a:xfrm>
            <a:off x="7602007" y="1310369"/>
            <a:ext cx="1114298" cy="157451"/>
          </a:xfrm>
          <a:custGeom>
            <a:avLst/>
            <a:gdLst/>
            <a:ahLst/>
            <a:cxnLst/>
            <a:rect l="l" t="t" r="r" b="b"/>
            <a:pathLst>
              <a:path w="42498" h="6005" extrusionOk="0">
                <a:moveTo>
                  <a:pt x="1635" y="1"/>
                </a:moveTo>
                <a:cubicBezTo>
                  <a:pt x="734" y="1"/>
                  <a:pt x="0" y="734"/>
                  <a:pt x="0" y="1635"/>
                </a:cubicBezTo>
                <a:lnTo>
                  <a:pt x="0" y="6005"/>
                </a:lnTo>
                <a:lnTo>
                  <a:pt x="42497" y="6005"/>
                </a:lnTo>
                <a:lnTo>
                  <a:pt x="42497" y="1635"/>
                </a:lnTo>
                <a:cubicBezTo>
                  <a:pt x="42497" y="734"/>
                  <a:pt x="41764" y="1"/>
                  <a:pt x="408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7"/>
          <p:cNvSpPr/>
          <p:nvPr/>
        </p:nvSpPr>
        <p:spPr>
          <a:xfrm>
            <a:off x="7662365" y="1515042"/>
            <a:ext cx="996203" cy="1478126"/>
          </a:xfrm>
          <a:custGeom>
            <a:avLst/>
            <a:gdLst/>
            <a:ahLst/>
            <a:cxnLst/>
            <a:rect l="l" t="t" r="r" b="b"/>
            <a:pathLst>
              <a:path w="37994" h="56374" extrusionOk="0">
                <a:moveTo>
                  <a:pt x="36259" y="56374"/>
                </a:moveTo>
                <a:lnTo>
                  <a:pt x="1768" y="56374"/>
                </a:lnTo>
                <a:cubicBezTo>
                  <a:pt x="801" y="56374"/>
                  <a:pt x="0" y="55607"/>
                  <a:pt x="0" y="54639"/>
                </a:cubicBezTo>
                <a:lnTo>
                  <a:pt x="0" y="1735"/>
                </a:lnTo>
                <a:cubicBezTo>
                  <a:pt x="0" y="767"/>
                  <a:pt x="801" y="0"/>
                  <a:pt x="1768" y="0"/>
                </a:cubicBezTo>
                <a:lnTo>
                  <a:pt x="36259" y="0"/>
                </a:lnTo>
                <a:cubicBezTo>
                  <a:pt x="37227" y="0"/>
                  <a:pt x="37994" y="767"/>
                  <a:pt x="37994" y="1735"/>
                </a:cubicBezTo>
                <a:lnTo>
                  <a:pt x="37994" y="54639"/>
                </a:lnTo>
                <a:cubicBezTo>
                  <a:pt x="37994" y="55607"/>
                  <a:pt x="37227" y="56374"/>
                  <a:pt x="36259" y="56374"/>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7"/>
          <p:cNvSpPr/>
          <p:nvPr/>
        </p:nvSpPr>
        <p:spPr>
          <a:xfrm>
            <a:off x="7905503" y="1362835"/>
            <a:ext cx="53384" cy="27164"/>
          </a:xfrm>
          <a:custGeom>
            <a:avLst/>
            <a:gdLst/>
            <a:ahLst/>
            <a:cxnLst/>
            <a:rect l="l" t="t" r="r" b="b"/>
            <a:pathLst>
              <a:path w="2036" h="1036" extrusionOk="0">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7"/>
          <p:cNvSpPr/>
          <p:nvPr/>
        </p:nvSpPr>
        <p:spPr>
          <a:xfrm>
            <a:off x="7710453" y="1688198"/>
            <a:ext cx="707599" cy="16650"/>
          </a:xfrm>
          <a:custGeom>
            <a:avLst/>
            <a:gdLst/>
            <a:ahLst/>
            <a:cxnLst/>
            <a:rect l="l" t="t" r="r" b="b"/>
            <a:pathLst>
              <a:path w="26987" h="635" extrusionOk="0">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7"/>
          <p:cNvSpPr/>
          <p:nvPr/>
        </p:nvSpPr>
        <p:spPr>
          <a:xfrm>
            <a:off x="8461758" y="1688198"/>
            <a:ext cx="68251" cy="16650"/>
          </a:xfrm>
          <a:custGeom>
            <a:avLst/>
            <a:gdLst/>
            <a:ahLst/>
            <a:cxnLst/>
            <a:rect l="l" t="t" r="r" b="b"/>
            <a:pathLst>
              <a:path w="2603" h="635" extrusionOk="0">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7"/>
          <p:cNvSpPr/>
          <p:nvPr/>
        </p:nvSpPr>
        <p:spPr>
          <a:xfrm>
            <a:off x="8556228" y="1688198"/>
            <a:ext cx="55114" cy="16650"/>
          </a:xfrm>
          <a:custGeom>
            <a:avLst/>
            <a:gdLst/>
            <a:ahLst/>
            <a:cxnLst/>
            <a:rect l="l" t="t" r="r" b="b"/>
            <a:pathLst>
              <a:path w="2102" h="635" extrusionOk="0">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7"/>
          <p:cNvSpPr/>
          <p:nvPr/>
        </p:nvSpPr>
        <p:spPr>
          <a:xfrm>
            <a:off x="7710453" y="1766045"/>
            <a:ext cx="404994" cy="16650"/>
          </a:xfrm>
          <a:custGeom>
            <a:avLst/>
            <a:gdLst/>
            <a:ahLst/>
            <a:cxnLst/>
            <a:rect l="l" t="t" r="r" b="b"/>
            <a:pathLst>
              <a:path w="15446" h="635" extrusionOk="0">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7"/>
          <p:cNvSpPr/>
          <p:nvPr/>
        </p:nvSpPr>
        <p:spPr>
          <a:xfrm>
            <a:off x="8122394" y="1766045"/>
            <a:ext cx="127744" cy="16650"/>
          </a:xfrm>
          <a:custGeom>
            <a:avLst/>
            <a:gdLst/>
            <a:ahLst/>
            <a:cxnLst/>
            <a:rect l="l" t="t" r="r" b="b"/>
            <a:pathLst>
              <a:path w="4872" h="635" extrusionOk="0">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7"/>
          <p:cNvSpPr/>
          <p:nvPr/>
        </p:nvSpPr>
        <p:spPr>
          <a:xfrm>
            <a:off x="8164398" y="1810645"/>
            <a:ext cx="85739" cy="17515"/>
          </a:xfrm>
          <a:custGeom>
            <a:avLst/>
            <a:gdLst/>
            <a:ahLst/>
            <a:cxnLst/>
            <a:rect l="l" t="t" r="r" b="b"/>
            <a:pathLst>
              <a:path w="3270" h="668" extrusionOk="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7"/>
          <p:cNvSpPr/>
          <p:nvPr/>
        </p:nvSpPr>
        <p:spPr>
          <a:xfrm>
            <a:off x="8122394" y="1810645"/>
            <a:ext cx="25407" cy="17515"/>
          </a:xfrm>
          <a:custGeom>
            <a:avLst/>
            <a:gdLst/>
            <a:ahLst/>
            <a:cxnLst/>
            <a:rect l="l" t="t" r="r" b="b"/>
            <a:pathLst>
              <a:path w="969" h="668" extrusionOk="0">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7"/>
          <p:cNvSpPr/>
          <p:nvPr/>
        </p:nvSpPr>
        <p:spPr>
          <a:xfrm>
            <a:off x="8021814" y="1810645"/>
            <a:ext cx="77008" cy="17515"/>
          </a:xfrm>
          <a:custGeom>
            <a:avLst/>
            <a:gdLst/>
            <a:ahLst/>
            <a:cxnLst/>
            <a:rect l="l" t="t" r="r" b="b"/>
            <a:pathLst>
              <a:path w="2937" h="668" extrusionOk="0">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7"/>
          <p:cNvSpPr/>
          <p:nvPr/>
        </p:nvSpPr>
        <p:spPr>
          <a:xfrm>
            <a:off x="7912503" y="1810645"/>
            <a:ext cx="77873" cy="17515"/>
          </a:xfrm>
          <a:custGeom>
            <a:avLst/>
            <a:gdLst/>
            <a:ahLst/>
            <a:cxnLst/>
            <a:rect l="l" t="t" r="r" b="b"/>
            <a:pathLst>
              <a:path w="2970" h="668" extrusionOk="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7"/>
          <p:cNvSpPr/>
          <p:nvPr/>
        </p:nvSpPr>
        <p:spPr>
          <a:xfrm>
            <a:off x="7803166" y="1810645"/>
            <a:ext cx="77873" cy="17515"/>
          </a:xfrm>
          <a:custGeom>
            <a:avLst/>
            <a:gdLst/>
            <a:ahLst/>
            <a:cxnLst/>
            <a:rect l="l" t="t" r="r" b="b"/>
            <a:pathLst>
              <a:path w="2970" h="668" extrusionOk="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7"/>
          <p:cNvSpPr/>
          <p:nvPr/>
        </p:nvSpPr>
        <p:spPr>
          <a:xfrm>
            <a:off x="7803166" y="1865759"/>
            <a:ext cx="656863" cy="16650"/>
          </a:xfrm>
          <a:custGeom>
            <a:avLst/>
            <a:gdLst/>
            <a:ahLst/>
            <a:cxnLst/>
            <a:rect l="l" t="t" r="r" b="b"/>
            <a:pathLst>
              <a:path w="25052" h="635" extrusionOk="0">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7"/>
          <p:cNvSpPr/>
          <p:nvPr/>
        </p:nvSpPr>
        <p:spPr>
          <a:xfrm>
            <a:off x="7710453" y="1810645"/>
            <a:ext cx="39382" cy="17515"/>
          </a:xfrm>
          <a:custGeom>
            <a:avLst/>
            <a:gdLst/>
            <a:ahLst/>
            <a:cxnLst/>
            <a:rect l="l" t="t" r="r" b="b"/>
            <a:pathLst>
              <a:path w="1502" h="668" extrusionOk="0">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7"/>
          <p:cNvSpPr/>
          <p:nvPr/>
        </p:nvSpPr>
        <p:spPr>
          <a:xfrm>
            <a:off x="7710453" y="1865759"/>
            <a:ext cx="39382" cy="16650"/>
          </a:xfrm>
          <a:custGeom>
            <a:avLst/>
            <a:gdLst/>
            <a:ahLst/>
            <a:cxnLst/>
            <a:rect l="l" t="t" r="r" b="b"/>
            <a:pathLst>
              <a:path w="1502" h="635" extrusionOk="0">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7"/>
          <p:cNvSpPr/>
          <p:nvPr/>
        </p:nvSpPr>
        <p:spPr>
          <a:xfrm>
            <a:off x="7710453" y="1919982"/>
            <a:ext cx="39382" cy="17515"/>
          </a:xfrm>
          <a:custGeom>
            <a:avLst/>
            <a:gdLst/>
            <a:ahLst/>
            <a:cxnLst/>
            <a:rect l="l" t="t" r="r" b="b"/>
            <a:pathLst>
              <a:path w="1502" h="668" extrusionOk="0">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7"/>
          <p:cNvSpPr/>
          <p:nvPr/>
        </p:nvSpPr>
        <p:spPr>
          <a:xfrm>
            <a:off x="7710453" y="1975097"/>
            <a:ext cx="39382" cy="16623"/>
          </a:xfrm>
          <a:custGeom>
            <a:avLst/>
            <a:gdLst/>
            <a:ahLst/>
            <a:cxnLst/>
            <a:rect l="l" t="t" r="r" b="b"/>
            <a:pathLst>
              <a:path w="1502" h="634" extrusionOk="0">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7"/>
          <p:cNvSpPr/>
          <p:nvPr/>
        </p:nvSpPr>
        <p:spPr>
          <a:xfrm>
            <a:off x="8500249" y="1865759"/>
            <a:ext cx="96227" cy="16650"/>
          </a:xfrm>
          <a:custGeom>
            <a:avLst/>
            <a:gdLst/>
            <a:ahLst/>
            <a:cxnLst/>
            <a:rect l="l" t="t" r="r" b="b"/>
            <a:pathLst>
              <a:path w="3670" h="635" extrusionOk="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7"/>
          <p:cNvSpPr/>
          <p:nvPr/>
        </p:nvSpPr>
        <p:spPr>
          <a:xfrm>
            <a:off x="7800544" y="1919982"/>
            <a:ext cx="277276" cy="17515"/>
          </a:xfrm>
          <a:custGeom>
            <a:avLst/>
            <a:gdLst/>
            <a:ahLst/>
            <a:cxnLst/>
            <a:rect l="l" t="t" r="r" b="b"/>
            <a:pathLst>
              <a:path w="10575" h="668" extrusionOk="0">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7"/>
          <p:cNvSpPr/>
          <p:nvPr/>
        </p:nvSpPr>
        <p:spPr>
          <a:xfrm>
            <a:off x="8164398" y="2087921"/>
            <a:ext cx="314011" cy="17515"/>
          </a:xfrm>
          <a:custGeom>
            <a:avLst/>
            <a:gdLst/>
            <a:ahLst/>
            <a:cxnLst/>
            <a:rect l="l" t="t" r="r" b="b"/>
            <a:pathLst>
              <a:path w="11976" h="668" extrusionOk="0">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7"/>
          <p:cNvSpPr/>
          <p:nvPr/>
        </p:nvSpPr>
        <p:spPr>
          <a:xfrm>
            <a:off x="8245732" y="2031941"/>
            <a:ext cx="232676" cy="17515"/>
          </a:xfrm>
          <a:custGeom>
            <a:avLst/>
            <a:gdLst/>
            <a:ahLst/>
            <a:cxnLst/>
            <a:rect l="l" t="t" r="r" b="b"/>
            <a:pathLst>
              <a:path w="8874" h="668" extrusionOk="0">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7"/>
          <p:cNvSpPr/>
          <p:nvPr/>
        </p:nvSpPr>
        <p:spPr>
          <a:xfrm>
            <a:off x="8376045" y="1975097"/>
            <a:ext cx="102363" cy="16623"/>
          </a:xfrm>
          <a:custGeom>
            <a:avLst/>
            <a:gdLst/>
            <a:ahLst/>
            <a:cxnLst/>
            <a:rect l="l" t="t" r="r" b="b"/>
            <a:pathLst>
              <a:path w="3904" h="634" extrusionOk="0">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7"/>
          <p:cNvSpPr/>
          <p:nvPr/>
        </p:nvSpPr>
        <p:spPr>
          <a:xfrm>
            <a:off x="7710453" y="1612108"/>
            <a:ext cx="328012" cy="16650"/>
          </a:xfrm>
          <a:custGeom>
            <a:avLst/>
            <a:gdLst/>
            <a:ahLst/>
            <a:cxnLst/>
            <a:rect l="l" t="t" r="r" b="b"/>
            <a:pathLst>
              <a:path w="12510" h="635" extrusionOk="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7"/>
          <p:cNvSpPr/>
          <p:nvPr/>
        </p:nvSpPr>
        <p:spPr>
          <a:xfrm>
            <a:off x="7710453" y="2220856"/>
            <a:ext cx="530064" cy="17515"/>
          </a:xfrm>
          <a:custGeom>
            <a:avLst/>
            <a:gdLst/>
            <a:ahLst/>
            <a:cxnLst/>
            <a:rect l="l" t="t" r="r" b="b"/>
            <a:pathLst>
              <a:path w="20216" h="668" extrusionOk="0">
                <a:moveTo>
                  <a:pt x="334" y="0"/>
                </a:moveTo>
                <a:cubicBezTo>
                  <a:pt x="134" y="0"/>
                  <a:pt x="1" y="134"/>
                  <a:pt x="1" y="334"/>
                </a:cubicBezTo>
                <a:cubicBezTo>
                  <a:pt x="1" y="501"/>
                  <a:pt x="134" y="668"/>
                  <a:pt x="334" y="668"/>
                </a:cubicBezTo>
                <a:lnTo>
                  <a:pt x="19882" y="668"/>
                </a:lnTo>
                <a:cubicBezTo>
                  <a:pt x="20048" y="668"/>
                  <a:pt x="20215" y="501"/>
                  <a:pt x="20182" y="334"/>
                </a:cubicBezTo>
                <a:cubicBezTo>
                  <a:pt x="20182" y="134"/>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7"/>
          <p:cNvSpPr/>
          <p:nvPr/>
        </p:nvSpPr>
        <p:spPr>
          <a:xfrm>
            <a:off x="7710453" y="2288189"/>
            <a:ext cx="530064" cy="17541"/>
          </a:xfrm>
          <a:custGeom>
            <a:avLst/>
            <a:gdLst/>
            <a:ahLst/>
            <a:cxnLst/>
            <a:rect l="l" t="t" r="r" b="b"/>
            <a:pathLst>
              <a:path w="20216" h="669" extrusionOk="0">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7"/>
          <p:cNvSpPr/>
          <p:nvPr/>
        </p:nvSpPr>
        <p:spPr>
          <a:xfrm>
            <a:off x="7710453" y="2355548"/>
            <a:ext cx="529172" cy="17515"/>
          </a:xfrm>
          <a:custGeom>
            <a:avLst/>
            <a:gdLst/>
            <a:ahLst/>
            <a:cxnLst/>
            <a:rect l="l" t="t" r="r" b="b"/>
            <a:pathLst>
              <a:path w="20182" h="668" extrusionOk="0">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7"/>
          <p:cNvSpPr/>
          <p:nvPr/>
        </p:nvSpPr>
        <p:spPr>
          <a:xfrm>
            <a:off x="7710453" y="2757866"/>
            <a:ext cx="529172" cy="16650"/>
          </a:xfrm>
          <a:custGeom>
            <a:avLst/>
            <a:gdLst/>
            <a:ahLst/>
            <a:cxnLst/>
            <a:rect l="l" t="t" r="r" b="b"/>
            <a:pathLst>
              <a:path w="20182" h="635" extrusionOk="0">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7"/>
          <p:cNvSpPr/>
          <p:nvPr/>
        </p:nvSpPr>
        <p:spPr>
          <a:xfrm>
            <a:off x="8192375" y="2143009"/>
            <a:ext cx="157451" cy="16650"/>
          </a:xfrm>
          <a:custGeom>
            <a:avLst/>
            <a:gdLst/>
            <a:ahLst/>
            <a:cxnLst/>
            <a:rect l="l" t="t" r="r" b="b"/>
            <a:pathLst>
              <a:path w="6005" h="635" extrusionOk="0">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7"/>
          <p:cNvSpPr/>
          <p:nvPr/>
        </p:nvSpPr>
        <p:spPr>
          <a:xfrm>
            <a:off x="8401400" y="2143009"/>
            <a:ext cx="209944" cy="16650"/>
          </a:xfrm>
          <a:custGeom>
            <a:avLst/>
            <a:gdLst/>
            <a:ahLst/>
            <a:cxnLst/>
            <a:rect l="l" t="t" r="r" b="b"/>
            <a:pathLst>
              <a:path w="8007" h="635" extrusionOk="0">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7"/>
          <p:cNvSpPr/>
          <p:nvPr/>
        </p:nvSpPr>
        <p:spPr>
          <a:xfrm>
            <a:off x="8401400" y="2220856"/>
            <a:ext cx="209944" cy="17515"/>
          </a:xfrm>
          <a:custGeom>
            <a:avLst/>
            <a:gdLst/>
            <a:ahLst/>
            <a:cxnLst/>
            <a:rect l="l" t="t" r="r" b="b"/>
            <a:pathLst>
              <a:path w="8007" h="668" extrusionOk="0">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7"/>
          <p:cNvSpPr/>
          <p:nvPr/>
        </p:nvSpPr>
        <p:spPr>
          <a:xfrm>
            <a:off x="7710453" y="2860202"/>
            <a:ext cx="80495" cy="16650"/>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7"/>
          <p:cNvSpPr/>
          <p:nvPr/>
        </p:nvSpPr>
        <p:spPr>
          <a:xfrm>
            <a:off x="7710453" y="2910938"/>
            <a:ext cx="80495" cy="17515"/>
          </a:xfrm>
          <a:custGeom>
            <a:avLst/>
            <a:gdLst/>
            <a:ahLst/>
            <a:cxnLst/>
            <a:rect l="l" t="t" r="r" b="b"/>
            <a:pathLst>
              <a:path w="3070" h="668" extrusionOk="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7"/>
          <p:cNvSpPr/>
          <p:nvPr/>
        </p:nvSpPr>
        <p:spPr>
          <a:xfrm>
            <a:off x="7811924" y="2910938"/>
            <a:ext cx="492438" cy="17515"/>
          </a:xfrm>
          <a:custGeom>
            <a:avLst/>
            <a:gdLst/>
            <a:ahLst/>
            <a:cxnLst/>
            <a:rect l="l" t="t" r="r" b="b"/>
            <a:pathLst>
              <a:path w="18781" h="668" extrusionOk="0">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7"/>
          <p:cNvSpPr/>
          <p:nvPr/>
        </p:nvSpPr>
        <p:spPr>
          <a:xfrm>
            <a:off x="7834656" y="2860202"/>
            <a:ext cx="79604" cy="16650"/>
          </a:xfrm>
          <a:custGeom>
            <a:avLst/>
            <a:gdLst/>
            <a:ahLst/>
            <a:cxnLst/>
            <a:rect l="l" t="t" r="r" b="b"/>
            <a:pathLst>
              <a:path w="3036" h="635" extrusionOk="0">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7"/>
          <p:cNvSpPr/>
          <p:nvPr/>
        </p:nvSpPr>
        <p:spPr>
          <a:xfrm>
            <a:off x="7957969" y="2860202"/>
            <a:ext cx="80495" cy="16650"/>
          </a:xfrm>
          <a:custGeom>
            <a:avLst/>
            <a:gdLst/>
            <a:ahLst/>
            <a:cxnLst/>
            <a:rect l="l" t="t" r="r" b="b"/>
            <a:pathLst>
              <a:path w="3070" h="635" extrusionOk="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7"/>
          <p:cNvSpPr/>
          <p:nvPr/>
        </p:nvSpPr>
        <p:spPr>
          <a:xfrm>
            <a:off x="8082172" y="2860202"/>
            <a:ext cx="79630" cy="16650"/>
          </a:xfrm>
          <a:custGeom>
            <a:avLst/>
            <a:gdLst/>
            <a:ahLst/>
            <a:cxnLst/>
            <a:rect l="l" t="t" r="r" b="b"/>
            <a:pathLst>
              <a:path w="3037" h="635" extrusionOk="0">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7"/>
          <p:cNvSpPr/>
          <p:nvPr/>
        </p:nvSpPr>
        <p:spPr>
          <a:xfrm>
            <a:off x="8206376" y="2860202"/>
            <a:ext cx="79604" cy="16650"/>
          </a:xfrm>
          <a:custGeom>
            <a:avLst/>
            <a:gdLst/>
            <a:ahLst/>
            <a:cxnLst/>
            <a:rect l="l" t="t" r="r" b="b"/>
            <a:pathLst>
              <a:path w="3036" h="635" extrusionOk="0">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7"/>
          <p:cNvSpPr/>
          <p:nvPr/>
        </p:nvSpPr>
        <p:spPr>
          <a:xfrm>
            <a:off x="8329688" y="2860202"/>
            <a:ext cx="80495" cy="16650"/>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7"/>
          <p:cNvSpPr/>
          <p:nvPr/>
        </p:nvSpPr>
        <p:spPr>
          <a:xfrm>
            <a:off x="8453892" y="2860202"/>
            <a:ext cx="54249" cy="16650"/>
          </a:xfrm>
          <a:custGeom>
            <a:avLst/>
            <a:gdLst/>
            <a:ahLst/>
            <a:cxnLst/>
            <a:rect l="l" t="t" r="r" b="b"/>
            <a:pathLst>
              <a:path w="2069" h="635" extrusionOk="0">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7"/>
          <p:cNvSpPr/>
          <p:nvPr/>
        </p:nvSpPr>
        <p:spPr>
          <a:xfrm>
            <a:off x="8287710" y="826690"/>
            <a:ext cx="856293" cy="784581"/>
          </a:xfrm>
          <a:custGeom>
            <a:avLst/>
            <a:gdLst/>
            <a:ahLst/>
            <a:cxnLst/>
            <a:rect l="l" t="t" r="r" b="b"/>
            <a:pathLst>
              <a:path w="32658" h="29923" extrusionOk="0">
                <a:moveTo>
                  <a:pt x="1335" y="1"/>
                </a:moveTo>
                <a:cubicBezTo>
                  <a:pt x="601" y="1"/>
                  <a:pt x="0" y="601"/>
                  <a:pt x="0" y="1302"/>
                </a:cubicBezTo>
                <a:lnTo>
                  <a:pt x="0" y="28621"/>
                </a:lnTo>
                <a:cubicBezTo>
                  <a:pt x="0" y="29355"/>
                  <a:pt x="601" y="29922"/>
                  <a:pt x="1335" y="29922"/>
                </a:cubicBezTo>
                <a:lnTo>
                  <a:pt x="31356" y="29922"/>
                </a:lnTo>
                <a:cubicBezTo>
                  <a:pt x="32090" y="29922"/>
                  <a:pt x="32657" y="29355"/>
                  <a:pt x="32657" y="28621"/>
                </a:cubicBezTo>
                <a:lnTo>
                  <a:pt x="32657" y="1302"/>
                </a:lnTo>
                <a:cubicBezTo>
                  <a:pt x="32657" y="601"/>
                  <a:pt x="32090" y="1"/>
                  <a:pt x="31356"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7"/>
          <p:cNvSpPr/>
          <p:nvPr/>
        </p:nvSpPr>
        <p:spPr>
          <a:xfrm>
            <a:off x="8287710" y="819716"/>
            <a:ext cx="856293" cy="39382"/>
          </a:xfrm>
          <a:custGeom>
            <a:avLst/>
            <a:gdLst/>
            <a:ahLst/>
            <a:cxnLst/>
            <a:rect l="l" t="t" r="r" b="b"/>
            <a:pathLst>
              <a:path w="32658" h="1502" extrusionOk="0">
                <a:moveTo>
                  <a:pt x="1268" y="0"/>
                </a:moveTo>
                <a:cubicBezTo>
                  <a:pt x="568" y="0"/>
                  <a:pt x="0" y="567"/>
                  <a:pt x="0" y="1234"/>
                </a:cubicBezTo>
                <a:lnTo>
                  <a:pt x="0" y="1501"/>
                </a:lnTo>
                <a:cubicBezTo>
                  <a:pt x="0" y="834"/>
                  <a:pt x="568" y="267"/>
                  <a:pt x="1268" y="267"/>
                </a:cubicBezTo>
                <a:lnTo>
                  <a:pt x="31423" y="267"/>
                </a:lnTo>
                <a:cubicBezTo>
                  <a:pt x="32123" y="267"/>
                  <a:pt x="32657" y="834"/>
                  <a:pt x="32657" y="1501"/>
                </a:cubicBezTo>
                <a:lnTo>
                  <a:pt x="32657" y="1234"/>
                </a:lnTo>
                <a:cubicBezTo>
                  <a:pt x="32657" y="567"/>
                  <a:pt x="32123" y="0"/>
                  <a:pt x="31423" y="0"/>
                </a:cubicBezTo>
                <a:close/>
              </a:path>
            </a:pathLst>
          </a:custGeom>
          <a:solidFill>
            <a:srgbClr val="00A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7"/>
          <p:cNvSpPr/>
          <p:nvPr/>
        </p:nvSpPr>
        <p:spPr>
          <a:xfrm>
            <a:off x="8287710" y="826690"/>
            <a:ext cx="856293" cy="120743"/>
          </a:xfrm>
          <a:custGeom>
            <a:avLst/>
            <a:gdLst/>
            <a:ahLst/>
            <a:cxnLst/>
            <a:rect l="l" t="t" r="r" b="b"/>
            <a:pathLst>
              <a:path w="32658" h="4605" extrusionOk="0">
                <a:moveTo>
                  <a:pt x="1268" y="1"/>
                </a:moveTo>
                <a:cubicBezTo>
                  <a:pt x="568" y="1"/>
                  <a:pt x="0" y="568"/>
                  <a:pt x="0" y="1235"/>
                </a:cubicBezTo>
                <a:lnTo>
                  <a:pt x="0" y="4604"/>
                </a:lnTo>
                <a:lnTo>
                  <a:pt x="32657" y="4604"/>
                </a:lnTo>
                <a:lnTo>
                  <a:pt x="32657" y="1235"/>
                </a:lnTo>
                <a:cubicBezTo>
                  <a:pt x="32657" y="568"/>
                  <a:pt x="32123" y="1"/>
                  <a:pt x="31423" y="1"/>
                </a:cubicBezTo>
                <a:close/>
              </a:path>
            </a:pathLst>
          </a:custGeom>
          <a:solidFill>
            <a:srgbClr val="469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7"/>
          <p:cNvSpPr/>
          <p:nvPr/>
        </p:nvSpPr>
        <p:spPr>
          <a:xfrm>
            <a:off x="8334932" y="983249"/>
            <a:ext cx="765336" cy="588665"/>
          </a:xfrm>
          <a:custGeom>
            <a:avLst/>
            <a:gdLst/>
            <a:ahLst/>
            <a:cxnLst/>
            <a:rect l="l" t="t" r="r" b="b"/>
            <a:pathLst>
              <a:path w="29189" h="22451" extrusionOk="0">
                <a:moveTo>
                  <a:pt x="28188" y="22450"/>
                </a:moveTo>
                <a:lnTo>
                  <a:pt x="1001" y="22450"/>
                </a:lnTo>
                <a:cubicBezTo>
                  <a:pt x="434" y="22450"/>
                  <a:pt x="1" y="22017"/>
                  <a:pt x="1" y="21450"/>
                </a:cubicBezTo>
                <a:lnTo>
                  <a:pt x="1" y="1002"/>
                </a:lnTo>
                <a:cubicBezTo>
                  <a:pt x="1" y="468"/>
                  <a:pt x="434" y="1"/>
                  <a:pt x="1001" y="1"/>
                </a:cubicBezTo>
                <a:lnTo>
                  <a:pt x="28188" y="1"/>
                </a:lnTo>
                <a:cubicBezTo>
                  <a:pt x="28755" y="1"/>
                  <a:pt x="29188" y="468"/>
                  <a:pt x="29188" y="1002"/>
                </a:cubicBezTo>
                <a:lnTo>
                  <a:pt x="29188" y="21450"/>
                </a:lnTo>
                <a:cubicBezTo>
                  <a:pt x="29188" y="22017"/>
                  <a:pt x="28755" y="22450"/>
                  <a:pt x="28188" y="22450"/>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7"/>
          <p:cNvSpPr/>
          <p:nvPr/>
        </p:nvSpPr>
        <p:spPr>
          <a:xfrm>
            <a:off x="8371666" y="1116211"/>
            <a:ext cx="544039" cy="13136"/>
          </a:xfrm>
          <a:custGeom>
            <a:avLst/>
            <a:gdLst/>
            <a:ahLst/>
            <a:cxnLst/>
            <a:rect l="l" t="t" r="r" b="b"/>
            <a:pathLst>
              <a:path w="20749" h="501" extrusionOk="0">
                <a:moveTo>
                  <a:pt x="234" y="0"/>
                </a:moveTo>
                <a:cubicBezTo>
                  <a:pt x="101" y="0"/>
                  <a:pt x="1" y="134"/>
                  <a:pt x="1" y="267"/>
                </a:cubicBezTo>
                <a:cubicBezTo>
                  <a:pt x="1" y="401"/>
                  <a:pt x="101" y="501"/>
                  <a:pt x="234" y="501"/>
                </a:cubicBezTo>
                <a:lnTo>
                  <a:pt x="20482" y="501"/>
                </a:lnTo>
                <a:cubicBezTo>
                  <a:pt x="20615" y="501"/>
                  <a:pt x="20749" y="401"/>
                  <a:pt x="20716" y="267"/>
                </a:cubicBezTo>
                <a:cubicBezTo>
                  <a:pt x="20716" y="134"/>
                  <a:pt x="20615" y="0"/>
                  <a:pt x="20482"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7"/>
          <p:cNvSpPr/>
          <p:nvPr/>
        </p:nvSpPr>
        <p:spPr>
          <a:xfrm>
            <a:off x="8948924" y="1116211"/>
            <a:ext cx="52492" cy="13136"/>
          </a:xfrm>
          <a:custGeom>
            <a:avLst/>
            <a:gdLst/>
            <a:ahLst/>
            <a:cxnLst/>
            <a:rect l="l" t="t" r="r" b="b"/>
            <a:pathLst>
              <a:path w="2002" h="501" extrusionOk="0">
                <a:moveTo>
                  <a:pt x="234" y="0"/>
                </a:moveTo>
                <a:cubicBezTo>
                  <a:pt x="101" y="0"/>
                  <a:pt x="0" y="134"/>
                  <a:pt x="0" y="267"/>
                </a:cubicBezTo>
                <a:cubicBezTo>
                  <a:pt x="0" y="401"/>
                  <a:pt x="101" y="501"/>
                  <a:pt x="234" y="501"/>
                </a:cubicBezTo>
                <a:lnTo>
                  <a:pt x="1735" y="501"/>
                </a:lnTo>
                <a:cubicBezTo>
                  <a:pt x="1868" y="501"/>
                  <a:pt x="2002" y="401"/>
                  <a:pt x="2002" y="267"/>
                </a:cubicBezTo>
                <a:cubicBezTo>
                  <a:pt x="2002" y="134"/>
                  <a:pt x="1868" y="0"/>
                  <a:pt x="173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7"/>
          <p:cNvSpPr/>
          <p:nvPr/>
        </p:nvSpPr>
        <p:spPr>
          <a:xfrm>
            <a:off x="9021527" y="1116211"/>
            <a:ext cx="42004" cy="13136"/>
          </a:xfrm>
          <a:custGeom>
            <a:avLst/>
            <a:gdLst/>
            <a:ahLst/>
            <a:cxnLst/>
            <a:rect l="l" t="t" r="r" b="b"/>
            <a:pathLst>
              <a:path w="1602" h="501" extrusionOk="0">
                <a:moveTo>
                  <a:pt x="234" y="0"/>
                </a:moveTo>
                <a:cubicBezTo>
                  <a:pt x="100" y="0"/>
                  <a:pt x="0" y="134"/>
                  <a:pt x="0" y="267"/>
                </a:cubicBezTo>
                <a:cubicBezTo>
                  <a:pt x="0" y="401"/>
                  <a:pt x="100" y="501"/>
                  <a:pt x="234" y="501"/>
                </a:cubicBezTo>
                <a:lnTo>
                  <a:pt x="1368" y="501"/>
                </a:lnTo>
                <a:cubicBezTo>
                  <a:pt x="1501" y="501"/>
                  <a:pt x="1601" y="401"/>
                  <a:pt x="1601" y="267"/>
                </a:cubicBezTo>
                <a:cubicBezTo>
                  <a:pt x="1601" y="134"/>
                  <a:pt x="1501" y="0"/>
                  <a:pt x="1368"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7"/>
          <p:cNvSpPr/>
          <p:nvPr/>
        </p:nvSpPr>
        <p:spPr>
          <a:xfrm>
            <a:off x="8371666" y="1176543"/>
            <a:ext cx="311389" cy="13162"/>
          </a:xfrm>
          <a:custGeom>
            <a:avLst/>
            <a:gdLst/>
            <a:ahLst/>
            <a:cxnLst/>
            <a:rect l="l" t="t" r="r" b="b"/>
            <a:pathLst>
              <a:path w="11876" h="502" extrusionOk="0">
                <a:moveTo>
                  <a:pt x="234" y="1"/>
                </a:moveTo>
                <a:cubicBezTo>
                  <a:pt x="101" y="1"/>
                  <a:pt x="1" y="134"/>
                  <a:pt x="1" y="268"/>
                </a:cubicBezTo>
                <a:cubicBezTo>
                  <a:pt x="1" y="401"/>
                  <a:pt x="101" y="501"/>
                  <a:pt x="234" y="501"/>
                </a:cubicBezTo>
                <a:lnTo>
                  <a:pt x="11609" y="501"/>
                </a:lnTo>
                <a:cubicBezTo>
                  <a:pt x="11742" y="501"/>
                  <a:pt x="11876" y="401"/>
                  <a:pt x="11876" y="268"/>
                </a:cubicBezTo>
                <a:cubicBezTo>
                  <a:pt x="11876" y="134"/>
                  <a:pt x="11742" y="1"/>
                  <a:pt x="1160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7"/>
          <p:cNvSpPr/>
          <p:nvPr/>
        </p:nvSpPr>
        <p:spPr>
          <a:xfrm>
            <a:off x="8687406" y="1176543"/>
            <a:ext cx="98876" cy="13162"/>
          </a:xfrm>
          <a:custGeom>
            <a:avLst/>
            <a:gdLst/>
            <a:ahLst/>
            <a:cxnLst/>
            <a:rect l="l" t="t" r="r" b="b"/>
            <a:pathLst>
              <a:path w="3771" h="502" extrusionOk="0">
                <a:moveTo>
                  <a:pt x="268" y="1"/>
                </a:moveTo>
                <a:cubicBezTo>
                  <a:pt x="134" y="1"/>
                  <a:pt x="1" y="134"/>
                  <a:pt x="1" y="268"/>
                </a:cubicBezTo>
                <a:cubicBezTo>
                  <a:pt x="1" y="401"/>
                  <a:pt x="134" y="501"/>
                  <a:pt x="268" y="501"/>
                </a:cubicBezTo>
                <a:lnTo>
                  <a:pt x="3537" y="501"/>
                </a:lnTo>
                <a:cubicBezTo>
                  <a:pt x="3670" y="501"/>
                  <a:pt x="3770" y="401"/>
                  <a:pt x="3770" y="268"/>
                </a:cubicBezTo>
                <a:cubicBezTo>
                  <a:pt x="3770" y="134"/>
                  <a:pt x="3670" y="1"/>
                  <a:pt x="3537"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7"/>
          <p:cNvSpPr/>
          <p:nvPr/>
        </p:nvSpPr>
        <p:spPr>
          <a:xfrm>
            <a:off x="8720653" y="1211546"/>
            <a:ext cx="65629" cy="12271"/>
          </a:xfrm>
          <a:custGeom>
            <a:avLst/>
            <a:gdLst/>
            <a:ahLst/>
            <a:cxnLst/>
            <a:rect l="l" t="t" r="r" b="b"/>
            <a:pathLst>
              <a:path w="2503" h="468" extrusionOk="0">
                <a:moveTo>
                  <a:pt x="234" y="0"/>
                </a:moveTo>
                <a:cubicBezTo>
                  <a:pt x="100" y="0"/>
                  <a:pt x="0" y="100"/>
                  <a:pt x="0" y="234"/>
                </a:cubicBezTo>
                <a:cubicBezTo>
                  <a:pt x="0" y="367"/>
                  <a:pt x="100" y="467"/>
                  <a:pt x="234" y="467"/>
                </a:cubicBezTo>
                <a:lnTo>
                  <a:pt x="2269" y="467"/>
                </a:lnTo>
                <a:cubicBezTo>
                  <a:pt x="2402" y="467"/>
                  <a:pt x="2502" y="367"/>
                  <a:pt x="2502" y="234"/>
                </a:cubicBezTo>
                <a:cubicBezTo>
                  <a:pt x="2502" y="100"/>
                  <a:pt x="2402" y="0"/>
                  <a:pt x="2269"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7"/>
          <p:cNvSpPr/>
          <p:nvPr/>
        </p:nvSpPr>
        <p:spPr>
          <a:xfrm>
            <a:off x="8688298" y="1211546"/>
            <a:ext cx="19245" cy="12271"/>
          </a:xfrm>
          <a:custGeom>
            <a:avLst/>
            <a:gdLst/>
            <a:ahLst/>
            <a:cxnLst/>
            <a:rect l="l" t="t" r="r" b="b"/>
            <a:pathLst>
              <a:path w="734" h="468" extrusionOk="0">
                <a:moveTo>
                  <a:pt x="234" y="0"/>
                </a:moveTo>
                <a:cubicBezTo>
                  <a:pt x="100" y="0"/>
                  <a:pt x="0" y="100"/>
                  <a:pt x="0" y="234"/>
                </a:cubicBezTo>
                <a:cubicBezTo>
                  <a:pt x="0" y="367"/>
                  <a:pt x="100" y="467"/>
                  <a:pt x="234" y="467"/>
                </a:cubicBezTo>
                <a:lnTo>
                  <a:pt x="467" y="467"/>
                </a:lnTo>
                <a:cubicBezTo>
                  <a:pt x="600" y="467"/>
                  <a:pt x="734" y="367"/>
                  <a:pt x="734" y="234"/>
                </a:cubicBezTo>
                <a:cubicBezTo>
                  <a:pt x="734" y="100"/>
                  <a:pt x="600" y="0"/>
                  <a:pt x="467"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7"/>
          <p:cNvSpPr/>
          <p:nvPr/>
        </p:nvSpPr>
        <p:spPr>
          <a:xfrm>
            <a:off x="8610451" y="1211546"/>
            <a:ext cx="59493" cy="12271"/>
          </a:xfrm>
          <a:custGeom>
            <a:avLst/>
            <a:gdLst/>
            <a:ahLst/>
            <a:cxnLst/>
            <a:rect l="l" t="t" r="r" b="b"/>
            <a:pathLst>
              <a:path w="2269" h="468" extrusionOk="0">
                <a:moveTo>
                  <a:pt x="234" y="0"/>
                </a:moveTo>
                <a:cubicBezTo>
                  <a:pt x="100" y="0"/>
                  <a:pt x="0" y="100"/>
                  <a:pt x="0" y="234"/>
                </a:cubicBezTo>
                <a:cubicBezTo>
                  <a:pt x="0" y="367"/>
                  <a:pt x="100" y="467"/>
                  <a:pt x="234" y="467"/>
                </a:cubicBezTo>
                <a:lnTo>
                  <a:pt x="2035" y="467"/>
                </a:lnTo>
                <a:cubicBezTo>
                  <a:pt x="2168" y="467"/>
                  <a:pt x="2269" y="367"/>
                  <a:pt x="2269" y="234"/>
                </a:cubicBezTo>
                <a:cubicBezTo>
                  <a:pt x="2269" y="100"/>
                  <a:pt x="2168"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7"/>
          <p:cNvSpPr/>
          <p:nvPr/>
        </p:nvSpPr>
        <p:spPr>
          <a:xfrm>
            <a:off x="8526469" y="1211546"/>
            <a:ext cx="59519" cy="12271"/>
          </a:xfrm>
          <a:custGeom>
            <a:avLst/>
            <a:gdLst/>
            <a:ahLst/>
            <a:cxnLst/>
            <a:rect l="l" t="t" r="r" b="b"/>
            <a:pathLst>
              <a:path w="2270" h="468" extrusionOk="0">
                <a:moveTo>
                  <a:pt x="234" y="0"/>
                </a:moveTo>
                <a:cubicBezTo>
                  <a:pt x="101" y="0"/>
                  <a:pt x="1" y="100"/>
                  <a:pt x="1" y="234"/>
                </a:cubicBezTo>
                <a:cubicBezTo>
                  <a:pt x="1" y="367"/>
                  <a:pt x="101" y="467"/>
                  <a:pt x="234" y="467"/>
                </a:cubicBezTo>
                <a:lnTo>
                  <a:pt x="2036" y="467"/>
                </a:lnTo>
                <a:cubicBezTo>
                  <a:pt x="2169" y="467"/>
                  <a:pt x="2269" y="367"/>
                  <a:pt x="2269" y="234"/>
                </a:cubicBezTo>
                <a:cubicBezTo>
                  <a:pt x="2269" y="100"/>
                  <a:pt x="2169" y="0"/>
                  <a:pt x="2036"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7"/>
          <p:cNvSpPr/>
          <p:nvPr/>
        </p:nvSpPr>
        <p:spPr>
          <a:xfrm>
            <a:off x="8442513" y="1211546"/>
            <a:ext cx="59493" cy="12271"/>
          </a:xfrm>
          <a:custGeom>
            <a:avLst/>
            <a:gdLst/>
            <a:ahLst/>
            <a:cxnLst/>
            <a:rect l="l" t="t" r="r" b="b"/>
            <a:pathLst>
              <a:path w="2269" h="468" extrusionOk="0">
                <a:moveTo>
                  <a:pt x="234" y="0"/>
                </a:moveTo>
                <a:cubicBezTo>
                  <a:pt x="101" y="0"/>
                  <a:pt x="1" y="100"/>
                  <a:pt x="1" y="234"/>
                </a:cubicBezTo>
                <a:cubicBezTo>
                  <a:pt x="1" y="367"/>
                  <a:pt x="101" y="467"/>
                  <a:pt x="234" y="467"/>
                </a:cubicBezTo>
                <a:lnTo>
                  <a:pt x="2035" y="467"/>
                </a:lnTo>
                <a:cubicBezTo>
                  <a:pt x="2169" y="467"/>
                  <a:pt x="2269" y="367"/>
                  <a:pt x="2269" y="234"/>
                </a:cubicBezTo>
                <a:cubicBezTo>
                  <a:pt x="2269" y="100"/>
                  <a:pt x="2169"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7"/>
          <p:cNvSpPr/>
          <p:nvPr/>
        </p:nvSpPr>
        <p:spPr>
          <a:xfrm>
            <a:off x="8442513" y="1253524"/>
            <a:ext cx="504683" cy="12271"/>
          </a:xfrm>
          <a:custGeom>
            <a:avLst/>
            <a:gdLst/>
            <a:ahLst/>
            <a:cxnLst/>
            <a:rect l="l" t="t" r="r" b="b"/>
            <a:pathLst>
              <a:path w="19248" h="468" extrusionOk="0">
                <a:moveTo>
                  <a:pt x="234" y="0"/>
                </a:moveTo>
                <a:cubicBezTo>
                  <a:pt x="101" y="0"/>
                  <a:pt x="1" y="100"/>
                  <a:pt x="1" y="234"/>
                </a:cubicBezTo>
                <a:cubicBezTo>
                  <a:pt x="1" y="367"/>
                  <a:pt x="101" y="467"/>
                  <a:pt x="234" y="467"/>
                </a:cubicBezTo>
                <a:lnTo>
                  <a:pt x="19014" y="467"/>
                </a:lnTo>
                <a:cubicBezTo>
                  <a:pt x="19148" y="467"/>
                  <a:pt x="19248" y="367"/>
                  <a:pt x="19248" y="234"/>
                </a:cubicBezTo>
                <a:cubicBezTo>
                  <a:pt x="19248" y="100"/>
                  <a:pt x="19148" y="0"/>
                  <a:pt x="190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7"/>
          <p:cNvSpPr/>
          <p:nvPr/>
        </p:nvSpPr>
        <p:spPr>
          <a:xfrm>
            <a:off x="8371666" y="1211546"/>
            <a:ext cx="29760" cy="12271"/>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7"/>
          <p:cNvSpPr/>
          <p:nvPr/>
        </p:nvSpPr>
        <p:spPr>
          <a:xfrm>
            <a:off x="8371666" y="1253524"/>
            <a:ext cx="29760" cy="12271"/>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7"/>
          <p:cNvSpPr/>
          <p:nvPr/>
        </p:nvSpPr>
        <p:spPr>
          <a:xfrm>
            <a:off x="8371666" y="1295502"/>
            <a:ext cx="29760" cy="12271"/>
          </a:xfrm>
          <a:custGeom>
            <a:avLst/>
            <a:gdLst/>
            <a:ahLst/>
            <a:cxnLst/>
            <a:rect l="l" t="t" r="r" b="b"/>
            <a:pathLst>
              <a:path w="1135" h="468" extrusionOk="0">
                <a:moveTo>
                  <a:pt x="234" y="0"/>
                </a:moveTo>
                <a:cubicBezTo>
                  <a:pt x="101" y="0"/>
                  <a:pt x="1" y="101"/>
                  <a:pt x="1" y="234"/>
                </a:cubicBezTo>
                <a:cubicBezTo>
                  <a:pt x="1" y="367"/>
                  <a:pt x="101" y="467"/>
                  <a:pt x="234" y="467"/>
                </a:cubicBezTo>
                <a:lnTo>
                  <a:pt x="868" y="467"/>
                </a:lnTo>
                <a:cubicBezTo>
                  <a:pt x="1035" y="467"/>
                  <a:pt x="1135" y="367"/>
                  <a:pt x="1135" y="234"/>
                </a:cubicBezTo>
                <a:cubicBezTo>
                  <a:pt x="1135" y="101"/>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7"/>
          <p:cNvSpPr/>
          <p:nvPr/>
        </p:nvSpPr>
        <p:spPr>
          <a:xfrm>
            <a:off x="8977792" y="1253524"/>
            <a:ext cx="74360" cy="12271"/>
          </a:xfrm>
          <a:custGeom>
            <a:avLst/>
            <a:gdLst/>
            <a:ahLst/>
            <a:cxnLst/>
            <a:rect l="l" t="t" r="r" b="b"/>
            <a:pathLst>
              <a:path w="2836" h="468" extrusionOk="0">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7"/>
          <p:cNvSpPr/>
          <p:nvPr/>
        </p:nvSpPr>
        <p:spPr>
          <a:xfrm>
            <a:off x="8440756" y="1295502"/>
            <a:ext cx="213457" cy="12271"/>
          </a:xfrm>
          <a:custGeom>
            <a:avLst/>
            <a:gdLst/>
            <a:ahLst/>
            <a:cxnLst/>
            <a:rect l="l" t="t" r="r" b="b"/>
            <a:pathLst>
              <a:path w="8141" h="468" extrusionOk="0">
                <a:moveTo>
                  <a:pt x="234" y="0"/>
                </a:moveTo>
                <a:cubicBezTo>
                  <a:pt x="101" y="0"/>
                  <a:pt x="1" y="101"/>
                  <a:pt x="1" y="234"/>
                </a:cubicBezTo>
                <a:cubicBezTo>
                  <a:pt x="1" y="367"/>
                  <a:pt x="101" y="467"/>
                  <a:pt x="234" y="467"/>
                </a:cubicBezTo>
                <a:lnTo>
                  <a:pt x="7873" y="467"/>
                </a:lnTo>
                <a:cubicBezTo>
                  <a:pt x="8007" y="467"/>
                  <a:pt x="8140" y="367"/>
                  <a:pt x="8140" y="234"/>
                </a:cubicBezTo>
                <a:cubicBezTo>
                  <a:pt x="8140" y="101"/>
                  <a:pt x="8007" y="0"/>
                  <a:pt x="78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7"/>
          <p:cNvSpPr/>
          <p:nvPr/>
        </p:nvSpPr>
        <p:spPr>
          <a:xfrm>
            <a:off x="8720653" y="1349725"/>
            <a:ext cx="240542" cy="13136"/>
          </a:xfrm>
          <a:custGeom>
            <a:avLst/>
            <a:gdLst/>
            <a:ahLst/>
            <a:cxnLst/>
            <a:rect l="l" t="t" r="r" b="b"/>
            <a:pathLst>
              <a:path w="9174" h="501" extrusionOk="0">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7"/>
          <p:cNvSpPr/>
          <p:nvPr/>
        </p:nvSpPr>
        <p:spPr>
          <a:xfrm>
            <a:off x="8882456" y="1320857"/>
            <a:ext cx="78739" cy="13162"/>
          </a:xfrm>
          <a:custGeom>
            <a:avLst/>
            <a:gdLst/>
            <a:ahLst/>
            <a:cxnLst/>
            <a:rect l="l" t="t" r="r" b="b"/>
            <a:pathLst>
              <a:path w="3003" h="502" extrusionOk="0">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7"/>
          <p:cNvSpPr/>
          <p:nvPr/>
        </p:nvSpPr>
        <p:spPr>
          <a:xfrm>
            <a:off x="8371666" y="1058474"/>
            <a:ext cx="251922" cy="13162"/>
          </a:xfrm>
          <a:custGeom>
            <a:avLst/>
            <a:gdLst/>
            <a:ahLst/>
            <a:cxnLst/>
            <a:rect l="l" t="t" r="r" b="b"/>
            <a:pathLst>
              <a:path w="9608" h="502" extrusionOk="0">
                <a:moveTo>
                  <a:pt x="234" y="1"/>
                </a:moveTo>
                <a:cubicBezTo>
                  <a:pt x="101" y="1"/>
                  <a:pt x="1" y="101"/>
                  <a:pt x="1" y="234"/>
                </a:cubicBezTo>
                <a:cubicBezTo>
                  <a:pt x="1" y="368"/>
                  <a:pt x="101" y="501"/>
                  <a:pt x="234" y="501"/>
                </a:cubicBezTo>
                <a:lnTo>
                  <a:pt x="9341" y="501"/>
                </a:lnTo>
                <a:cubicBezTo>
                  <a:pt x="9474" y="501"/>
                  <a:pt x="9608" y="368"/>
                  <a:pt x="9608" y="234"/>
                </a:cubicBezTo>
                <a:cubicBezTo>
                  <a:pt x="9608" y="101"/>
                  <a:pt x="9474" y="1"/>
                  <a:pt x="9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7"/>
          <p:cNvSpPr/>
          <p:nvPr/>
        </p:nvSpPr>
        <p:spPr>
          <a:xfrm>
            <a:off x="8371666" y="1467793"/>
            <a:ext cx="406725" cy="12271"/>
          </a:xfrm>
          <a:custGeom>
            <a:avLst/>
            <a:gdLst/>
            <a:ahLst/>
            <a:cxnLst/>
            <a:rect l="l" t="t" r="r" b="b"/>
            <a:pathLst>
              <a:path w="15512" h="468" extrusionOk="0">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7"/>
          <p:cNvSpPr/>
          <p:nvPr/>
        </p:nvSpPr>
        <p:spPr>
          <a:xfrm>
            <a:off x="8741629" y="1392595"/>
            <a:ext cx="120743" cy="12271"/>
          </a:xfrm>
          <a:custGeom>
            <a:avLst/>
            <a:gdLst/>
            <a:ahLst/>
            <a:cxnLst/>
            <a:rect l="l" t="t" r="r" b="b"/>
            <a:pathLst>
              <a:path w="4605" h="468" extrusionOk="0">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7"/>
          <p:cNvSpPr/>
          <p:nvPr/>
        </p:nvSpPr>
        <p:spPr>
          <a:xfrm>
            <a:off x="8902567" y="1392595"/>
            <a:ext cx="160965" cy="12271"/>
          </a:xfrm>
          <a:custGeom>
            <a:avLst/>
            <a:gdLst/>
            <a:ahLst/>
            <a:cxnLst/>
            <a:rect l="l" t="t" r="r" b="b"/>
            <a:pathLst>
              <a:path w="6139" h="468" extrusionOk="0">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7"/>
          <p:cNvSpPr/>
          <p:nvPr/>
        </p:nvSpPr>
        <p:spPr>
          <a:xfrm>
            <a:off x="8902567" y="1452062"/>
            <a:ext cx="160965" cy="13136"/>
          </a:xfrm>
          <a:custGeom>
            <a:avLst/>
            <a:gdLst/>
            <a:ahLst/>
            <a:cxnLst/>
            <a:rect l="l" t="t" r="r" b="b"/>
            <a:pathLst>
              <a:path w="6139" h="501" extrusionOk="0">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7"/>
          <p:cNvSpPr/>
          <p:nvPr/>
        </p:nvSpPr>
        <p:spPr>
          <a:xfrm>
            <a:off x="8371666" y="1508906"/>
            <a:ext cx="61250" cy="13136"/>
          </a:xfrm>
          <a:custGeom>
            <a:avLst/>
            <a:gdLst/>
            <a:ahLst/>
            <a:cxnLst/>
            <a:rect l="l" t="t" r="r" b="b"/>
            <a:pathLst>
              <a:path w="2336" h="501" extrusionOk="0">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7"/>
          <p:cNvSpPr/>
          <p:nvPr/>
        </p:nvSpPr>
        <p:spPr>
          <a:xfrm>
            <a:off x="8448648" y="1508906"/>
            <a:ext cx="378722" cy="13136"/>
          </a:xfrm>
          <a:custGeom>
            <a:avLst/>
            <a:gdLst/>
            <a:ahLst/>
            <a:cxnLst/>
            <a:rect l="l" t="t" r="r" b="b"/>
            <a:pathLst>
              <a:path w="14444" h="501" extrusionOk="0">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65"/>
        <p:cNvGrpSpPr/>
        <p:nvPr/>
      </p:nvGrpSpPr>
      <p:grpSpPr>
        <a:xfrm>
          <a:off x="0" y="0"/>
          <a:ext cx="0" cy="0"/>
          <a:chOff x="0" y="0"/>
          <a:chExt cx="0" cy="0"/>
        </a:xfrm>
      </p:grpSpPr>
      <p:sp>
        <p:nvSpPr>
          <p:cNvPr id="666" name="Google Shape;666;p28"/>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PROBLEM STATEMENT</a:t>
            </a:r>
            <a:endParaRPr dirty="0"/>
          </a:p>
          <a:p>
            <a:pPr marL="0" lvl="0" indent="0" algn="l" rtl="0">
              <a:spcBef>
                <a:spcPts val="0"/>
              </a:spcBef>
              <a:spcAft>
                <a:spcPts val="0"/>
              </a:spcAft>
              <a:buNone/>
            </a:pPr>
            <a:endParaRPr dirty="0"/>
          </a:p>
        </p:txBody>
      </p:sp>
      <p:sp>
        <p:nvSpPr>
          <p:cNvPr id="667" name="Google Shape;667;p28"/>
          <p:cNvSpPr txBox="1">
            <a:spLocks noGrp="1"/>
          </p:cNvSpPr>
          <p:nvPr>
            <p:ph type="body" idx="1"/>
          </p:nvPr>
        </p:nvSpPr>
        <p:spPr>
          <a:xfrm>
            <a:off x="720000" y="1104850"/>
            <a:ext cx="7890600" cy="31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b="1" dirty="0"/>
              <a:t>Developing an Efficient Clothing Classification Model using Convolutional Neural Networks (CNN) and Intel Optimization. </a:t>
            </a:r>
          </a:p>
          <a:p>
            <a:pPr marL="0" lvl="0" indent="0" algn="l" rtl="0">
              <a:spcBef>
                <a:spcPts val="0"/>
              </a:spcBef>
              <a:spcAft>
                <a:spcPts val="0"/>
              </a:spcAft>
              <a:buClr>
                <a:schemeClr val="dk1"/>
              </a:buClr>
              <a:buSzPts val="1100"/>
              <a:buFont typeface="Arial"/>
              <a:buNone/>
            </a:pPr>
            <a:endParaRPr lang="en-US" sz="1400" b="1" dirty="0"/>
          </a:p>
          <a:p>
            <a:pPr marL="0" lvl="0" indent="0" algn="l" rtl="0">
              <a:spcBef>
                <a:spcPts val="0"/>
              </a:spcBef>
              <a:spcAft>
                <a:spcPts val="0"/>
              </a:spcAft>
              <a:buClr>
                <a:schemeClr val="dk1"/>
              </a:buClr>
              <a:buSzPts val="1100"/>
              <a:buFont typeface="Arial"/>
              <a:buNone/>
            </a:pPr>
            <a:endParaRPr lang="en-US" sz="1400" b="1" dirty="0"/>
          </a:p>
          <a:p>
            <a:pPr marL="0" lvl="0" indent="0" algn="l" rtl="0">
              <a:spcBef>
                <a:spcPts val="0"/>
              </a:spcBef>
              <a:spcAft>
                <a:spcPts val="0"/>
              </a:spcAft>
              <a:buClr>
                <a:schemeClr val="dk1"/>
              </a:buClr>
              <a:buSzPts val="1100"/>
              <a:buFont typeface="Arial"/>
              <a:buNone/>
            </a:pPr>
            <a:endParaRPr lang="en-US" sz="1400" b="1" dirty="0"/>
          </a:p>
          <a:p>
            <a:pPr marL="457200" lvl="0" indent="-304800" algn="l" rtl="0">
              <a:spcBef>
                <a:spcPts val="0"/>
              </a:spcBef>
              <a:spcAft>
                <a:spcPts val="0"/>
              </a:spcAft>
              <a:buClr>
                <a:schemeClr val="dk1"/>
              </a:buClr>
              <a:buSzPts val="1200"/>
              <a:buFont typeface="Raleway"/>
              <a:buChar char="●"/>
            </a:pPr>
            <a:r>
              <a:rPr lang="en-US" dirty="0">
                <a:latin typeface="Roboto"/>
                <a:ea typeface="Roboto"/>
                <a:cs typeface="Roboto"/>
                <a:sym typeface="Roboto"/>
              </a:rPr>
              <a:t>Our goal is to </a:t>
            </a:r>
            <a:r>
              <a:rPr lang="en-US" b="1" dirty="0">
                <a:solidFill>
                  <a:schemeClr val="accent5">
                    <a:lumMod val="60000"/>
                    <a:lumOff val="40000"/>
                  </a:schemeClr>
                </a:solidFill>
                <a:latin typeface="Roboto"/>
                <a:ea typeface="Roboto"/>
                <a:cs typeface="Roboto"/>
                <a:sym typeface="Roboto"/>
              </a:rPr>
              <a:t>create and train a CNN model </a:t>
            </a:r>
            <a:r>
              <a:rPr lang="en-US" dirty="0">
                <a:latin typeface="Roboto"/>
                <a:ea typeface="Roboto"/>
                <a:cs typeface="Roboto"/>
                <a:sym typeface="Roboto"/>
              </a:rPr>
              <a:t>that can accurately categorize photos of apparel from the </a:t>
            </a:r>
            <a:r>
              <a:rPr lang="en-US" b="1" dirty="0">
                <a:solidFill>
                  <a:schemeClr val="accent5">
                    <a:lumMod val="60000"/>
                    <a:lumOff val="40000"/>
                  </a:schemeClr>
                </a:solidFill>
                <a:latin typeface="Roboto"/>
                <a:ea typeface="Roboto"/>
                <a:cs typeface="Roboto"/>
                <a:sym typeface="Roboto"/>
              </a:rPr>
              <a:t>Fashion MNIST </a:t>
            </a:r>
            <a:r>
              <a:rPr lang="en-US" dirty="0">
                <a:latin typeface="Roboto"/>
                <a:ea typeface="Roboto"/>
                <a:cs typeface="Roboto"/>
                <a:sym typeface="Roboto"/>
              </a:rPr>
              <a:t>dataset. CNNs are frequently employed in computer vision tasks and have excelled in classifying images. We can accurately classify photos by capturing relevant characteristics and patterns in the images using the capabilities of CNNs. </a:t>
            </a:r>
          </a:p>
          <a:p>
            <a:pPr marL="457200" lvl="0" indent="-304800" algn="l" rtl="0">
              <a:spcBef>
                <a:spcPts val="0"/>
              </a:spcBef>
              <a:spcAft>
                <a:spcPts val="0"/>
              </a:spcAft>
              <a:buClr>
                <a:schemeClr val="dk1"/>
              </a:buClr>
              <a:buSzPts val="1200"/>
              <a:buFont typeface="Raleway"/>
              <a:buChar char="●"/>
            </a:pPr>
            <a:endParaRPr lang="en-US" dirty="0">
              <a:latin typeface="Roboto"/>
              <a:ea typeface="Roboto"/>
              <a:cs typeface="Roboto"/>
              <a:sym typeface="Roboto"/>
            </a:endParaRPr>
          </a:p>
          <a:p>
            <a:pPr marL="457200" lvl="0" indent="-304800" algn="l" rtl="0">
              <a:spcBef>
                <a:spcPts val="0"/>
              </a:spcBef>
              <a:spcAft>
                <a:spcPts val="0"/>
              </a:spcAft>
              <a:buClr>
                <a:schemeClr val="dk1"/>
              </a:buClr>
              <a:buSzPts val="1200"/>
              <a:buFont typeface="Raleway"/>
              <a:buChar char="●"/>
            </a:pPr>
            <a:r>
              <a:rPr lang="en-US" dirty="0">
                <a:latin typeface="Roboto"/>
                <a:ea typeface="Roboto"/>
                <a:cs typeface="Roboto"/>
                <a:sym typeface="Roboto"/>
              </a:rPr>
              <a:t>Intel offers a variety of optimization tools and libraries that help improve the performance of deep learning models on Intel architectures. In order to speed up the inference speed of our trained CNN model, we will investigate Intel optimization approaches such as </a:t>
            </a:r>
            <a:r>
              <a:rPr lang="en-US" b="1" dirty="0">
                <a:solidFill>
                  <a:schemeClr val="accent5">
                    <a:lumMod val="60000"/>
                    <a:lumOff val="40000"/>
                  </a:schemeClr>
                </a:solidFill>
                <a:latin typeface="Roboto"/>
                <a:ea typeface="Roboto"/>
                <a:cs typeface="Roboto"/>
                <a:sym typeface="Roboto"/>
              </a:rPr>
              <a:t>Intel extension for </a:t>
            </a:r>
            <a:r>
              <a:rPr lang="en-US" b="1" dirty="0" err="1">
                <a:solidFill>
                  <a:schemeClr val="accent5">
                    <a:lumMod val="60000"/>
                    <a:lumOff val="40000"/>
                  </a:schemeClr>
                </a:solidFill>
                <a:latin typeface="Roboto"/>
                <a:ea typeface="Roboto"/>
                <a:cs typeface="Roboto"/>
                <a:sym typeface="Roboto"/>
              </a:rPr>
              <a:t>Pytorch</a:t>
            </a:r>
            <a:r>
              <a:rPr lang="en-US" b="1" dirty="0">
                <a:solidFill>
                  <a:schemeClr val="accent5">
                    <a:lumMod val="60000"/>
                    <a:lumOff val="40000"/>
                  </a:schemeClr>
                </a:solidFill>
                <a:latin typeface="Roboto"/>
                <a:ea typeface="Roboto"/>
                <a:cs typeface="Roboto"/>
                <a:sym typeface="Roboto"/>
              </a:rPr>
              <a:t> (IPEX) and Intel Distribution for Python (Intel Python)</a:t>
            </a:r>
            <a:r>
              <a:rPr lang="en-US" dirty="0">
                <a:latin typeface="Roboto"/>
                <a:ea typeface="Roboto"/>
                <a:cs typeface="Roboto"/>
                <a:sym typeface="Roboto"/>
              </a:rPr>
              <a:t>. We can speed up predictions and increase efficiency by exploiting Intel's optimization resources, making the model appropriate for real-time applications.</a:t>
            </a:r>
            <a:r>
              <a:rPr lang="en" dirty="0">
                <a:latin typeface="Roboto"/>
                <a:ea typeface="Roboto"/>
                <a:cs typeface="Roboto"/>
                <a:sym typeface="Roboto"/>
              </a:rPr>
              <a:t>.</a:t>
            </a:r>
            <a:endParaRPr dirty="0">
              <a:latin typeface="Roboto"/>
              <a:ea typeface="Roboto"/>
              <a:cs typeface="Roboto"/>
              <a:sym typeface="Roboto"/>
            </a:endParaRPr>
          </a:p>
          <a:p>
            <a:pPr marL="0" lvl="0" indent="0" algn="l" rtl="0">
              <a:spcBef>
                <a:spcPts val="0"/>
              </a:spcBef>
              <a:spcAft>
                <a:spcPts val="1600"/>
              </a:spcAft>
              <a:buNone/>
            </a:pPr>
            <a:endParaRPr dirty="0"/>
          </a:p>
        </p:txBody>
      </p:sp>
      <p:sp>
        <p:nvSpPr>
          <p:cNvPr id="668" name="Google Shape;668;p28"/>
          <p:cNvSpPr txBox="1"/>
          <p:nvPr/>
        </p:nvSpPr>
        <p:spPr>
          <a:xfrm>
            <a:off x="1194674" y="1922684"/>
            <a:ext cx="7704000" cy="16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Roboto"/>
                <a:ea typeface="Roboto"/>
                <a:cs typeface="Roboto"/>
                <a:sym typeface="Roboto"/>
              </a:rPr>
              <a:t>Our main objectives in this project are :</a:t>
            </a:r>
            <a:endParaRPr sz="1200" b="1" dirty="0">
              <a:latin typeface="Roboto"/>
              <a:ea typeface="Roboto"/>
              <a:cs typeface="Roboto"/>
              <a:sym typeface="Roboto"/>
            </a:endParaRPr>
          </a:p>
        </p:txBody>
      </p:sp>
      <p:grpSp>
        <p:nvGrpSpPr>
          <p:cNvPr id="2" name="Google Shape;2858;p36">
            <a:extLst>
              <a:ext uri="{FF2B5EF4-FFF2-40B4-BE49-F238E27FC236}">
                <a16:creationId xmlns:a16="http://schemas.microsoft.com/office/drawing/2014/main" id="{12FB2CD0-68EF-1E4D-19AD-69FB2023CDBD}"/>
              </a:ext>
            </a:extLst>
          </p:cNvPr>
          <p:cNvGrpSpPr/>
          <p:nvPr/>
        </p:nvGrpSpPr>
        <p:grpSpPr>
          <a:xfrm>
            <a:off x="4963385" y="218465"/>
            <a:ext cx="554755" cy="623342"/>
            <a:chOff x="6417188" y="2869825"/>
            <a:chExt cx="471025" cy="496550"/>
          </a:xfrm>
        </p:grpSpPr>
        <p:grpSp>
          <p:nvGrpSpPr>
            <p:cNvPr id="3" name="Google Shape;2859;p36">
              <a:extLst>
                <a:ext uri="{FF2B5EF4-FFF2-40B4-BE49-F238E27FC236}">
                  <a16:creationId xmlns:a16="http://schemas.microsoft.com/office/drawing/2014/main" id="{251672AD-4B29-C3CC-441E-3436CF3F9408}"/>
                </a:ext>
              </a:extLst>
            </p:cNvPr>
            <p:cNvGrpSpPr/>
            <p:nvPr/>
          </p:nvGrpSpPr>
          <p:grpSpPr>
            <a:xfrm>
              <a:off x="6417188" y="2869825"/>
              <a:ext cx="471025" cy="496550"/>
              <a:chOff x="6417188" y="2869825"/>
              <a:chExt cx="471025" cy="496550"/>
            </a:xfrm>
          </p:grpSpPr>
          <p:grpSp>
            <p:nvGrpSpPr>
              <p:cNvPr id="11" name="Google Shape;2860;p36">
                <a:extLst>
                  <a:ext uri="{FF2B5EF4-FFF2-40B4-BE49-F238E27FC236}">
                    <a16:creationId xmlns:a16="http://schemas.microsoft.com/office/drawing/2014/main" id="{E2FF35A9-C502-ABD8-8241-556A9BEED77E}"/>
                  </a:ext>
                </a:extLst>
              </p:cNvPr>
              <p:cNvGrpSpPr/>
              <p:nvPr/>
            </p:nvGrpSpPr>
            <p:grpSpPr>
              <a:xfrm>
                <a:off x="6417188" y="2869825"/>
                <a:ext cx="471025" cy="496550"/>
                <a:chOff x="5118900" y="1369200"/>
                <a:chExt cx="471025" cy="496550"/>
              </a:xfrm>
            </p:grpSpPr>
            <p:sp>
              <p:nvSpPr>
                <p:cNvPr id="13" name="Google Shape;2861;p36">
                  <a:extLst>
                    <a:ext uri="{FF2B5EF4-FFF2-40B4-BE49-F238E27FC236}">
                      <a16:creationId xmlns:a16="http://schemas.microsoft.com/office/drawing/2014/main" id="{F7117DA3-0D69-826A-B28F-47BD60BEF24D}"/>
                    </a:ext>
                  </a:extLst>
                </p:cNvPr>
                <p:cNvSpPr/>
                <p:nvPr/>
              </p:nvSpPr>
              <p:spPr>
                <a:xfrm>
                  <a:off x="5118900" y="1369200"/>
                  <a:ext cx="471025" cy="496550"/>
                </a:xfrm>
                <a:custGeom>
                  <a:avLst/>
                  <a:gdLst/>
                  <a:ahLst/>
                  <a:cxnLst/>
                  <a:rect l="l" t="t" r="r" b="b"/>
                  <a:pathLst>
                    <a:path w="18841" h="19862" extrusionOk="0">
                      <a:moveTo>
                        <a:pt x="9931" y="0"/>
                      </a:moveTo>
                      <a:cubicBezTo>
                        <a:pt x="9829" y="0"/>
                        <a:pt x="9728" y="4"/>
                        <a:pt x="9627" y="8"/>
                      </a:cubicBezTo>
                      <a:lnTo>
                        <a:pt x="9582" y="10"/>
                      </a:lnTo>
                      <a:cubicBezTo>
                        <a:pt x="9291" y="25"/>
                        <a:pt x="9002" y="62"/>
                        <a:pt x="8724" y="122"/>
                      </a:cubicBezTo>
                      <a:lnTo>
                        <a:pt x="8648" y="124"/>
                      </a:lnTo>
                      <a:lnTo>
                        <a:pt x="8528" y="124"/>
                      </a:lnTo>
                      <a:lnTo>
                        <a:pt x="8247" y="261"/>
                      </a:lnTo>
                      <a:cubicBezTo>
                        <a:pt x="8180" y="289"/>
                        <a:pt x="8126" y="317"/>
                        <a:pt x="8083" y="341"/>
                      </a:cubicBezTo>
                      <a:cubicBezTo>
                        <a:pt x="8019" y="376"/>
                        <a:pt x="7957" y="415"/>
                        <a:pt x="7895" y="459"/>
                      </a:cubicBezTo>
                      <a:cubicBezTo>
                        <a:pt x="7830" y="505"/>
                        <a:pt x="7768" y="556"/>
                        <a:pt x="7711" y="611"/>
                      </a:cubicBezTo>
                      <a:cubicBezTo>
                        <a:pt x="7683" y="638"/>
                        <a:pt x="7655" y="664"/>
                        <a:pt x="7629" y="693"/>
                      </a:cubicBezTo>
                      <a:cubicBezTo>
                        <a:pt x="7559" y="766"/>
                        <a:pt x="7498" y="846"/>
                        <a:pt x="7442" y="930"/>
                      </a:cubicBezTo>
                      <a:cubicBezTo>
                        <a:pt x="7397" y="996"/>
                        <a:pt x="7357" y="1065"/>
                        <a:pt x="7322" y="1138"/>
                      </a:cubicBezTo>
                      <a:cubicBezTo>
                        <a:pt x="7274" y="1237"/>
                        <a:pt x="7243" y="1321"/>
                        <a:pt x="7224" y="1380"/>
                      </a:cubicBezTo>
                      <a:lnTo>
                        <a:pt x="7214" y="1411"/>
                      </a:lnTo>
                      <a:cubicBezTo>
                        <a:pt x="7198" y="1459"/>
                        <a:pt x="7096" y="1682"/>
                        <a:pt x="6876" y="1915"/>
                      </a:cubicBezTo>
                      <a:lnTo>
                        <a:pt x="6862" y="1928"/>
                      </a:lnTo>
                      <a:cubicBezTo>
                        <a:pt x="6845" y="1945"/>
                        <a:pt x="6827" y="1961"/>
                        <a:pt x="6807" y="1979"/>
                      </a:cubicBezTo>
                      <a:cubicBezTo>
                        <a:pt x="6790" y="1993"/>
                        <a:pt x="6781" y="2001"/>
                        <a:pt x="6777" y="2003"/>
                      </a:cubicBezTo>
                      <a:lnTo>
                        <a:pt x="6743" y="2028"/>
                      </a:lnTo>
                      <a:lnTo>
                        <a:pt x="6710" y="2050"/>
                      </a:lnTo>
                      <a:lnTo>
                        <a:pt x="6673" y="2067"/>
                      </a:lnTo>
                      <a:lnTo>
                        <a:pt x="6642" y="2082"/>
                      </a:lnTo>
                      <a:lnTo>
                        <a:pt x="6588" y="2097"/>
                      </a:lnTo>
                      <a:cubicBezTo>
                        <a:pt x="6578" y="2101"/>
                        <a:pt x="6556" y="2105"/>
                        <a:pt x="6510" y="2109"/>
                      </a:cubicBezTo>
                      <a:lnTo>
                        <a:pt x="6479" y="2112"/>
                      </a:lnTo>
                      <a:cubicBezTo>
                        <a:pt x="6459" y="2113"/>
                        <a:pt x="6439" y="2114"/>
                        <a:pt x="6418" y="2114"/>
                      </a:cubicBezTo>
                      <a:lnTo>
                        <a:pt x="6392" y="2113"/>
                      </a:lnTo>
                      <a:cubicBezTo>
                        <a:pt x="6079" y="2102"/>
                        <a:pt x="5895" y="2018"/>
                        <a:pt x="5738" y="1946"/>
                      </a:cubicBezTo>
                      <a:cubicBezTo>
                        <a:pt x="5555" y="1862"/>
                        <a:pt x="5249" y="1721"/>
                        <a:pt x="4845" y="1721"/>
                      </a:cubicBezTo>
                      <a:cubicBezTo>
                        <a:pt x="4593" y="1721"/>
                        <a:pt x="4345" y="1777"/>
                        <a:pt x="4118" y="1883"/>
                      </a:cubicBezTo>
                      <a:cubicBezTo>
                        <a:pt x="4084" y="1898"/>
                        <a:pt x="4056" y="1913"/>
                        <a:pt x="4039" y="1922"/>
                      </a:cubicBezTo>
                      <a:lnTo>
                        <a:pt x="3826" y="2027"/>
                      </a:lnTo>
                      <a:lnTo>
                        <a:pt x="3824" y="2029"/>
                      </a:lnTo>
                      <a:lnTo>
                        <a:pt x="3809" y="2036"/>
                      </a:lnTo>
                      <a:lnTo>
                        <a:pt x="3783" y="2062"/>
                      </a:lnTo>
                      <a:cubicBezTo>
                        <a:pt x="3772" y="2069"/>
                        <a:pt x="3689" y="2119"/>
                        <a:pt x="3666" y="2135"/>
                      </a:cubicBezTo>
                      <a:cubicBezTo>
                        <a:pt x="3592" y="2180"/>
                        <a:pt x="3519" y="2230"/>
                        <a:pt x="3439" y="2288"/>
                      </a:cubicBezTo>
                      <a:cubicBezTo>
                        <a:pt x="3357" y="2345"/>
                        <a:pt x="3287" y="2399"/>
                        <a:pt x="3232" y="2445"/>
                      </a:cubicBezTo>
                      <a:cubicBezTo>
                        <a:pt x="3196" y="2473"/>
                        <a:pt x="3159" y="2503"/>
                        <a:pt x="3122" y="2534"/>
                      </a:cubicBezTo>
                      <a:lnTo>
                        <a:pt x="3087" y="2561"/>
                      </a:lnTo>
                      <a:cubicBezTo>
                        <a:pt x="2779" y="2822"/>
                        <a:pt x="2479" y="3129"/>
                        <a:pt x="2197" y="3469"/>
                      </a:cubicBezTo>
                      <a:cubicBezTo>
                        <a:pt x="1094" y="4789"/>
                        <a:pt x="820" y="6156"/>
                        <a:pt x="554" y="7478"/>
                      </a:cubicBezTo>
                      <a:lnTo>
                        <a:pt x="512" y="7698"/>
                      </a:lnTo>
                      <a:cubicBezTo>
                        <a:pt x="433" y="8087"/>
                        <a:pt x="359" y="8406"/>
                        <a:pt x="288" y="8673"/>
                      </a:cubicBezTo>
                      <a:lnTo>
                        <a:pt x="222" y="8915"/>
                      </a:lnTo>
                      <a:cubicBezTo>
                        <a:pt x="179" y="9065"/>
                        <a:pt x="134" y="9219"/>
                        <a:pt x="111" y="9406"/>
                      </a:cubicBezTo>
                      <a:cubicBezTo>
                        <a:pt x="1" y="10291"/>
                        <a:pt x="445" y="10966"/>
                        <a:pt x="1428" y="11410"/>
                      </a:cubicBezTo>
                      <a:cubicBezTo>
                        <a:pt x="1546" y="11464"/>
                        <a:pt x="1666" y="11515"/>
                        <a:pt x="1794" y="11568"/>
                      </a:cubicBezTo>
                      <a:cubicBezTo>
                        <a:pt x="2542" y="11877"/>
                        <a:pt x="3408" y="12155"/>
                        <a:pt x="4226" y="12349"/>
                      </a:cubicBezTo>
                      <a:cubicBezTo>
                        <a:pt x="4613" y="13741"/>
                        <a:pt x="5036" y="15345"/>
                        <a:pt x="5273" y="16391"/>
                      </a:cubicBezTo>
                      <a:cubicBezTo>
                        <a:pt x="5382" y="16878"/>
                        <a:pt x="5461" y="17239"/>
                        <a:pt x="5522" y="17514"/>
                      </a:cubicBezTo>
                      <a:lnTo>
                        <a:pt x="5565" y="17714"/>
                      </a:lnTo>
                      <a:cubicBezTo>
                        <a:pt x="5592" y="17833"/>
                        <a:pt x="5613" y="17931"/>
                        <a:pt x="5632" y="18014"/>
                      </a:cubicBezTo>
                      <a:cubicBezTo>
                        <a:pt x="5733" y="18448"/>
                        <a:pt x="5902" y="19174"/>
                        <a:pt x="6745" y="19558"/>
                      </a:cubicBezTo>
                      <a:lnTo>
                        <a:pt x="6799" y="19582"/>
                      </a:lnTo>
                      <a:cubicBezTo>
                        <a:pt x="7215" y="19767"/>
                        <a:pt x="7657" y="19861"/>
                        <a:pt x="8116" y="19861"/>
                      </a:cubicBezTo>
                      <a:lnTo>
                        <a:pt x="8116" y="19861"/>
                      </a:lnTo>
                      <a:cubicBezTo>
                        <a:pt x="8909" y="19861"/>
                        <a:pt x="9711" y="19588"/>
                        <a:pt x="10568" y="19028"/>
                      </a:cubicBezTo>
                      <a:cubicBezTo>
                        <a:pt x="10671" y="18961"/>
                        <a:pt x="10907" y="18949"/>
                        <a:pt x="11291" y="18938"/>
                      </a:cubicBezTo>
                      <a:lnTo>
                        <a:pt x="11361" y="18936"/>
                      </a:lnTo>
                      <a:cubicBezTo>
                        <a:pt x="11535" y="18930"/>
                        <a:pt x="11732" y="18923"/>
                        <a:pt x="11950" y="18904"/>
                      </a:cubicBezTo>
                      <a:cubicBezTo>
                        <a:pt x="13456" y="18766"/>
                        <a:pt x="14287" y="17980"/>
                        <a:pt x="14783" y="17512"/>
                      </a:cubicBezTo>
                      <a:cubicBezTo>
                        <a:pt x="14904" y="17398"/>
                        <a:pt x="15085" y="17227"/>
                        <a:pt x="15148" y="17201"/>
                      </a:cubicBezTo>
                      <a:cubicBezTo>
                        <a:pt x="15270" y="17167"/>
                        <a:pt x="15416" y="17133"/>
                        <a:pt x="15544" y="17103"/>
                      </a:cubicBezTo>
                      <a:cubicBezTo>
                        <a:pt x="16312" y="16923"/>
                        <a:pt x="17598" y="16622"/>
                        <a:pt x="18342" y="15252"/>
                      </a:cubicBezTo>
                      <a:cubicBezTo>
                        <a:pt x="18841" y="14326"/>
                        <a:pt x="18564" y="13600"/>
                        <a:pt x="18358" y="13258"/>
                      </a:cubicBezTo>
                      <a:cubicBezTo>
                        <a:pt x="16856" y="10720"/>
                        <a:pt x="16416" y="9866"/>
                        <a:pt x="15803" y="8677"/>
                      </a:cubicBezTo>
                      <a:cubicBezTo>
                        <a:pt x="15803" y="8677"/>
                        <a:pt x="15522" y="8137"/>
                        <a:pt x="15427" y="7953"/>
                      </a:cubicBezTo>
                      <a:cubicBezTo>
                        <a:pt x="15442" y="7929"/>
                        <a:pt x="15457" y="7905"/>
                        <a:pt x="15473" y="7881"/>
                      </a:cubicBezTo>
                      <a:cubicBezTo>
                        <a:pt x="15654" y="7607"/>
                        <a:pt x="15827" y="7324"/>
                        <a:pt x="16002" y="7016"/>
                      </a:cubicBezTo>
                      <a:cubicBezTo>
                        <a:pt x="16012" y="6999"/>
                        <a:pt x="16046" y="6942"/>
                        <a:pt x="16053" y="6929"/>
                      </a:cubicBezTo>
                      <a:cubicBezTo>
                        <a:pt x="16077" y="6887"/>
                        <a:pt x="16100" y="6848"/>
                        <a:pt x="16122" y="6808"/>
                      </a:cubicBezTo>
                      <a:cubicBezTo>
                        <a:pt x="16239" y="6605"/>
                        <a:pt x="16328" y="6437"/>
                        <a:pt x="16439" y="6209"/>
                      </a:cubicBezTo>
                      <a:cubicBezTo>
                        <a:pt x="16456" y="6178"/>
                        <a:pt x="16471" y="6145"/>
                        <a:pt x="16487" y="6113"/>
                      </a:cubicBezTo>
                      <a:cubicBezTo>
                        <a:pt x="16499" y="6089"/>
                        <a:pt x="16540" y="6006"/>
                        <a:pt x="16550" y="5986"/>
                      </a:cubicBezTo>
                      <a:lnTo>
                        <a:pt x="16593" y="5896"/>
                      </a:lnTo>
                      <a:cubicBezTo>
                        <a:pt x="16624" y="5836"/>
                        <a:pt x="16669" y="5738"/>
                        <a:pt x="16722" y="5619"/>
                      </a:cubicBezTo>
                      <a:lnTo>
                        <a:pt x="16731" y="5598"/>
                      </a:lnTo>
                      <a:cubicBezTo>
                        <a:pt x="16757" y="5540"/>
                        <a:pt x="16794" y="5455"/>
                        <a:pt x="16833" y="5360"/>
                      </a:cubicBezTo>
                      <a:cubicBezTo>
                        <a:pt x="16862" y="5290"/>
                        <a:pt x="16902" y="5190"/>
                        <a:pt x="16941" y="5080"/>
                      </a:cubicBezTo>
                      <a:cubicBezTo>
                        <a:pt x="16961" y="5029"/>
                        <a:pt x="16977" y="4979"/>
                        <a:pt x="16993" y="4930"/>
                      </a:cubicBezTo>
                      <a:cubicBezTo>
                        <a:pt x="17017" y="4851"/>
                        <a:pt x="17031" y="4785"/>
                        <a:pt x="17042" y="4734"/>
                      </a:cubicBezTo>
                      <a:lnTo>
                        <a:pt x="17074" y="4574"/>
                      </a:lnTo>
                      <a:lnTo>
                        <a:pt x="17074" y="4492"/>
                      </a:lnTo>
                      <a:cubicBezTo>
                        <a:pt x="17086" y="4335"/>
                        <a:pt x="17076" y="4181"/>
                        <a:pt x="17045" y="4027"/>
                      </a:cubicBezTo>
                      <a:cubicBezTo>
                        <a:pt x="17015" y="3867"/>
                        <a:pt x="16963" y="3713"/>
                        <a:pt x="16889" y="3570"/>
                      </a:cubicBezTo>
                      <a:cubicBezTo>
                        <a:pt x="16815" y="3423"/>
                        <a:pt x="16721" y="3287"/>
                        <a:pt x="16607" y="3163"/>
                      </a:cubicBezTo>
                      <a:cubicBezTo>
                        <a:pt x="16553" y="3104"/>
                        <a:pt x="16494" y="3047"/>
                        <a:pt x="16433" y="2996"/>
                      </a:cubicBezTo>
                      <a:cubicBezTo>
                        <a:pt x="16374" y="2946"/>
                        <a:pt x="16312" y="2898"/>
                        <a:pt x="16245" y="2854"/>
                      </a:cubicBezTo>
                      <a:cubicBezTo>
                        <a:pt x="16218" y="2836"/>
                        <a:pt x="16191" y="2819"/>
                        <a:pt x="16151" y="2794"/>
                      </a:cubicBezTo>
                      <a:lnTo>
                        <a:pt x="16112" y="2770"/>
                      </a:lnTo>
                      <a:cubicBezTo>
                        <a:pt x="16002" y="2703"/>
                        <a:pt x="15895" y="2635"/>
                        <a:pt x="15790" y="2567"/>
                      </a:cubicBezTo>
                      <a:cubicBezTo>
                        <a:pt x="15422" y="2329"/>
                        <a:pt x="15085" y="2088"/>
                        <a:pt x="14757" y="1854"/>
                      </a:cubicBezTo>
                      <a:cubicBezTo>
                        <a:pt x="13828" y="1192"/>
                        <a:pt x="12949" y="567"/>
                        <a:pt x="11767" y="247"/>
                      </a:cubicBezTo>
                      <a:cubicBezTo>
                        <a:pt x="11173" y="86"/>
                        <a:pt x="10539" y="0"/>
                        <a:pt x="9931" y="0"/>
                      </a:cubicBezTo>
                      <a:close/>
                      <a:moveTo>
                        <a:pt x="8116" y="19861"/>
                      </a:moveTo>
                      <a:cubicBezTo>
                        <a:pt x="8115" y="19861"/>
                        <a:pt x="8115" y="19861"/>
                        <a:pt x="8115" y="19861"/>
                      </a:cubicBezTo>
                      <a:lnTo>
                        <a:pt x="8116" y="19861"/>
                      </a:lnTo>
                      <a:cubicBezTo>
                        <a:pt x="8116" y="19861"/>
                        <a:pt x="8116" y="19861"/>
                        <a:pt x="8116" y="19861"/>
                      </a:cubicBezTo>
                      <a:close/>
                    </a:path>
                  </a:pathLst>
                </a:custGeom>
                <a:solidFill>
                  <a:schemeClr val="lt1"/>
                </a:solidFill>
                <a:ln w="9525" cap="flat" cmpd="sng">
                  <a:solidFill>
                    <a:schemeClr val="dk1"/>
                  </a:solidFill>
                  <a:prstDash val="solid"/>
                  <a:miter lim="1104"/>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 name="Google Shape;2862;p36">
                  <a:extLst>
                    <a:ext uri="{FF2B5EF4-FFF2-40B4-BE49-F238E27FC236}">
                      <a16:creationId xmlns:a16="http://schemas.microsoft.com/office/drawing/2014/main" id="{84B5671A-0AF6-69B9-4022-64BA0E7EDD38}"/>
                    </a:ext>
                  </a:extLst>
                </p:cNvPr>
                <p:cNvSpPr/>
                <p:nvPr/>
              </p:nvSpPr>
              <p:spPr>
                <a:xfrm>
                  <a:off x="5163325" y="1411475"/>
                  <a:ext cx="379650" cy="412000"/>
                </a:xfrm>
                <a:custGeom>
                  <a:avLst/>
                  <a:gdLst/>
                  <a:ahLst/>
                  <a:cxnLst/>
                  <a:rect l="l" t="t" r="r" b="b"/>
                  <a:pathLst>
                    <a:path w="15186" h="16480" extrusionOk="0">
                      <a:moveTo>
                        <a:pt x="8148" y="1"/>
                      </a:moveTo>
                      <a:cubicBezTo>
                        <a:pt x="8063" y="1"/>
                        <a:pt x="7977" y="3"/>
                        <a:pt x="7892" y="7"/>
                      </a:cubicBezTo>
                      <a:cubicBezTo>
                        <a:pt x="7686" y="20"/>
                        <a:pt x="7481" y="45"/>
                        <a:pt x="7287" y="88"/>
                      </a:cubicBezTo>
                      <a:cubicBezTo>
                        <a:pt x="7234" y="99"/>
                        <a:pt x="7190" y="106"/>
                        <a:pt x="7153" y="118"/>
                      </a:cubicBezTo>
                      <a:cubicBezTo>
                        <a:pt x="7106" y="134"/>
                        <a:pt x="7072" y="161"/>
                        <a:pt x="7052" y="223"/>
                      </a:cubicBezTo>
                      <a:cubicBezTo>
                        <a:pt x="6958" y="526"/>
                        <a:pt x="6715" y="977"/>
                        <a:pt x="6336" y="1376"/>
                      </a:cubicBezTo>
                      <a:cubicBezTo>
                        <a:pt x="5871" y="1868"/>
                        <a:pt x="5321" y="2112"/>
                        <a:pt x="4652" y="2112"/>
                      </a:cubicBezTo>
                      <a:cubicBezTo>
                        <a:pt x="4620" y="2112"/>
                        <a:pt x="4588" y="2112"/>
                        <a:pt x="4556" y="2111"/>
                      </a:cubicBezTo>
                      <a:cubicBezTo>
                        <a:pt x="3657" y="2080"/>
                        <a:pt x="3193" y="1722"/>
                        <a:pt x="3072" y="1722"/>
                      </a:cubicBezTo>
                      <a:cubicBezTo>
                        <a:pt x="3065" y="1722"/>
                        <a:pt x="3059" y="1724"/>
                        <a:pt x="3054" y="1726"/>
                      </a:cubicBezTo>
                      <a:cubicBezTo>
                        <a:pt x="3043" y="1731"/>
                        <a:pt x="3032" y="1736"/>
                        <a:pt x="3021" y="1742"/>
                      </a:cubicBezTo>
                      <a:cubicBezTo>
                        <a:pt x="2802" y="1853"/>
                        <a:pt x="2594" y="2000"/>
                        <a:pt x="2403" y="2162"/>
                      </a:cubicBezTo>
                      <a:cubicBezTo>
                        <a:pt x="2138" y="2386"/>
                        <a:pt x="1905" y="2637"/>
                        <a:pt x="1718" y="2862"/>
                      </a:cubicBezTo>
                      <a:cubicBezTo>
                        <a:pt x="843" y="3912"/>
                        <a:pt x="658" y="5027"/>
                        <a:pt x="393" y="6339"/>
                      </a:cubicBezTo>
                      <a:cubicBezTo>
                        <a:pt x="291" y="6844"/>
                        <a:pt x="208" y="7184"/>
                        <a:pt x="145" y="7419"/>
                      </a:cubicBezTo>
                      <a:cubicBezTo>
                        <a:pt x="70" y="7703"/>
                        <a:pt x="24" y="7834"/>
                        <a:pt x="12" y="7922"/>
                      </a:cubicBezTo>
                      <a:cubicBezTo>
                        <a:pt x="0" y="8020"/>
                        <a:pt x="54" y="8045"/>
                        <a:pt x="353" y="8180"/>
                      </a:cubicBezTo>
                      <a:cubicBezTo>
                        <a:pt x="454" y="8227"/>
                        <a:pt x="558" y="8271"/>
                        <a:pt x="663" y="8314"/>
                      </a:cubicBezTo>
                      <a:cubicBezTo>
                        <a:pt x="1798" y="8783"/>
                        <a:pt x="3034" y="9087"/>
                        <a:pt x="3733" y="9192"/>
                      </a:cubicBezTo>
                      <a:cubicBezTo>
                        <a:pt x="3768" y="9198"/>
                        <a:pt x="3792" y="9211"/>
                        <a:pt x="3806" y="9235"/>
                      </a:cubicBezTo>
                      <a:cubicBezTo>
                        <a:pt x="4207" y="10645"/>
                        <a:pt x="4826" y="12912"/>
                        <a:pt x="5145" y="14328"/>
                      </a:cubicBezTo>
                      <a:cubicBezTo>
                        <a:pt x="5339" y="15189"/>
                        <a:pt x="5440" y="15668"/>
                        <a:pt x="5503" y="15941"/>
                      </a:cubicBezTo>
                      <a:cubicBezTo>
                        <a:pt x="5588" y="16310"/>
                        <a:pt x="5601" y="16297"/>
                        <a:pt x="5682" y="16334"/>
                      </a:cubicBezTo>
                      <a:cubicBezTo>
                        <a:pt x="5900" y="16436"/>
                        <a:pt x="6122" y="16479"/>
                        <a:pt x="6342" y="16479"/>
                      </a:cubicBezTo>
                      <a:cubicBezTo>
                        <a:pt x="6880" y="16479"/>
                        <a:pt x="7409" y="16221"/>
                        <a:pt x="7867" y="15922"/>
                      </a:cubicBezTo>
                      <a:cubicBezTo>
                        <a:pt x="8544" y="15479"/>
                        <a:pt x="9252" y="15599"/>
                        <a:pt x="10017" y="15529"/>
                      </a:cubicBezTo>
                      <a:cubicBezTo>
                        <a:pt x="11609" y="15383"/>
                        <a:pt x="11839" y="14189"/>
                        <a:pt x="12906" y="13885"/>
                      </a:cubicBezTo>
                      <a:cubicBezTo>
                        <a:pt x="13738" y="13649"/>
                        <a:pt x="14608" y="13622"/>
                        <a:pt x="15074" y="12762"/>
                      </a:cubicBezTo>
                      <a:cubicBezTo>
                        <a:pt x="15132" y="12656"/>
                        <a:pt x="15186" y="12530"/>
                        <a:pt x="15126" y="12429"/>
                      </a:cubicBezTo>
                      <a:cubicBezTo>
                        <a:pt x="13039" y="8902"/>
                        <a:pt x="12971" y="8580"/>
                        <a:pt x="11702" y="6188"/>
                      </a:cubicBezTo>
                      <a:cubicBezTo>
                        <a:pt x="11605" y="6014"/>
                        <a:pt x="12221" y="5657"/>
                        <a:pt x="13300" y="3460"/>
                      </a:cubicBezTo>
                      <a:cubicBezTo>
                        <a:pt x="13321" y="3418"/>
                        <a:pt x="13356" y="3340"/>
                        <a:pt x="13396" y="3249"/>
                      </a:cubicBezTo>
                      <a:cubicBezTo>
                        <a:pt x="13468" y="3087"/>
                        <a:pt x="13554" y="2881"/>
                        <a:pt x="13599" y="2742"/>
                      </a:cubicBezTo>
                      <a:cubicBezTo>
                        <a:pt x="13632" y="2642"/>
                        <a:pt x="13611" y="2617"/>
                        <a:pt x="13459" y="2525"/>
                      </a:cubicBezTo>
                      <a:cubicBezTo>
                        <a:pt x="13333" y="2448"/>
                        <a:pt x="13212" y="2372"/>
                        <a:pt x="13094" y="2294"/>
                      </a:cubicBezTo>
                      <a:cubicBezTo>
                        <a:pt x="11713" y="1400"/>
                        <a:pt x="10798" y="526"/>
                        <a:pt x="9547" y="187"/>
                      </a:cubicBezTo>
                      <a:cubicBezTo>
                        <a:pt x="9120" y="72"/>
                        <a:pt x="8631" y="1"/>
                        <a:pt x="8148" y="1"/>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2863;p36">
                  <a:extLst>
                    <a:ext uri="{FF2B5EF4-FFF2-40B4-BE49-F238E27FC236}">
                      <a16:creationId xmlns:a16="http://schemas.microsoft.com/office/drawing/2014/main" id="{7EF71C35-A58D-3D27-DAFE-7527BA7A234E}"/>
                    </a:ext>
                  </a:extLst>
                </p:cNvPr>
                <p:cNvSpPr/>
                <p:nvPr/>
              </p:nvSpPr>
              <p:spPr>
                <a:xfrm>
                  <a:off x="5284800" y="1561675"/>
                  <a:ext cx="182475" cy="154800"/>
                </a:xfrm>
                <a:custGeom>
                  <a:avLst/>
                  <a:gdLst/>
                  <a:ahLst/>
                  <a:cxnLst/>
                  <a:rect l="l" t="t" r="r" b="b"/>
                  <a:pathLst>
                    <a:path w="7299" h="6192" extrusionOk="0">
                      <a:moveTo>
                        <a:pt x="3202" y="0"/>
                      </a:moveTo>
                      <a:cubicBezTo>
                        <a:pt x="2482" y="49"/>
                        <a:pt x="1836" y="331"/>
                        <a:pt x="1319" y="759"/>
                      </a:cubicBezTo>
                      <a:cubicBezTo>
                        <a:pt x="1599" y="1092"/>
                        <a:pt x="1675" y="1591"/>
                        <a:pt x="1382" y="2005"/>
                      </a:cubicBezTo>
                      <a:cubicBezTo>
                        <a:pt x="1151" y="2334"/>
                        <a:pt x="793" y="2513"/>
                        <a:pt x="437" y="2513"/>
                      </a:cubicBezTo>
                      <a:cubicBezTo>
                        <a:pt x="352" y="2513"/>
                        <a:pt x="267" y="2502"/>
                        <a:pt x="184" y="2482"/>
                      </a:cubicBezTo>
                      <a:cubicBezTo>
                        <a:pt x="44" y="2952"/>
                        <a:pt x="1" y="3455"/>
                        <a:pt x="77" y="3961"/>
                      </a:cubicBezTo>
                      <a:cubicBezTo>
                        <a:pt x="306" y="5502"/>
                        <a:pt x="1490" y="6192"/>
                        <a:pt x="2828" y="6192"/>
                      </a:cubicBezTo>
                      <a:cubicBezTo>
                        <a:pt x="2968" y="6192"/>
                        <a:pt x="3109" y="6184"/>
                        <a:pt x="3251" y="6169"/>
                      </a:cubicBezTo>
                      <a:cubicBezTo>
                        <a:pt x="4400" y="6049"/>
                        <a:pt x="5599" y="5449"/>
                        <a:pt x="6369" y="4472"/>
                      </a:cubicBezTo>
                      <a:cubicBezTo>
                        <a:pt x="7299" y="3290"/>
                        <a:pt x="6826" y="1697"/>
                        <a:pt x="5653" y="765"/>
                      </a:cubicBezTo>
                      <a:cubicBezTo>
                        <a:pt x="5514" y="655"/>
                        <a:pt x="5367" y="554"/>
                        <a:pt x="5210" y="463"/>
                      </a:cubicBezTo>
                      <a:cubicBezTo>
                        <a:pt x="5012" y="775"/>
                        <a:pt x="4654" y="968"/>
                        <a:pt x="4258" y="968"/>
                      </a:cubicBezTo>
                      <a:cubicBezTo>
                        <a:pt x="4180" y="968"/>
                        <a:pt x="4100" y="961"/>
                        <a:pt x="4020" y="945"/>
                      </a:cubicBezTo>
                      <a:cubicBezTo>
                        <a:pt x="3521" y="848"/>
                        <a:pt x="3229" y="436"/>
                        <a:pt x="3202" y="0"/>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2864;p36">
                  <a:extLst>
                    <a:ext uri="{FF2B5EF4-FFF2-40B4-BE49-F238E27FC236}">
                      <a16:creationId xmlns:a16="http://schemas.microsoft.com/office/drawing/2014/main" id="{D8B91192-B693-2ED8-1B32-CBCC6581B1C3}"/>
                    </a:ext>
                  </a:extLst>
                </p:cNvPr>
                <p:cNvSpPr/>
                <p:nvPr/>
              </p:nvSpPr>
              <p:spPr>
                <a:xfrm>
                  <a:off x="5445450" y="1468850"/>
                  <a:ext cx="58675" cy="96550"/>
                </a:xfrm>
                <a:custGeom>
                  <a:avLst/>
                  <a:gdLst/>
                  <a:ahLst/>
                  <a:cxnLst/>
                  <a:rect l="l" t="t" r="r" b="b"/>
                  <a:pathLst>
                    <a:path w="2347" h="3862" extrusionOk="0">
                      <a:moveTo>
                        <a:pt x="1809" y="0"/>
                      </a:moveTo>
                      <a:cubicBezTo>
                        <a:pt x="1806" y="4"/>
                        <a:pt x="1803" y="10"/>
                        <a:pt x="1802" y="15"/>
                      </a:cubicBezTo>
                      <a:cubicBezTo>
                        <a:pt x="1674" y="285"/>
                        <a:pt x="1500" y="538"/>
                        <a:pt x="1343" y="794"/>
                      </a:cubicBezTo>
                      <a:cubicBezTo>
                        <a:pt x="1289" y="880"/>
                        <a:pt x="1235" y="966"/>
                        <a:pt x="1182" y="1052"/>
                      </a:cubicBezTo>
                      <a:cubicBezTo>
                        <a:pt x="898" y="1505"/>
                        <a:pt x="617" y="1957"/>
                        <a:pt x="348" y="2417"/>
                      </a:cubicBezTo>
                      <a:cubicBezTo>
                        <a:pt x="303" y="2495"/>
                        <a:pt x="0" y="2993"/>
                        <a:pt x="19" y="3106"/>
                      </a:cubicBezTo>
                      <a:cubicBezTo>
                        <a:pt x="37" y="3215"/>
                        <a:pt x="133" y="3355"/>
                        <a:pt x="180" y="3460"/>
                      </a:cubicBezTo>
                      <a:cubicBezTo>
                        <a:pt x="239" y="3583"/>
                        <a:pt x="381" y="3850"/>
                        <a:pt x="402" y="3860"/>
                      </a:cubicBezTo>
                      <a:lnTo>
                        <a:pt x="402" y="3861"/>
                      </a:lnTo>
                      <a:lnTo>
                        <a:pt x="403" y="3861"/>
                      </a:lnTo>
                      <a:cubicBezTo>
                        <a:pt x="403" y="3861"/>
                        <a:pt x="523" y="3735"/>
                        <a:pt x="1093" y="2810"/>
                      </a:cubicBezTo>
                      <a:cubicBezTo>
                        <a:pt x="1128" y="2754"/>
                        <a:pt x="1164" y="2696"/>
                        <a:pt x="1202" y="2634"/>
                      </a:cubicBezTo>
                      <a:cubicBezTo>
                        <a:pt x="1688" y="1843"/>
                        <a:pt x="1714" y="1777"/>
                        <a:pt x="2015" y="1165"/>
                      </a:cubicBezTo>
                      <a:cubicBezTo>
                        <a:pt x="2036" y="1122"/>
                        <a:pt x="2070" y="1044"/>
                        <a:pt x="2112" y="955"/>
                      </a:cubicBezTo>
                      <a:cubicBezTo>
                        <a:pt x="2183" y="794"/>
                        <a:pt x="2270" y="586"/>
                        <a:pt x="2314" y="447"/>
                      </a:cubicBezTo>
                      <a:cubicBezTo>
                        <a:pt x="2347" y="347"/>
                        <a:pt x="2326" y="322"/>
                        <a:pt x="2173" y="230"/>
                      </a:cubicBezTo>
                      <a:cubicBezTo>
                        <a:pt x="2048" y="154"/>
                        <a:pt x="1927" y="77"/>
                        <a:pt x="1809" y="0"/>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2865;p36">
                  <a:extLst>
                    <a:ext uri="{FF2B5EF4-FFF2-40B4-BE49-F238E27FC236}">
                      <a16:creationId xmlns:a16="http://schemas.microsoft.com/office/drawing/2014/main" id="{4839142D-4B38-64F8-03C9-5639B1D16DFC}"/>
                    </a:ext>
                  </a:extLst>
                </p:cNvPr>
                <p:cNvSpPr/>
                <p:nvPr/>
              </p:nvSpPr>
              <p:spPr>
                <a:xfrm>
                  <a:off x="5163325" y="1596825"/>
                  <a:ext cx="95150" cy="45550"/>
                </a:xfrm>
                <a:custGeom>
                  <a:avLst/>
                  <a:gdLst/>
                  <a:ahLst/>
                  <a:cxnLst/>
                  <a:rect l="l" t="t" r="r" b="b"/>
                  <a:pathLst>
                    <a:path w="3806" h="1822" extrusionOk="0">
                      <a:moveTo>
                        <a:pt x="145" y="5"/>
                      </a:moveTo>
                      <a:lnTo>
                        <a:pt x="145" y="5"/>
                      </a:lnTo>
                      <a:cubicBezTo>
                        <a:pt x="70" y="290"/>
                        <a:pt x="24" y="420"/>
                        <a:pt x="13" y="508"/>
                      </a:cubicBezTo>
                      <a:cubicBezTo>
                        <a:pt x="0" y="606"/>
                        <a:pt x="54" y="631"/>
                        <a:pt x="351" y="766"/>
                      </a:cubicBezTo>
                      <a:cubicBezTo>
                        <a:pt x="454" y="814"/>
                        <a:pt x="557" y="858"/>
                        <a:pt x="663" y="900"/>
                      </a:cubicBezTo>
                      <a:cubicBezTo>
                        <a:pt x="1798" y="1371"/>
                        <a:pt x="3034" y="1673"/>
                        <a:pt x="3732" y="1778"/>
                      </a:cubicBezTo>
                      <a:cubicBezTo>
                        <a:pt x="3735" y="1778"/>
                        <a:pt x="3739" y="1779"/>
                        <a:pt x="3741" y="1782"/>
                      </a:cubicBezTo>
                      <a:cubicBezTo>
                        <a:pt x="3757" y="1788"/>
                        <a:pt x="3791" y="1800"/>
                        <a:pt x="3803" y="1818"/>
                      </a:cubicBezTo>
                      <a:cubicBezTo>
                        <a:pt x="3805" y="1818"/>
                        <a:pt x="3805" y="1819"/>
                        <a:pt x="3806" y="1821"/>
                      </a:cubicBezTo>
                      <a:cubicBezTo>
                        <a:pt x="3806" y="1818"/>
                        <a:pt x="3800" y="1778"/>
                        <a:pt x="3585" y="1061"/>
                      </a:cubicBezTo>
                      <a:cubicBezTo>
                        <a:pt x="3585" y="1061"/>
                        <a:pt x="3583" y="1061"/>
                        <a:pt x="3582" y="1063"/>
                      </a:cubicBezTo>
                      <a:cubicBezTo>
                        <a:pt x="3519" y="866"/>
                        <a:pt x="3688" y="913"/>
                        <a:pt x="1318" y="318"/>
                      </a:cubicBezTo>
                      <a:cubicBezTo>
                        <a:pt x="1285" y="310"/>
                        <a:pt x="1250" y="302"/>
                        <a:pt x="1215" y="292"/>
                      </a:cubicBezTo>
                      <a:cubicBezTo>
                        <a:pt x="54" y="1"/>
                        <a:pt x="290" y="35"/>
                        <a:pt x="145" y="5"/>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2866;p36">
                  <a:extLst>
                    <a:ext uri="{FF2B5EF4-FFF2-40B4-BE49-F238E27FC236}">
                      <a16:creationId xmlns:a16="http://schemas.microsoft.com/office/drawing/2014/main" id="{4200158D-CB19-AF4A-A8BD-DA4B31A82316}"/>
                    </a:ext>
                  </a:extLst>
                </p:cNvPr>
                <p:cNvSpPr/>
                <p:nvPr/>
              </p:nvSpPr>
              <p:spPr>
                <a:xfrm>
                  <a:off x="5223375" y="1411650"/>
                  <a:ext cx="143300" cy="98025"/>
                </a:xfrm>
                <a:custGeom>
                  <a:avLst/>
                  <a:gdLst/>
                  <a:ahLst/>
                  <a:cxnLst/>
                  <a:rect l="l" t="t" r="r" b="b"/>
                  <a:pathLst>
                    <a:path w="5732" h="3921" extrusionOk="0">
                      <a:moveTo>
                        <a:pt x="5490" y="0"/>
                      </a:moveTo>
                      <a:lnTo>
                        <a:pt x="5490" y="0"/>
                      </a:lnTo>
                      <a:cubicBezTo>
                        <a:pt x="5284" y="13"/>
                        <a:pt x="5079" y="38"/>
                        <a:pt x="4885" y="81"/>
                      </a:cubicBezTo>
                      <a:cubicBezTo>
                        <a:pt x="4765" y="108"/>
                        <a:pt x="4684" y="105"/>
                        <a:pt x="4650" y="216"/>
                      </a:cubicBezTo>
                      <a:cubicBezTo>
                        <a:pt x="4556" y="519"/>
                        <a:pt x="4313" y="970"/>
                        <a:pt x="3934" y="1370"/>
                      </a:cubicBezTo>
                      <a:cubicBezTo>
                        <a:pt x="3470" y="1860"/>
                        <a:pt x="2920" y="2106"/>
                        <a:pt x="2253" y="2106"/>
                      </a:cubicBezTo>
                      <a:cubicBezTo>
                        <a:pt x="2221" y="2106"/>
                        <a:pt x="2188" y="2105"/>
                        <a:pt x="2154" y="2104"/>
                      </a:cubicBezTo>
                      <a:cubicBezTo>
                        <a:pt x="1255" y="2074"/>
                        <a:pt x="791" y="1715"/>
                        <a:pt x="670" y="1715"/>
                      </a:cubicBezTo>
                      <a:cubicBezTo>
                        <a:pt x="663" y="1715"/>
                        <a:pt x="657" y="1717"/>
                        <a:pt x="652" y="1719"/>
                      </a:cubicBezTo>
                      <a:cubicBezTo>
                        <a:pt x="421" y="1832"/>
                        <a:pt x="202" y="1986"/>
                        <a:pt x="1" y="2156"/>
                      </a:cubicBezTo>
                      <a:cubicBezTo>
                        <a:pt x="146" y="2405"/>
                        <a:pt x="456" y="2782"/>
                        <a:pt x="822" y="3086"/>
                      </a:cubicBezTo>
                      <a:cubicBezTo>
                        <a:pt x="1451" y="3607"/>
                        <a:pt x="2215" y="3920"/>
                        <a:pt x="2950" y="3920"/>
                      </a:cubicBezTo>
                      <a:cubicBezTo>
                        <a:pt x="3503" y="3920"/>
                        <a:pt x="4039" y="3743"/>
                        <a:pt x="4490" y="3344"/>
                      </a:cubicBezTo>
                      <a:cubicBezTo>
                        <a:pt x="5374" y="2560"/>
                        <a:pt x="5731" y="1191"/>
                        <a:pt x="5490" y="0"/>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2867;p36">
                  <a:extLst>
                    <a:ext uri="{FF2B5EF4-FFF2-40B4-BE49-F238E27FC236}">
                      <a16:creationId xmlns:a16="http://schemas.microsoft.com/office/drawing/2014/main" id="{CA53B539-8E1A-E5AD-7395-2602EABCAC0B}"/>
                    </a:ext>
                  </a:extLst>
                </p:cNvPr>
                <p:cNvSpPr/>
                <p:nvPr/>
              </p:nvSpPr>
              <p:spPr>
                <a:xfrm>
                  <a:off x="5238825" y="1414400"/>
                  <a:ext cx="110275" cy="75300"/>
                </a:xfrm>
                <a:custGeom>
                  <a:avLst/>
                  <a:gdLst/>
                  <a:ahLst/>
                  <a:cxnLst/>
                  <a:rect l="l" t="t" r="r" b="b"/>
                  <a:pathLst>
                    <a:path w="4411" h="3012" extrusionOk="0">
                      <a:moveTo>
                        <a:pt x="4133" y="1"/>
                      </a:moveTo>
                      <a:lnTo>
                        <a:pt x="4133" y="1"/>
                      </a:lnTo>
                      <a:cubicBezTo>
                        <a:pt x="4086" y="17"/>
                        <a:pt x="4052" y="44"/>
                        <a:pt x="4032" y="106"/>
                      </a:cubicBezTo>
                      <a:cubicBezTo>
                        <a:pt x="3938" y="409"/>
                        <a:pt x="3695" y="860"/>
                        <a:pt x="3316" y="1260"/>
                      </a:cubicBezTo>
                      <a:cubicBezTo>
                        <a:pt x="3297" y="1280"/>
                        <a:pt x="3278" y="1299"/>
                        <a:pt x="3260" y="1318"/>
                      </a:cubicBezTo>
                      <a:cubicBezTo>
                        <a:pt x="2808" y="1770"/>
                        <a:pt x="2276" y="1996"/>
                        <a:pt x="1635" y="1996"/>
                      </a:cubicBezTo>
                      <a:cubicBezTo>
                        <a:pt x="1603" y="1996"/>
                        <a:pt x="1569" y="1995"/>
                        <a:pt x="1536" y="1994"/>
                      </a:cubicBezTo>
                      <a:cubicBezTo>
                        <a:pt x="637" y="1964"/>
                        <a:pt x="173" y="1605"/>
                        <a:pt x="52" y="1605"/>
                      </a:cubicBezTo>
                      <a:cubicBezTo>
                        <a:pt x="45" y="1605"/>
                        <a:pt x="39" y="1607"/>
                        <a:pt x="34" y="1609"/>
                      </a:cubicBezTo>
                      <a:cubicBezTo>
                        <a:pt x="23" y="1614"/>
                        <a:pt x="12" y="1619"/>
                        <a:pt x="1" y="1625"/>
                      </a:cubicBezTo>
                      <a:cubicBezTo>
                        <a:pt x="67" y="1751"/>
                        <a:pt x="171" y="1899"/>
                        <a:pt x="231" y="1974"/>
                      </a:cubicBezTo>
                      <a:cubicBezTo>
                        <a:pt x="635" y="2473"/>
                        <a:pt x="1271" y="2882"/>
                        <a:pt x="1929" y="2986"/>
                      </a:cubicBezTo>
                      <a:cubicBezTo>
                        <a:pt x="2036" y="3003"/>
                        <a:pt x="2142" y="3012"/>
                        <a:pt x="2248" y="3012"/>
                      </a:cubicBezTo>
                      <a:cubicBezTo>
                        <a:pt x="2553" y="3012"/>
                        <a:pt x="2854" y="2939"/>
                        <a:pt x="3131" y="2773"/>
                      </a:cubicBezTo>
                      <a:cubicBezTo>
                        <a:pt x="3902" y="2312"/>
                        <a:pt x="4411" y="1186"/>
                        <a:pt x="4133"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2868;p36">
                  <a:extLst>
                    <a:ext uri="{FF2B5EF4-FFF2-40B4-BE49-F238E27FC236}">
                      <a16:creationId xmlns:a16="http://schemas.microsoft.com/office/drawing/2014/main" id="{A015543D-236B-B1F3-699A-291847B8F315}"/>
                    </a:ext>
                  </a:extLst>
                </p:cNvPr>
                <p:cNvSpPr/>
                <p:nvPr/>
              </p:nvSpPr>
              <p:spPr>
                <a:xfrm>
                  <a:off x="5303800" y="1710200"/>
                  <a:ext cx="227075" cy="93050"/>
                </a:xfrm>
                <a:custGeom>
                  <a:avLst/>
                  <a:gdLst/>
                  <a:ahLst/>
                  <a:cxnLst/>
                  <a:rect l="l" t="t" r="r" b="b"/>
                  <a:pathLst>
                    <a:path w="9083" h="3722" extrusionOk="0">
                      <a:moveTo>
                        <a:pt x="8934" y="1"/>
                      </a:moveTo>
                      <a:cubicBezTo>
                        <a:pt x="8909" y="1"/>
                        <a:pt x="8883" y="11"/>
                        <a:pt x="8860" y="34"/>
                      </a:cubicBezTo>
                      <a:lnTo>
                        <a:pt x="8860" y="35"/>
                      </a:lnTo>
                      <a:cubicBezTo>
                        <a:pt x="7773" y="1147"/>
                        <a:pt x="7103" y="576"/>
                        <a:pt x="6128" y="1264"/>
                      </a:cubicBezTo>
                      <a:cubicBezTo>
                        <a:pt x="5634" y="1636"/>
                        <a:pt x="5276" y="2158"/>
                        <a:pt x="4736" y="2358"/>
                      </a:cubicBezTo>
                      <a:cubicBezTo>
                        <a:pt x="3966" y="2674"/>
                        <a:pt x="3020" y="2342"/>
                        <a:pt x="2176" y="2779"/>
                      </a:cubicBezTo>
                      <a:cubicBezTo>
                        <a:pt x="2161" y="2788"/>
                        <a:pt x="1776" y="3005"/>
                        <a:pt x="1775" y="3005"/>
                      </a:cubicBezTo>
                      <a:cubicBezTo>
                        <a:pt x="1775" y="3005"/>
                        <a:pt x="1775" y="3005"/>
                        <a:pt x="1776" y="3004"/>
                      </a:cubicBezTo>
                      <a:lnTo>
                        <a:pt x="1776" y="3004"/>
                      </a:lnTo>
                      <a:cubicBezTo>
                        <a:pt x="1266" y="3294"/>
                        <a:pt x="854" y="3485"/>
                        <a:pt x="324" y="3485"/>
                      </a:cubicBezTo>
                      <a:cubicBezTo>
                        <a:pt x="258" y="3485"/>
                        <a:pt x="190" y="3482"/>
                        <a:pt x="119" y="3476"/>
                      </a:cubicBezTo>
                      <a:cubicBezTo>
                        <a:pt x="116" y="3476"/>
                        <a:pt x="113" y="3476"/>
                        <a:pt x="110" y="3476"/>
                      </a:cubicBezTo>
                      <a:cubicBezTo>
                        <a:pt x="65" y="3476"/>
                        <a:pt x="24" y="3507"/>
                        <a:pt x="13" y="3553"/>
                      </a:cubicBezTo>
                      <a:cubicBezTo>
                        <a:pt x="1" y="3608"/>
                        <a:pt x="35" y="3662"/>
                        <a:pt x="89" y="3674"/>
                      </a:cubicBezTo>
                      <a:cubicBezTo>
                        <a:pt x="235" y="3707"/>
                        <a:pt x="378" y="3721"/>
                        <a:pt x="518" y="3721"/>
                      </a:cubicBezTo>
                      <a:cubicBezTo>
                        <a:pt x="1201" y="3721"/>
                        <a:pt x="1827" y="3372"/>
                        <a:pt x="2470" y="3051"/>
                      </a:cubicBezTo>
                      <a:cubicBezTo>
                        <a:pt x="2778" y="2938"/>
                        <a:pt x="3112" y="2932"/>
                        <a:pt x="3463" y="2932"/>
                      </a:cubicBezTo>
                      <a:cubicBezTo>
                        <a:pt x="3511" y="2932"/>
                        <a:pt x="3559" y="2932"/>
                        <a:pt x="3608" y="2932"/>
                      </a:cubicBezTo>
                      <a:cubicBezTo>
                        <a:pt x="4201" y="2932"/>
                        <a:pt x="4837" y="2913"/>
                        <a:pt x="5469" y="2412"/>
                      </a:cubicBezTo>
                      <a:cubicBezTo>
                        <a:pt x="6024" y="1971"/>
                        <a:pt x="6227" y="1553"/>
                        <a:pt x="6849" y="1326"/>
                      </a:cubicBezTo>
                      <a:cubicBezTo>
                        <a:pt x="7459" y="1108"/>
                        <a:pt x="8263" y="1164"/>
                        <a:pt x="9021" y="174"/>
                      </a:cubicBezTo>
                      <a:cubicBezTo>
                        <a:pt x="9082" y="94"/>
                        <a:pt x="9013" y="1"/>
                        <a:pt x="8934" y="1"/>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2869;p36">
                  <a:extLst>
                    <a:ext uri="{FF2B5EF4-FFF2-40B4-BE49-F238E27FC236}">
                      <a16:creationId xmlns:a16="http://schemas.microsoft.com/office/drawing/2014/main" id="{8B55C8E8-E9EF-C75D-5711-566B2859FBFD}"/>
                    </a:ext>
                  </a:extLst>
                </p:cNvPr>
                <p:cNvSpPr/>
                <p:nvPr/>
              </p:nvSpPr>
              <p:spPr>
                <a:xfrm>
                  <a:off x="5183925" y="1501275"/>
                  <a:ext cx="36250" cy="80200"/>
                </a:xfrm>
                <a:custGeom>
                  <a:avLst/>
                  <a:gdLst/>
                  <a:ahLst/>
                  <a:cxnLst/>
                  <a:rect l="l" t="t" r="r" b="b"/>
                  <a:pathLst>
                    <a:path w="1450" h="3208" extrusionOk="0">
                      <a:moveTo>
                        <a:pt x="471" y="3117"/>
                      </a:moveTo>
                      <a:cubicBezTo>
                        <a:pt x="471" y="3117"/>
                        <a:pt x="471" y="3117"/>
                        <a:pt x="471" y="3117"/>
                      </a:cubicBezTo>
                      <a:lnTo>
                        <a:pt x="471" y="3117"/>
                      </a:lnTo>
                      <a:cubicBezTo>
                        <a:pt x="471" y="3117"/>
                        <a:pt x="471" y="3117"/>
                        <a:pt x="471" y="3117"/>
                      </a:cubicBezTo>
                      <a:close/>
                      <a:moveTo>
                        <a:pt x="1316" y="1"/>
                      </a:moveTo>
                      <a:cubicBezTo>
                        <a:pt x="1297" y="1"/>
                        <a:pt x="1276" y="7"/>
                        <a:pt x="1256" y="21"/>
                      </a:cubicBezTo>
                      <a:cubicBezTo>
                        <a:pt x="535" y="565"/>
                        <a:pt x="0" y="1800"/>
                        <a:pt x="261" y="3121"/>
                      </a:cubicBezTo>
                      <a:cubicBezTo>
                        <a:pt x="272" y="3179"/>
                        <a:pt x="319" y="3207"/>
                        <a:pt x="366" y="3207"/>
                      </a:cubicBezTo>
                      <a:cubicBezTo>
                        <a:pt x="414" y="3207"/>
                        <a:pt x="462" y="3177"/>
                        <a:pt x="471" y="3117"/>
                      </a:cubicBezTo>
                      <a:lnTo>
                        <a:pt x="471" y="3117"/>
                      </a:lnTo>
                      <a:cubicBezTo>
                        <a:pt x="471" y="3117"/>
                        <a:pt x="471" y="3117"/>
                        <a:pt x="471" y="3117"/>
                      </a:cubicBezTo>
                      <a:cubicBezTo>
                        <a:pt x="470" y="3117"/>
                        <a:pt x="541" y="2464"/>
                        <a:pt x="570" y="2320"/>
                      </a:cubicBezTo>
                      <a:cubicBezTo>
                        <a:pt x="829" y="916"/>
                        <a:pt x="1279" y="397"/>
                        <a:pt x="1400" y="157"/>
                      </a:cubicBezTo>
                      <a:cubicBezTo>
                        <a:pt x="1449" y="84"/>
                        <a:pt x="1389" y="1"/>
                        <a:pt x="1316" y="1"/>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2870;p36">
                  <a:extLst>
                    <a:ext uri="{FF2B5EF4-FFF2-40B4-BE49-F238E27FC236}">
                      <a16:creationId xmlns:a16="http://schemas.microsoft.com/office/drawing/2014/main" id="{546B3569-821F-F943-D998-2EDF1B56826B}"/>
                    </a:ext>
                  </a:extLst>
                </p:cNvPr>
                <p:cNvSpPr/>
                <p:nvPr/>
              </p:nvSpPr>
              <p:spPr>
                <a:xfrm>
                  <a:off x="5354350" y="1639650"/>
                  <a:ext cx="37275" cy="22525"/>
                </a:xfrm>
                <a:custGeom>
                  <a:avLst/>
                  <a:gdLst/>
                  <a:ahLst/>
                  <a:cxnLst/>
                  <a:rect l="l" t="t" r="r" b="b"/>
                  <a:pathLst>
                    <a:path w="1491" h="901" extrusionOk="0">
                      <a:moveTo>
                        <a:pt x="860" y="0"/>
                      </a:moveTo>
                      <a:cubicBezTo>
                        <a:pt x="787" y="0"/>
                        <a:pt x="702" y="13"/>
                        <a:pt x="604" y="40"/>
                      </a:cubicBezTo>
                      <a:cubicBezTo>
                        <a:pt x="1" y="298"/>
                        <a:pt x="200" y="799"/>
                        <a:pt x="686" y="893"/>
                      </a:cubicBezTo>
                      <a:cubicBezTo>
                        <a:pt x="713" y="898"/>
                        <a:pt x="741" y="901"/>
                        <a:pt x="767" y="901"/>
                      </a:cubicBezTo>
                      <a:cubicBezTo>
                        <a:pt x="1262" y="901"/>
                        <a:pt x="1491" y="0"/>
                        <a:pt x="860" y="0"/>
                      </a:cubicBez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2871;p36">
                  <a:extLst>
                    <a:ext uri="{FF2B5EF4-FFF2-40B4-BE49-F238E27FC236}">
                      <a16:creationId xmlns:a16="http://schemas.microsoft.com/office/drawing/2014/main" id="{C17F0196-1E0B-5165-87F2-9426AFEAFFA9}"/>
                    </a:ext>
                  </a:extLst>
                </p:cNvPr>
                <p:cNvSpPr/>
                <p:nvPr/>
              </p:nvSpPr>
              <p:spPr>
                <a:xfrm>
                  <a:off x="5382700" y="1606350"/>
                  <a:ext cx="50500" cy="44075"/>
                </a:xfrm>
                <a:custGeom>
                  <a:avLst/>
                  <a:gdLst/>
                  <a:ahLst/>
                  <a:cxnLst/>
                  <a:rect l="l" t="t" r="r" b="b"/>
                  <a:pathLst>
                    <a:path w="2020" h="1763" extrusionOk="0">
                      <a:moveTo>
                        <a:pt x="782" y="1"/>
                      </a:moveTo>
                      <a:cubicBezTo>
                        <a:pt x="718" y="1"/>
                        <a:pt x="654" y="7"/>
                        <a:pt x="590" y="21"/>
                      </a:cubicBezTo>
                      <a:cubicBezTo>
                        <a:pt x="103" y="125"/>
                        <a:pt x="0" y="659"/>
                        <a:pt x="214" y="1053"/>
                      </a:cubicBezTo>
                      <a:cubicBezTo>
                        <a:pt x="489" y="1554"/>
                        <a:pt x="884" y="1762"/>
                        <a:pt x="1226" y="1762"/>
                      </a:cubicBezTo>
                      <a:cubicBezTo>
                        <a:pt x="1668" y="1762"/>
                        <a:pt x="2020" y="1413"/>
                        <a:pt x="1899" y="901"/>
                      </a:cubicBezTo>
                      <a:cubicBezTo>
                        <a:pt x="1783" y="408"/>
                        <a:pt x="1288" y="1"/>
                        <a:pt x="782"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2872;p36">
                  <a:extLst>
                    <a:ext uri="{FF2B5EF4-FFF2-40B4-BE49-F238E27FC236}">
                      <a16:creationId xmlns:a16="http://schemas.microsoft.com/office/drawing/2014/main" id="{B99DA46E-9804-E55B-71A6-0E46FA459897}"/>
                    </a:ext>
                  </a:extLst>
                </p:cNvPr>
                <p:cNvSpPr/>
                <p:nvPr/>
              </p:nvSpPr>
              <p:spPr>
                <a:xfrm>
                  <a:off x="5309825" y="1633375"/>
                  <a:ext cx="46200" cy="50100"/>
                </a:xfrm>
                <a:custGeom>
                  <a:avLst/>
                  <a:gdLst/>
                  <a:ahLst/>
                  <a:cxnLst/>
                  <a:rect l="l" t="t" r="r" b="b"/>
                  <a:pathLst>
                    <a:path w="1848" h="2004" extrusionOk="0">
                      <a:moveTo>
                        <a:pt x="947" y="1"/>
                      </a:moveTo>
                      <a:cubicBezTo>
                        <a:pt x="843" y="1"/>
                        <a:pt x="734" y="30"/>
                        <a:pt x="627" y="96"/>
                      </a:cubicBezTo>
                      <a:cubicBezTo>
                        <a:pt x="134" y="401"/>
                        <a:pt x="1" y="1147"/>
                        <a:pt x="291" y="1639"/>
                      </a:cubicBezTo>
                      <a:cubicBezTo>
                        <a:pt x="440" y="1889"/>
                        <a:pt x="658" y="2004"/>
                        <a:pt x="878" y="2004"/>
                      </a:cubicBezTo>
                      <a:cubicBezTo>
                        <a:pt x="1360" y="2004"/>
                        <a:pt x="1848" y="1453"/>
                        <a:pt x="1613" y="582"/>
                      </a:cubicBezTo>
                      <a:cubicBezTo>
                        <a:pt x="1525" y="259"/>
                        <a:pt x="1255" y="1"/>
                        <a:pt x="947"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2873;p36">
                  <a:extLst>
                    <a:ext uri="{FF2B5EF4-FFF2-40B4-BE49-F238E27FC236}">
                      <a16:creationId xmlns:a16="http://schemas.microsoft.com/office/drawing/2014/main" id="{19F80214-F015-D4C3-06B9-D903230B4D41}"/>
                    </a:ext>
                  </a:extLst>
                </p:cNvPr>
                <p:cNvSpPr/>
                <p:nvPr/>
              </p:nvSpPr>
              <p:spPr>
                <a:xfrm>
                  <a:off x="5355850" y="1636900"/>
                  <a:ext cx="50125" cy="48600"/>
                </a:xfrm>
                <a:custGeom>
                  <a:avLst/>
                  <a:gdLst/>
                  <a:ahLst/>
                  <a:cxnLst/>
                  <a:rect l="l" t="t" r="r" b="b"/>
                  <a:pathLst>
                    <a:path w="2005" h="1944" extrusionOk="0">
                      <a:moveTo>
                        <a:pt x="801" y="219"/>
                      </a:moveTo>
                      <a:cubicBezTo>
                        <a:pt x="906" y="219"/>
                        <a:pt x="985" y="249"/>
                        <a:pt x="1030" y="310"/>
                      </a:cubicBezTo>
                      <a:cubicBezTo>
                        <a:pt x="1101" y="405"/>
                        <a:pt x="1088" y="577"/>
                        <a:pt x="999" y="720"/>
                      </a:cubicBezTo>
                      <a:cubicBezTo>
                        <a:pt x="987" y="739"/>
                        <a:pt x="968" y="765"/>
                        <a:pt x="940" y="792"/>
                      </a:cubicBezTo>
                      <a:cubicBezTo>
                        <a:pt x="929" y="805"/>
                        <a:pt x="917" y="817"/>
                        <a:pt x="902" y="830"/>
                      </a:cubicBezTo>
                      <a:cubicBezTo>
                        <a:pt x="860" y="863"/>
                        <a:pt x="808" y="892"/>
                        <a:pt x="743" y="898"/>
                      </a:cubicBezTo>
                      <a:cubicBezTo>
                        <a:pt x="733" y="900"/>
                        <a:pt x="723" y="901"/>
                        <a:pt x="711" y="901"/>
                      </a:cubicBezTo>
                      <a:cubicBezTo>
                        <a:pt x="705" y="901"/>
                        <a:pt x="698" y="900"/>
                        <a:pt x="691" y="900"/>
                      </a:cubicBezTo>
                      <a:cubicBezTo>
                        <a:pt x="676" y="900"/>
                        <a:pt x="662" y="898"/>
                        <a:pt x="647" y="896"/>
                      </a:cubicBezTo>
                      <a:lnTo>
                        <a:pt x="647" y="894"/>
                      </a:lnTo>
                      <a:cubicBezTo>
                        <a:pt x="446" y="857"/>
                        <a:pt x="295" y="733"/>
                        <a:pt x="280" y="594"/>
                      </a:cubicBezTo>
                      <a:cubicBezTo>
                        <a:pt x="267" y="466"/>
                        <a:pt x="376" y="341"/>
                        <a:pt x="580" y="253"/>
                      </a:cubicBezTo>
                      <a:cubicBezTo>
                        <a:pt x="663" y="230"/>
                        <a:pt x="737" y="219"/>
                        <a:pt x="801" y="219"/>
                      </a:cubicBezTo>
                      <a:close/>
                      <a:moveTo>
                        <a:pt x="800" y="1"/>
                      </a:moveTo>
                      <a:cubicBezTo>
                        <a:pt x="719" y="1"/>
                        <a:pt x="625" y="13"/>
                        <a:pt x="515" y="44"/>
                      </a:cubicBezTo>
                      <a:cubicBezTo>
                        <a:pt x="511" y="46"/>
                        <a:pt x="506" y="47"/>
                        <a:pt x="501" y="48"/>
                      </a:cubicBezTo>
                      <a:cubicBezTo>
                        <a:pt x="71" y="234"/>
                        <a:pt x="52" y="509"/>
                        <a:pt x="63" y="618"/>
                      </a:cubicBezTo>
                      <a:cubicBezTo>
                        <a:pt x="89" y="854"/>
                        <a:pt x="306" y="1051"/>
                        <a:pt x="606" y="1110"/>
                      </a:cubicBezTo>
                      <a:cubicBezTo>
                        <a:pt x="640" y="1116"/>
                        <a:pt x="673" y="1120"/>
                        <a:pt x="708" y="1120"/>
                      </a:cubicBezTo>
                      <a:cubicBezTo>
                        <a:pt x="737" y="1120"/>
                        <a:pt x="765" y="1119"/>
                        <a:pt x="792" y="1112"/>
                      </a:cubicBezTo>
                      <a:lnTo>
                        <a:pt x="792" y="1112"/>
                      </a:lnTo>
                      <a:cubicBezTo>
                        <a:pt x="893" y="1366"/>
                        <a:pt x="881" y="1561"/>
                        <a:pt x="745" y="1661"/>
                      </a:cubicBezTo>
                      <a:cubicBezTo>
                        <a:pt x="687" y="1704"/>
                        <a:pt x="613" y="1724"/>
                        <a:pt x="536" y="1724"/>
                      </a:cubicBezTo>
                      <a:cubicBezTo>
                        <a:pt x="414" y="1724"/>
                        <a:pt x="285" y="1672"/>
                        <a:pt x="207" y="1577"/>
                      </a:cubicBezTo>
                      <a:cubicBezTo>
                        <a:pt x="185" y="1551"/>
                        <a:pt x="154" y="1537"/>
                        <a:pt x="122" y="1537"/>
                      </a:cubicBezTo>
                      <a:cubicBezTo>
                        <a:pt x="98" y="1537"/>
                        <a:pt x="74" y="1544"/>
                        <a:pt x="53" y="1561"/>
                      </a:cubicBezTo>
                      <a:cubicBezTo>
                        <a:pt x="8" y="1599"/>
                        <a:pt x="0" y="1669"/>
                        <a:pt x="38" y="1714"/>
                      </a:cubicBezTo>
                      <a:cubicBezTo>
                        <a:pt x="159" y="1863"/>
                        <a:pt x="349" y="1944"/>
                        <a:pt x="535" y="1944"/>
                      </a:cubicBezTo>
                      <a:cubicBezTo>
                        <a:pt x="658" y="1944"/>
                        <a:pt x="778" y="1909"/>
                        <a:pt x="874" y="1837"/>
                      </a:cubicBezTo>
                      <a:cubicBezTo>
                        <a:pt x="933" y="1794"/>
                        <a:pt x="1048" y="1683"/>
                        <a:pt x="1070" y="1475"/>
                      </a:cubicBezTo>
                      <a:cubicBezTo>
                        <a:pt x="1195" y="1583"/>
                        <a:pt x="1320" y="1605"/>
                        <a:pt x="1403" y="1605"/>
                      </a:cubicBezTo>
                      <a:cubicBezTo>
                        <a:pt x="1425" y="1605"/>
                        <a:pt x="1444" y="1604"/>
                        <a:pt x="1459" y="1603"/>
                      </a:cubicBezTo>
                      <a:cubicBezTo>
                        <a:pt x="1762" y="1563"/>
                        <a:pt x="2004" y="1251"/>
                        <a:pt x="1979" y="934"/>
                      </a:cubicBezTo>
                      <a:cubicBezTo>
                        <a:pt x="1975" y="879"/>
                        <a:pt x="1929" y="834"/>
                        <a:pt x="1874" y="834"/>
                      </a:cubicBezTo>
                      <a:cubicBezTo>
                        <a:pt x="1869" y="834"/>
                        <a:pt x="1865" y="834"/>
                        <a:pt x="1861" y="835"/>
                      </a:cubicBezTo>
                      <a:lnTo>
                        <a:pt x="1860" y="835"/>
                      </a:lnTo>
                      <a:cubicBezTo>
                        <a:pt x="1800" y="839"/>
                        <a:pt x="1756" y="892"/>
                        <a:pt x="1760" y="952"/>
                      </a:cubicBezTo>
                      <a:cubicBezTo>
                        <a:pt x="1778" y="1151"/>
                        <a:pt x="1617" y="1362"/>
                        <a:pt x="1431" y="1385"/>
                      </a:cubicBezTo>
                      <a:cubicBezTo>
                        <a:pt x="1419" y="1386"/>
                        <a:pt x="1408" y="1387"/>
                        <a:pt x="1397" y="1387"/>
                      </a:cubicBezTo>
                      <a:cubicBezTo>
                        <a:pt x="1244" y="1387"/>
                        <a:pt x="1111" y="1256"/>
                        <a:pt x="1013" y="1018"/>
                      </a:cubicBezTo>
                      <a:cubicBezTo>
                        <a:pt x="1079" y="973"/>
                        <a:pt x="1137" y="911"/>
                        <a:pt x="1185" y="835"/>
                      </a:cubicBezTo>
                      <a:cubicBezTo>
                        <a:pt x="1320" y="616"/>
                        <a:pt x="1330" y="346"/>
                        <a:pt x="1203" y="179"/>
                      </a:cubicBezTo>
                      <a:cubicBezTo>
                        <a:pt x="1149" y="103"/>
                        <a:pt x="1030" y="1"/>
                        <a:pt x="800"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 name="Google Shape;2874;p36">
                  <a:extLst>
                    <a:ext uri="{FF2B5EF4-FFF2-40B4-BE49-F238E27FC236}">
                      <a16:creationId xmlns:a16="http://schemas.microsoft.com/office/drawing/2014/main" id="{9A852415-F45F-4E7A-D762-8EC5792EB115}"/>
                    </a:ext>
                  </a:extLst>
                </p:cNvPr>
                <p:cNvSpPr/>
                <p:nvPr/>
              </p:nvSpPr>
              <p:spPr>
                <a:xfrm>
                  <a:off x="5393325" y="1615225"/>
                  <a:ext cx="15825" cy="13950"/>
                </a:xfrm>
                <a:custGeom>
                  <a:avLst/>
                  <a:gdLst/>
                  <a:ahLst/>
                  <a:cxnLst/>
                  <a:rect l="l" t="t" r="r" b="b"/>
                  <a:pathLst>
                    <a:path w="633" h="558" extrusionOk="0">
                      <a:moveTo>
                        <a:pt x="316" y="0"/>
                      </a:moveTo>
                      <a:cubicBezTo>
                        <a:pt x="282" y="0"/>
                        <a:pt x="246" y="7"/>
                        <a:pt x="213" y="20"/>
                      </a:cubicBezTo>
                      <a:cubicBezTo>
                        <a:pt x="70" y="78"/>
                        <a:pt x="0" y="240"/>
                        <a:pt x="58" y="383"/>
                      </a:cubicBezTo>
                      <a:cubicBezTo>
                        <a:pt x="102" y="491"/>
                        <a:pt x="206" y="558"/>
                        <a:pt x="317" y="558"/>
                      </a:cubicBezTo>
                      <a:cubicBezTo>
                        <a:pt x="351" y="558"/>
                        <a:pt x="386" y="551"/>
                        <a:pt x="420" y="537"/>
                      </a:cubicBezTo>
                      <a:cubicBezTo>
                        <a:pt x="564" y="480"/>
                        <a:pt x="632" y="318"/>
                        <a:pt x="575" y="175"/>
                      </a:cubicBezTo>
                      <a:cubicBezTo>
                        <a:pt x="531" y="66"/>
                        <a:pt x="426" y="0"/>
                        <a:pt x="316" y="0"/>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2875;p36">
                  <a:extLst>
                    <a:ext uri="{FF2B5EF4-FFF2-40B4-BE49-F238E27FC236}">
                      <a16:creationId xmlns:a16="http://schemas.microsoft.com/office/drawing/2014/main" id="{69AE43E9-7A78-9B5F-DDC4-D3174785A94A}"/>
                    </a:ext>
                  </a:extLst>
                </p:cNvPr>
                <p:cNvSpPr/>
                <p:nvPr/>
              </p:nvSpPr>
              <p:spPr>
                <a:xfrm>
                  <a:off x="5325475" y="1642500"/>
                  <a:ext cx="15800" cy="13950"/>
                </a:xfrm>
                <a:custGeom>
                  <a:avLst/>
                  <a:gdLst/>
                  <a:ahLst/>
                  <a:cxnLst/>
                  <a:rect l="l" t="t" r="r" b="b"/>
                  <a:pathLst>
                    <a:path w="632" h="558" extrusionOk="0">
                      <a:moveTo>
                        <a:pt x="316" y="1"/>
                      </a:moveTo>
                      <a:cubicBezTo>
                        <a:pt x="281" y="1"/>
                        <a:pt x="246" y="7"/>
                        <a:pt x="212" y="21"/>
                      </a:cubicBezTo>
                      <a:cubicBezTo>
                        <a:pt x="70" y="78"/>
                        <a:pt x="0" y="241"/>
                        <a:pt x="58" y="383"/>
                      </a:cubicBezTo>
                      <a:cubicBezTo>
                        <a:pt x="101" y="492"/>
                        <a:pt x="206" y="558"/>
                        <a:pt x="316" y="558"/>
                      </a:cubicBezTo>
                      <a:cubicBezTo>
                        <a:pt x="351" y="558"/>
                        <a:pt x="386" y="552"/>
                        <a:pt x="420" y="538"/>
                      </a:cubicBezTo>
                      <a:cubicBezTo>
                        <a:pt x="564" y="480"/>
                        <a:pt x="632" y="318"/>
                        <a:pt x="575" y="175"/>
                      </a:cubicBezTo>
                      <a:cubicBezTo>
                        <a:pt x="531" y="67"/>
                        <a:pt x="426" y="1"/>
                        <a:pt x="316" y="1"/>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12" name="Google Shape;2876;p36">
                <a:extLst>
                  <a:ext uri="{FF2B5EF4-FFF2-40B4-BE49-F238E27FC236}">
                    <a16:creationId xmlns:a16="http://schemas.microsoft.com/office/drawing/2014/main" id="{C3529E81-32D4-F399-A940-3764383B941E}"/>
                  </a:ext>
                </a:extLst>
              </p:cNvPr>
              <p:cNvSpPr/>
              <p:nvPr/>
            </p:nvSpPr>
            <p:spPr>
              <a:xfrm>
                <a:off x="6458638" y="2909375"/>
                <a:ext cx="386000" cy="417450"/>
              </a:xfrm>
              <a:custGeom>
                <a:avLst/>
                <a:gdLst/>
                <a:ahLst/>
                <a:cxnLst/>
                <a:rect l="l" t="t" r="r" b="b"/>
                <a:pathLst>
                  <a:path w="15440" h="16698" extrusionOk="0">
                    <a:moveTo>
                      <a:pt x="7217" y="527"/>
                    </a:moveTo>
                    <a:cubicBezTo>
                      <a:pt x="7361" y="1610"/>
                      <a:pt x="6847" y="2528"/>
                      <a:pt x="6214" y="2906"/>
                    </a:cubicBezTo>
                    <a:cubicBezTo>
                      <a:pt x="5967" y="3053"/>
                      <a:pt x="5683" y="3129"/>
                      <a:pt x="5382" y="3129"/>
                    </a:cubicBezTo>
                    <a:cubicBezTo>
                      <a:pt x="5284" y="3129"/>
                      <a:pt x="5185" y="3121"/>
                      <a:pt x="5085" y="3105"/>
                    </a:cubicBezTo>
                    <a:cubicBezTo>
                      <a:pt x="4488" y="3011"/>
                      <a:pt x="3863" y="2637"/>
                      <a:pt x="3455" y="2130"/>
                    </a:cubicBezTo>
                    <a:cubicBezTo>
                      <a:pt x="3431" y="2103"/>
                      <a:pt x="3401" y="2063"/>
                      <a:pt x="3372" y="2019"/>
                    </a:cubicBezTo>
                    <a:lnTo>
                      <a:pt x="3372" y="2019"/>
                    </a:lnTo>
                    <a:cubicBezTo>
                      <a:pt x="3389" y="2027"/>
                      <a:pt x="3407" y="2034"/>
                      <a:pt x="3426" y="2042"/>
                    </a:cubicBezTo>
                    <a:cubicBezTo>
                      <a:pt x="3457" y="2056"/>
                      <a:pt x="3492" y="2071"/>
                      <a:pt x="3528" y="2086"/>
                    </a:cubicBezTo>
                    <a:cubicBezTo>
                      <a:pt x="3566" y="2103"/>
                      <a:pt x="3609" y="2118"/>
                      <a:pt x="3654" y="2136"/>
                    </a:cubicBezTo>
                    <a:cubicBezTo>
                      <a:pt x="3700" y="2151"/>
                      <a:pt x="3746" y="2167"/>
                      <a:pt x="3797" y="2183"/>
                    </a:cubicBezTo>
                    <a:cubicBezTo>
                      <a:pt x="3822" y="2191"/>
                      <a:pt x="3850" y="2199"/>
                      <a:pt x="3876" y="2207"/>
                    </a:cubicBezTo>
                    <a:cubicBezTo>
                      <a:pt x="4092" y="2268"/>
                      <a:pt x="4356" y="2318"/>
                      <a:pt x="4672" y="2329"/>
                    </a:cubicBezTo>
                    <a:cubicBezTo>
                      <a:pt x="4705" y="2330"/>
                      <a:pt x="4738" y="2331"/>
                      <a:pt x="4771" y="2331"/>
                    </a:cubicBezTo>
                    <a:cubicBezTo>
                      <a:pt x="4898" y="2331"/>
                      <a:pt x="5021" y="2322"/>
                      <a:pt x="5139" y="2305"/>
                    </a:cubicBezTo>
                    <a:cubicBezTo>
                      <a:pt x="5178" y="2300"/>
                      <a:pt x="5216" y="2294"/>
                      <a:pt x="5256" y="2286"/>
                    </a:cubicBezTo>
                    <a:cubicBezTo>
                      <a:pt x="5304" y="2278"/>
                      <a:pt x="5352" y="2267"/>
                      <a:pt x="5400" y="2254"/>
                    </a:cubicBezTo>
                    <a:cubicBezTo>
                      <a:pt x="5436" y="2245"/>
                      <a:pt x="5473" y="2234"/>
                      <a:pt x="5509" y="2223"/>
                    </a:cubicBezTo>
                    <a:cubicBezTo>
                      <a:pt x="5558" y="2207"/>
                      <a:pt x="5605" y="2191"/>
                      <a:pt x="5653" y="2172"/>
                    </a:cubicBezTo>
                    <a:cubicBezTo>
                      <a:pt x="5679" y="2162"/>
                      <a:pt x="5706" y="2151"/>
                      <a:pt x="5731" y="2139"/>
                    </a:cubicBezTo>
                    <a:cubicBezTo>
                      <a:pt x="5795" y="2112"/>
                      <a:pt x="5858" y="2081"/>
                      <a:pt x="5920" y="2045"/>
                    </a:cubicBezTo>
                    <a:cubicBezTo>
                      <a:pt x="5946" y="2031"/>
                      <a:pt x="5971" y="2018"/>
                      <a:pt x="5995" y="2001"/>
                    </a:cubicBezTo>
                    <a:cubicBezTo>
                      <a:pt x="6018" y="1989"/>
                      <a:pt x="6041" y="1975"/>
                      <a:pt x="6063" y="1960"/>
                    </a:cubicBezTo>
                    <a:cubicBezTo>
                      <a:pt x="6093" y="1941"/>
                      <a:pt x="6122" y="1920"/>
                      <a:pt x="6151" y="1898"/>
                    </a:cubicBezTo>
                    <a:cubicBezTo>
                      <a:pt x="6179" y="1880"/>
                      <a:pt x="6206" y="1857"/>
                      <a:pt x="6235" y="1835"/>
                    </a:cubicBezTo>
                    <a:cubicBezTo>
                      <a:pt x="6244" y="1829"/>
                      <a:pt x="6255" y="1821"/>
                      <a:pt x="6265" y="1811"/>
                    </a:cubicBezTo>
                    <a:cubicBezTo>
                      <a:pt x="6291" y="1789"/>
                      <a:pt x="6320" y="1767"/>
                      <a:pt x="6347" y="1741"/>
                    </a:cubicBezTo>
                    <a:cubicBezTo>
                      <a:pt x="6379" y="1715"/>
                      <a:pt x="6411" y="1685"/>
                      <a:pt x="6442" y="1655"/>
                    </a:cubicBezTo>
                    <a:cubicBezTo>
                      <a:pt x="6453" y="1644"/>
                      <a:pt x="6466" y="1633"/>
                      <a:pt x="6477" y="1621"/>
                    </a:cubicBezTo>
                    <a:cubicBezTo>
                      <a:pt x="6496" y="1601"/>
                      <a:pt x="6515" y="1582"/>
                      <a:pt x="6533" y="1561"/>
                    </a:cubicBezTo>
                    <a:cubicBezTo>
                      <a:pt x="6565" y="1528"/>
                      <a:pt x="6597" y="1494"/>
                      <a:pt x="6625" y="1460"/>
                    </a:cubicBezTo>
                    <a:lnTo>
                      <a:pt x="6678" y="1399"/>
                    </a:lnTo>
                    <a:cubicBezTo>
                      <a:pt x="6726" y="1345"/>
                      <a:pt x="6767" y="1290"/>
                      <a:pt x="6807" y="1236"/>
                    </a:cubicBezTo>
                    <a:cubicBezTo>
                      <a:pt x="6910" y="1100"/>
                      <a:pt x="6997" y="964"/>
                      <a:pt x="7067" y="836"/>
                    </a:cubicBezTo>
                    <a:cubicBezTo>
                      <a:pt x="7096" y="785"/>
                      <a:pt x="7120" y="734"/>
                      <a:pt x="7144" y="686"/>
                    </a:cubicBezTo>
                    <a:cubicBezTo>
                      <a:pt x="7173" y="631"/>
                      <a:pt x="7196" y="577"/>
                      <a:pt x="7217" y="527"/>
                    </a:cubicBezTo>
                    <a:close/>
                    <a:moveTo>
                      <a:pt x="7922" y="232"/>
                    </a:moveTo>
                    <a:lnTo>
                      <a:pt x="7922" y="232"/>
                    </a:lnTo>
                    <a:cubicBezTo>
                      <a:pt x="8129" y="1414"/>
                      <a:pt x="7739" y="2668"/>
                      <a:pt x="6937" y="3379"/>
                    </a:cubicBezTo>
                    <a:cubicBezTo>
                      <a:pt x="6559" y="3713"/>
                      <a:pt x="6034" y="3928"/>
                      <a:pt x="5436" y="3928"/>
                    </a:cubicBezTo>
                    <a:cubicBezTo>
                      <a:pt x="4812" y="3928"/>
                      <a:pt x="4109" y="3694"/>
                      <a:pt x="3412" y="3118"/>
                    </a:cubicBezTo>
                    <a:cubicBezTo>
                      <a:pt x="3087" y="2847"/>
                      <a:pt x="2815" y="2525"/>
                      <a:pt x="2665" y="2295"/>
                    </a:cubicBezTo>
                    <a:cubicBezTo>
                      <a:pt x="2715" y="2254"/>
                      <a:pt x="2767" y="2214"/>
                      <a:pt x="2818" y="2178"/>
                    </a:cubicBezTo>
                    <a:cubicBezTo>
                      <a:pt x="2855" y="2151"/>
                      <a:pt x="2891" y="2128"/>
                      <a:pt x="2925" y="2104"/>
                    </a:cubicBezTo>
                    <a:cubicBezTo>
                      <a:pt x="2965" y="2077"/>
                      <a:pt x="3003" y="2053"/>
                      <a:pt x="3042" y="2031"/>
                    </a:cubicBezTo>
                    <a:cubicBezTo>
                      <a:pt x="3061" y="2020"/>
                      <a:pt x="3079" y="2009"/>
                      <a:pt x="3098" y="2000"/>
                    </a:cubicBezTo>
                    <a:cubicBezTo>
                      <a:pt x="3162" y="2101"/>
                      <a:pt x="3232" y="2205"/>
                      <a:pt x="3284" y="2268"/>
                    </a:cubicBezTo>
                    <a:cubicBezTo>
                      <a:pt x="3726" y="2814"/>
                      <a:pt x="4403" y="3217"/>
                      <a:pt x="5052" y="3320"/>
                    </a:cubicBezTo>
                    <a:cubicBezTo>
                      <a:pt x="5163" y="3338"/>
                      <a:pt x="5275" y="3348"/>
                      <a:pt x="5383" y="3348"/>
                    </a:cubicBezTo>
                    <a:cubicBezTo>
                      <a:pt x="5724" y="3348"/>
                      <a:pt x="6045" y="3262"/>
                      <a:pt x="6327" y="3093"/>
                    </a:cubicBezTo>
                    <a:cubicBezTo>
                      <a:pt x="7059" y="2654"/>
                      <a:pt x="7649" y="1566"/>
                      <a:pt x="7401" y="309"/>
                    </a:cubicBezTo>
                    <a:lnTo>
                      <a:pt x="7429" y="304"/>
                    </a:lnTo>
                    <a:cubicBezTo>
                      <a:pt x="7467" y="296"/>
                      <a:pt x="7507" y="287"/>
                      <a:pt x="7547" y="280"/>
                    </a:cubicBezTo>
                    <a:cubicBezTo>
                      <a:pt x="7576" y="274"/>
                      <a:pt x="7606" y="269"/>
                      <a:pt x="7636" y="264"/>
                    </a:cubicBezTo>
                    <a:cubicBezTo>
                      <a:pt x="7672" y="260"/>
                      <a:pt x="7709" y="255"/>
                      <a:pt x="7747" y="250"/>
                    </a:cubicBezTo>
                    <a:cubicBezTo>
                      <a:pt x="7781" y="246"/>
                      <a:pt x="7814" y="242"/>
                      <a:pt x="7848" y="239"/>
                    </a:cubicBezTo>
                    <a:cubicBezTo>
                      <a:pt x="7872" y="236"/>
                      <a:pt x="7898" y="235"/>
                      <a:pt x="7922" y="232"/>
                    </a:cubicBezTo>
                    <a:close/>
                    <a:moveTo>
                      <a:pt x="13257" y="2561"/>
                    </a:moveTo>
                    <a:cubicBezTo>
                      <a:pt x="13343" y="2616"/>
                      <a:pt x="13430" y="2672"/>
                      <a:pt x="13521" y="2727"/>
                    </a:cubicBezTo>
                    <a:cubicBezTo>
                      <a:pt x="13544" y="2741"/>
                      <a:pt x="13601" y="2777"/>
                      <a:pt x="13620" y="2793"/>
                    </a:cubicBezTo>
                    <a:cubicBezTo>
                      <a:pt x="13620" y="2799"/>
                      <a:pt x="13617" y="2806"/>
                      <a:pt x="13614" y="2818"/>
                    </a:cubicBezTo>
                    <a:cubicBezTo>
                      <a:pt x="13577" y="2930"/>
                      <a:pt x="13505" y="3115"/>
                      <a:pt x="13416" y="3314"/>
                    </a:cubicBezTo>
                    <a:cubicBezTo>
                      <a:pt x="13377" y="3403"/>
                      <a:pt x="13342" y="3478"/>
                      <a:pt x="13321" y="3520"/>
                    </a:cubicBezTo>
                    <a:lnTo>
                      <a:pt x="13272" y="3620"/>
                    </a:lnTo>
                    <a:cubicBezTo>
                      <a:pt x="13269" y="3627"/>
                      <a:pt x="13264" y="3634"/>
                      <a:pt x="13261" y="3642"/>
                    </a:cubicBezTo>
                    <a:cubicBezTo>
                      <a:pt x="13110" y="3943"/>
                      <a:pt x="12968" y="4209"/>
                      <a:pt x="12839" y="4441"/>
                    </a:cubicBezTo>
                    <a:cubicBezTo>
                      <a:pt x="12823" y="4470"/>
                      <a:pt x="12806" y="4499"/>
                      <a:pt x="12788" y="4529"/>
                    </a:cubicBezTo>
                    <a:cubicBezTo>
                      <a:pt x="12778" y="4544"/>
                      <a:pt x="12770" y="4559"/>
                      <a:pt x="12760" y="4576"/>
                    </a:cubicBezTo>
                    <a:cubicBezTo>
                      <a:pt x="12693" y="4687"/>
                      <a:pt x="12613" y="4820"/>
                      <a:pt x="12513" y="4982"/>
                    </a:cubicBezTo>
                    <a:cubicBezTo>
                      <a:pt x="12440" y="5102"/>
                      <a:pt x="12372" y="5209"/>
                      <a:pt x="12312" y="5308"/>
                    </a:cubicBezTo>
                    <a:cubicBezTo>
                      <a:pt x="12155" y="5541"/>
                      <a:pt x="12029" y="5715"/>
                      <a:pt x="11932" y="5844"/>
                    </a:cubicBezTo>
                    <a:cubicBezTo>
                      <a:pt x="11880" y="5916"/>
                      <a:pt x="11835" y="5976"/>
                      <a:pt x="11801" y="6029"/>
                    </a:cubicBezTo>
                    <a:cubicBezTo>
                      <a:pt x="11712" y="5859"/>
                      <a:pt x="11622" y="5680"/>
                      <a:pt x="11531" y="5495"/>
                    </a:cubicBezTo>
                    <a:cubicBezTo>
                      <a:pt x="11536" y="5468"/>
                      <a:pt x="11569" y="5350"/>
                      <a:pt x="11828" y="4907"/>
                    </a:cubicBezTo>
                    <a:lnTo>
                      <a:pt x="11845" y="4877"/>
                    </a:lnTo>
                    <a:cubicBezTo>
                      <a:pt x="12088" y="4461"/>
                      <a:pt x="12346" y="4046"/>
                      <a:pt x="12597" y="3645"/>
                    </a:cubicBezTo>
                    <a:cubicBezTo>
                      <a:pt x="12678" y="3515"/>
                      <a:pt x="12758" y="3385"/>
                      <a:pt x="12839" y="3254"/>
                    </a:cubicBezTo>
                    <a:cubicBezTo>
                      <a:pt x="12876" y="3195"/>
                      <a:pt x="12913" y="3137"/>
                      <a:pt x="12950" y="3078"/>
                    </a:cubicBezTo>
                    <a:cubicBezTo>
                      <a:pt x="13056" y="2911"/>
                      <a:pt x="13165" y="2740"/>
                      <a:pt x="13257" y="2561"/>
                    </a:cubicBezTo>
                    <a:close/>
                    <a:moveTo>
                      <a:pt x="341" y="7664"/>
                    </a:moveTo>
                    <a:cubicBezTo>
                      <a:pt x="420" y="7689"/>
                      <a:pt x="621" y="7748"/>
                      <a:pt x="1308" y="7920"/>
                    </a:cubicBezTo>
                    <a:lnTo>
                      <a:pt x="1622" y="8001"/>
                    </a:lnTo>
                    <a:cubicBezTo>
                      <a:pt x="3397" y="8446"/>
                      <a:pt x="3562" y="8490"/>
                      <a:pt x="3585" y="8577"/>
                    </a:cubicBezTo>
                    <a:cubicBezTo>
                      <a:pt x="3588" y="8590"/>
                      <a:pt x="3591" y="8604"/>
                      <a:pt x="3596" y="8620"/>
                    </a:cubicBezTo>
                    <a:cubicBezTo>
                      <a:pt x="3599" y="8627"/>
                      <a:pt x="3604" y="8635"/>
                      <a:pt x="3609" y="8644"/>
                    </a:cubicBezTo>
                    <a:cubicBezTo>
                      <a:pt x="3686" y="8902"/>
                      <a:pt x="3735" y="9069"/>
                      <a:pt x="3766" y="9176"/>
                    </a:cubicBezTo>
                    <a:cubicBezTo>
                      <a:pt x="3753" y="9175"/>
                      <a:pt x="3738" y="9173"/>
                      <a:pt x="3724" y="9170"/>
                    </a:cubicBezTo>
                    <a:cubicBezTo>
                      <a:pt x="3478" y="9129"/>
                      <a:pt x="3186" y="9067"/>
                      <a:pt x="2869" y="8989"/>
                    </a:cubicBezTo>
                    <a:cubicBezTo>
                      <a:pt x="2806" y="8972"/>
                      <a:pt x="2741" y="8957"/>
                      <a:pt x="2676" y="8939"/>
                    </a:cubicBezTo>
                    <a:cubicBezTo>
                      <a:pt x="2610" y="8921"/>
                      <a:pt x="2546" y="8905"/>
                      <a:pt x="2478" y="8885"/>
                    </a:cubicBezTo>
                    <a:cubicBezTo>
                      <a:pt x="2412" y="8868"/>
                      <a:pt x="2343" y="8849"/>
                      <a:pt x="2276" y="8828"/>
                    </a:cubicBezTo>
                    <a:cubicBezTo>
                      <a:pt x="2255" y="8822"/>
                      <a:pt x="2233" y="8815"/>
                      <a:pt x="2210" y="8810"/>
                    </a:cubicBezTo>
                    <a:cubicBezTo>
                      <a:pt x="2029" y="8754"/>
                      <a:pt x="1843" y="8696"/>
                      <a:pt x="1656" y="8632"/>
                    </a:cubicBezTo>
                    <a:cubicBezTo>
                      <a:pt x="1375" y="8539"/>
                      <a:pt x="1096" y="8434"/>
                      <a:pt x="823" y="8322"/>
                    </a:cubicBezTo>
                    <a:cubicBezTo>
                      <a:pt x="719" y="8279"/>
                      <a:pt x="617" y="8235"/>
                      <a:pt x="517" y="8190"/>
                    </a:cubicBezTo>
                    <a:cubicBezTo>
                      <a:pt x="382" y="8129"/>
                      <a:pt x="255" y="8073"/>
                      <a:pt x="240" y="8045"/>
                    </a:cubicBezTo>
                    <a:cubicBezTo>
                      <a:pt x="246" y="8000"/>
                      <a:pt x="266" y="7928"/>
                      <a:pt x="297" y="7821"/>
                    </a:cubicBezTo>
                    <a:cubicBezTo>
                      <a:pt x="309" y="7777"/>
                      <a:pt x="324" y="7725"/>
                      <a:pt x="341" y="7664"/>
                    </a:cubicBezTo>
                    <a:close/>
                    <a:moveTo>
                      <a:pt x="8267" y="219"/>
                    </a:moveTo>
                    <a:cubicBezTo>
                      <a:pt x="8715" y="219"/>
                      <a:pt x="9194" y="282"/>
                      <a:pt x="9639" y="401"/>
                    </a:cubicBezTo>
                    <a:cubicBezTo>
                      <a:pt x="10510" y="638"/>
                      <a:pt x="11227" y="1148"/>
                      <a:pt x="12056" y="1738"/>
                    </a:cubicBezTo>
                    <a:cubicBezTo>
                      <a:pt x="12375" y="1966"/>
                      <a:pt x="12704" y="2200"/>
                      <a:pt x="13070" y="2442"/>
                    </a:cubicBezTo>
                    <a:cubicBezTo>
                      <a:pt x="12982" y="2620"/>
                      <a:pt x="12872" y="2792"/>
                      <a:pt x="12766" y="2961"/>
                    </a:cubicBezTo>
                    <a:cubicBezTo>
                      <a:pt x="12729" y="3020"/>
                      <a:pt x="12690" y="3079"/>
                      <a:pt x="12654" y="3140"/>
                    </a:cubicBezTo>
                    <a:lnTo>
                      <a:pt x="12412" y="3529"/>
                    </a:lnTo>
                    <a:cubicBezTo>
                      <a:pt x="12161" y="3932"/>
                      <a:pt x="11901" y="4349"/>
                      <a:pt x="11657" y="4766"/>
                    </a:cubicBezTo>
                    <a:lnTo>
                      <a:pt x="11640" y="4796"/>
                    </a:lnTo>
                    <a:cubicBezTo>
                      <a:pt x="11528" y="4986"/>
                      <a:pt x="11452" y="5124"/>
                      <a:pt x="11402" y="5229"/>
                    </a:cubicBezTo>
                    <a:cubicBezTo>
                      <a:pt x="10977" y="4345"/>
                      <a:pt x="10561" y="3369"/>
                      <a:pt x="10319" y="2581"/>
                    </a:cubicBezTo>
                    <a:cubicBezTo>
                      <a:pt x="10305" y="2535"/>
                      <a:pt x="10262" y="2504"/>
                      <a:pt x="10216" y="2504"/>
                    </a:cubicBezTo>
                    <a:cubicBezTo>
                      <a:pt x="10205" y="2504"/>
                      <a:pt x="10193" y="2506"/>
                      <a:pt x="10182" y="2509"/>
                    </a:cubicBezTo>
                    <a:cubicBezTo>
                      <a:pt x="10125" y="2527"/>
                      <a:pt x="10093" y="2588"/>
                      <a:pt x="10110" y="2645"/>
                    </a:cubicBezTo>
                    <a:cubicBezTo>
                      <a:pt x="10380" y="3520"/>
                      <a:pt x="10858" y="4622"/>
                      <a:pt x="11328" y="5576"/>
                    </a:cubicBezTo>
                    <a:cubicBezTo>
                      <a:pt x="11350" y="5657"/>
                      <a:pt x="11394" y="5736"/>
                      <a:pt x="11435" y="5810"/>
                    </a:cubicBezTo>
                    <a:cubicBezTo>
                      <a:pt x="11454" y="5844"/>
                      <a:pt x="11473" y="5880"/>
                      <a:pt x="11487" y="5910"/>
                    </a:cubicBezTo>
                    <a:cubicBezTo>
                      <a:pt x="11583" y="6116"/>
                      <a:pt x="11649" y="6236"/>
                      <a:pt x="11698" y="6301"/>
                    </a:cubicBezTo>
                    <a:cubicBezTo>
                      <a:pt x="11747" y="6394"/>
                      <a:pt x="11795" y="6484"/>
                      <a:pt x="11843" y="6569"/>
                    </a:cubicBezTo>
                    <a:cubicBezTo>
                      <a:pt x="11843" y="6570"/>
                      <a:pt x="11844" y="6571"/>
                      <a:pt x="11845" y="6573"/>
                    </a:cubicBezTo>
                    <a:cubicBezTo>
                      <a:pt x="11846" y="6574"/>
                      <a:pt x="11846" y="6575"/>
                      <a:pt x="11847" y="6577"/>
                    </a:cubicBezTo>
                    <a:cubicBezTo>
                      <a:pt x="12128" y="7112"/>
                      <a:pt x="12348" y="7539"/>
                      <a:pt x="12546" y="7924"/>
                    </a:cubicBezTo>
                    <a:cubicBezTo>
                      <a:pt x="13172" y="9133"/>
                      <a:pt x="13622" y="10006"/>
                      <a:pt x="15152" y="12592"/>
                    </a:cubicBezTo>
                    <a:cubicBezTo>
                      <a:pt x="15183" y="12646"/>
                      <a:pt x="15138" y="12748"/>
                      <a:pt x="15098" y="12818"/>
                    </a:cubicBezTo>
                    <a:lnTo>
                      <a:pt x="15097" y="12818"/>
                    </a:lnTo>
                    <a:cubicBezTo>
                      <a:pt x="14744" y="13473"/>
                      <a:pt x="14129" y="13616"/>
                      <a:pt x="13478" y="13769"/>
                    </a:cubicBezTo>
                    <a:cubicBezTo>
                      <a:pt x="13320" y="13805"/>
                      <a:pt x="13157" y="13843"/>
                      <a:pt x="12995" y="13888"/>
                    </a:cubicBezTo>
                    <a:cubicBezTo>
                      <a:pt x="12522" y="14023"/>
                      <a:pt x="12214" y="14315"/>
                      <a:pt x="11888" y="14623"/>
                    </a:cubicBezTo>
                    <a:cubicBezTo>
                      <a:pt x="11458" y="15027"/>
                      <a:pt x="11013" y="15448"/>
                      <a:pt x="10126" y="15529"/>
                    </a:cubicBezTo>
                    <a:cubicBezTo>
                      <a:pt x="9939" y="15546"/>
                      <a:pt x="9752" y="15551"/>
                      <a:pt x="9572" y="15557"/>
                    </a:cubicBezTo>
                    <a:cubicBezTo>
                      <a:pt x="9001" y="15575"/>
                      <a:pt x="8460" y="15590"/>
                      <a:pt x="7925" y="15940"/>
                    </a:cubicBezTo>
                    <a:cubicBezTo>
                      <a:pt x="7375" y="16299"/>
                      <a:pt x="6890" y="16477"/>
                      <a:pt x="6457" y="16477"/>
                    </a:cubicBezTo>
                    <a:cubicBezTo>
                      <a:pt x="6241" y="16477"/>
                      <a:pt x="6038" y="16433"/>
                      <a:pt x="5847" y="16344"/>
                    </a:cubicBezTo>
                    <a:lnTo>
                      <a:pt x="5833" y="16337"/>
                    </a:lnTo>
                    <a:cubicBezTo>
                      <a:pt x="5825" y="16334"/>
                      <a:pt x="5819" y="16333"/>
                      <a:pt x="5815" y="16330"/>
                    </a:cubicBezTo>
                    <a:cubicBezTo>
                      <a:pt x="5792" y="16301"/>
                      <a:pt x="5746" y="16102"/>
                      <a:pt x="5728" y="16026"/>
                    </a:cubicBezTo>
                    <a:cubicBezTo>
                      <a:pt x="5701" y="15909"/>
                      <a:pt x="5667" y="15754"/>
                      <a:pt x="5623" y="15546"/>
                    </a:cubicBezTo>
                    <a:cubicBezTo>
                      <a:pt x="5561" y="15271"/>
                      <a:pt x="5482" y="14904"/>
                      <a:pt x="5371" y="14412"/>
                    </a:cubicBezTo>
                    <a:cubicBezTo>
                      <a:pt x="5063" y="13045"/>
                      <a:pt x="4467" y="10853"/>
                      <a:pt x="4044" y="9366"/>
                    </a:cubicBezTo>
                    <a:cubicBezTo>
                      <a:pt x="4044" y="9363"/>
                      <a:pt x="4042" y="9362"/>
                      <a:pt x="4042" y="9359"/>
                    </a:cubicBezTo>
                    <a:cubicBezTo>
                      <a:pt x="4042" y="9358"/>
                      <a:pt x="4042" y="9356"/>
                      <a:pt x="4041" y="9355"/>
                    </a:cubicBezTo>
                    <a:cubicBezTo>
                      <a:pt x="3776" y="8309"/>
                      <a:pt x="3244" y="6674"/>
                      <a:pt x="2704" y="5555"/>
                    </a:cubicBezTo>
                    <a:cubicBezTo>
                      <a:pt x="2685" y="5515"/>
                      <a:pt x="2646" y="5493"/>
                      <a:pt x="2605" y="5493"/>
                    </a:cubicBezTo>
                    <a:cubicBezTo>
                      <a:pt x="2590" y="5493"/>
                      <a:pt x="2574" y="5496"/>
                      <a:pt x="2558" y="5503"/>
                    </a:cubicBezTo>
                    <a:cubicBezTo>
                      <a:pt x="2504" y="5530"/>
                      <a:pt x="2481" y="5595"/>
                      <a:pt x="2508" y="5649"/>
                    </a:cubicBezTo>
                    <a:cubicBezTo>
                      <a:pt x="2871" y="6402"/>
                      <a:pt x="3230" y="7393"/>
                      <a:pt x="3506" y="8275"/>
                    </a:cubicBezTo>
                    <a:lnTo>
                      <a:pt x="3505" y="8275"/>
                    </a:lnTo>
                    <a:cubicBezTo>
                      <a:pt x="3247" y="8183"/>
                      <a:pt x="2731" y="8053"/>
                      <a:pt x="1676" y="7789"/>
                    </a:cubicBezTo>
                    <a:lnTo>
                      <a:pt x="1361" y="7710"/>
                    </a:lnTo>
                    <a:cubicBezTo>
                      <a:pt x="646" y="7529"/>
                      <a:pt x="463" y="7474"/>
                      <a:pt x="396" y="7452"/>
                    </a:cubicBezTo>
                    <a:cubicBezTo>
                      <a:pt x="469" y="7167"/>
                      <a:pt x="543" y="6844"/>
                      <a:pt x="620" y="6469"/>
                    </a:cubicBezTo>
                    <a:lnTo>
                      <a:pt x="661" y="6264"/>
                    </a:lnTo>
                    <a:cubicBezTo>
                      <a:pt x="901" y="5057"/>
                      <a:pt x="1110" y="4013"/>
                      <a:pt x="1921" y="3041"/>
                    </a:cubicBezTo>
                    <a:cubicBezTo>
                      <a:pt x="2110" y="2813"/>
                      <a:pt x="2304" y="2610"/>
                      <a:pt x="2497" y="2436"/>
                    </a:cubicBezTo>
                    <a:cubicBezTo>
                      <a:pt x="2660" y="2682"/>
                      <a:pt x="2943" y="3010"/>
                      <a:pt x="3273" y="3286"/>
                    </a:cubicBezTo>
                    <a:cubicBezTo>
                      <a:pt x="4014" y="3899"/>
                      <a:pt x="4764" y="4148"/>
                      <a:pt x="5434" y="4148"/>
                    </a:cubicBezTo>
                    <a:cubicBezTo>
                      <a:pt x="6105" y="4148"/>
                      <a:pt x="6667" y="3910"/>
                      <a:pt x="7082" y="3542"/>
                    </a:cubicBezTo>
                    <a:cubicBezTo>
                      <a:pt x="7932" y="2789"/>
                      <a:pt x="8352" y="1466"/>
                      <a:pt x="8141" y="220"/>
                    </a:cubicBezTo>
                    <a:cubicBezTo>
                      <a:pt x="8182" y="219"/>
                      <a:pt x="8224" y="219"/>
                      <a:pt x="8267" y="219"/>
                    </a:cubicBezTo>
                    <a:close/>
                    <a:moveTo>
                      <a:pt x="8278" y="1"/>
                    </a:moveTo>
                    <a:cubicBezTo>
                      <a:pt x="8188" y="1"/>
                      <a:pt x="8099" y="3"/>
                      <a:pt x="8011" y="8"/>
                    </a:cubicBezTo>
                    <a:lnTo>
                      <a:pt x="8005" y="8"/>
                    </a:lnTo>
                    <a:cubicBezTo>
                      <a:pt x="7787" y="19"/>
                      <a:pt x="7578" y="47"/>
                      <a:pt x="7384" y="90"/>
                    </a:cubicBezTo>
                    <a:lnTo>
                      <a:pt x="7336" y="100"/>
                    </a:lnTo>
                    <a:cubicBezTo>
                      <a:pt x="7311" y="104"/>
                      <a:pt x="7282" y="111"/>
                      <a:pt x="7256" y="119"/>
                    </a:cubicBezTo>
                    <a:lnTo>
                      <a:pt x="7254" y="119"/>
                    </a:lnTo>
                    <a:cubicBezTo>
                      <a:pt x="7249" y="120"/>
                      <a:pt x="7245" y="122"/>
                      <a:pt x="7239" y="123"/>
                    </a:cubicBezTo>
                    <a:lnTo>
                      <a:pt x="7237" y="123"/>
                    </a:lnTo>
                    <a:cubicBezTo>
                      <a:pt x="7234" y="125"/>
                      <a:pt x="7230" y="126"/>
                      <a:pt x="7227" y="127"/>
                    </a:cubicBezTo>
                    <a:cubicBezTo>
                      <a:pt x="7209" y="133"/>
                      <a:pt x="7195" y="141"/>
                      <a:pt x="7181" y="148"/>
                    </a:cubicBezTo>
                    <a:cubicBezTo>
                      <a:pt x="7175" y="152"/>
                      <a:pt x="7169" y="156"/>
                      <a:pt x="7162" y="162"/>
                    </a:cubicBezTo>
                    <a:cubicBezTo>
                      <a:pt x="7153" y="167"/>
                      <a:pt x="7144" y="174"/>
                      <a:pt x="7139" y="182"/>
                    </a:cubicBezTo>
                    <a:cubicBezTo>
                      <a:pt x="7133" y="185"/>
                      <a:pt x="7129" y="189"/>
                      <a:pt x="7124" y="196"/>
                    </a:cubicBezTo>
                    <a:cubicBezTo>
                      <a:pt x="7114" y="204"/>
                      <a:pt x="7109" y="214"/>
                      <a:pt x="7106" y="222"/>
                    </a:cubicBezTo>
                    <a:cubicBezTo>
                      <a:pt x="7098" y="231"/>
                      <a:pt x="7092" y="237"/>
                      <a:pt x="7089" y="247"/>
                    </a:cubicBezTo>
                    <a:cubicBezTo>
                      <a:pt x="7080" y="262"/>
                      <a:pt x="7074" y="280"/>
                      <a:pt x="7067" y="299"/>
                    </a:cubicBezTo>
                    <a:cubicBezTo>
                      <a:pt x="6982" y="574"/>
                      <a:pt x="6755" y="1011"/>
                      <a:pt x="6376" y="1411"/>
                    </a:cubicBezTo>
                    <a:cubicBezTo>
                      <a:pt x="6359" y="1430"/>
                      <a:pt x="6340" y="1449"/>
                      <a:pt x="6322" y="1466"/>
                    </a:cubicBezTo>
                    <a:cubicBezTo>
                      <a:pt x="6311" y="1477"/>
                      <a:pt x="6301" y="1487"/>
                      <a:pt x="6290" y="1496"/>
                    </a:cubicBezTo>
                    <a:cubicBezTo>
                      <a:pt x="6262" y="1524"/>
                      <a:pt x="6234" y="1550"/>
                      <a:pt x="6205" y="1576"/>
                    </a:cubicBezTo>
                    <a:cubicBezTo>
                      <a:pt x="6146" y="1629"/>
                      <a:pt x="6084" y="1679"/>
                      <a:pt x="6022" y="1722"/>
                    </a:cubicBezTo>
                    <a:cubicBezTo>
                      <a:pt x="5992" y="1744"/>
                      <a:pt x="5961" y="1764"/>
                      <a:pt x="5931" y="1782"/>
                    </a:cubicBezTo>
                    <a:cubicBezTo>
                      <a:pt x="5900" y="1803"/>
                      <a:pt x="5868" y="1824"/>
                      <a:pt x="5836" y="1841"/>
                    </a:cubicBezTo>
                    <a:cubicBezTo>
                      <a:pt x="5805" y="1859"/>
                      <a:pt x="5773" y="1876"/>
                      <a:pt x="5740" y="1892"/>
                    </a:cubicBezTo>
                    <a:cubicBezTo>
                      <a:pt x="5719" y="1903"/>
                      <a:pt x="5697" y="1914"/>
                      <a:pt x="5675" y="1924"/>
                    </a:cubicBezTo>
                    <a:cubicBezTo>
                      <a:pt x="5655" y="1935"/>
                      <a:pt x="5633" y="1945"/>
                      <a:pt x="5610" y="1952"/>
                    </a:cubicBezTo>
                    <a:cubicBezTo>
                      <a:pt x="5553" y="1976"/>
                      <a:pt x="5495" y="1998"/>
                      <a:pt x="5436" y="2015"/>
                    </a:cubicBezTo>
                    <a:cubicBezTo>
                      <a:pt x="5410" y="2025"/>
                      <a:pt x="5382" y="2033"/>
                      <a:pt x="5356" y="2039"/>
                    </a:cubicBezTo>
                    <a:cubicBezTo>
                      <a:pt x="5242" y="2071"/>
                      <a:pt x="5123" y="2092"/>
                      <a:pt x="5000" y="2103"/>
                    </a:cubicBezTo>
                    <a:cubicBezTo>
                      <a:pt x="4965" y="2106"/>
                      <a:pt x="4928" y="2108"/>
                      <a:pt x="4892" y="2110"/>
                    </a:cubicBezTo>
                    <a:cubicBezTo>
                      <a:pt x="4851" y="2112"/>
                      <a:pt x="4810" y="2114"/>
                      <a:pt x="4769" y="2114"/>
                    </a:cubicBezTo>
                    <a:cubicBezTo>
                      <a:pt x="4739" y="2114"/>
                      <a:pt x="4709" y="2113"/>
                      <a:pt x="4678" y="2112"/>
                    </a:cubicBezTo>
                    <a:cubicBezTo>
                      <a:pt x="4052" y="2089"/>
                      <a:pt x="3639" y="1902"/>
                      <a:pt x="3418" y="1800"/>
                    </a:cubicBezTo>
                    <a:cubicBezTo>
                      <a:pt x="3315" y="1753"/>
                      <a:pt x="3245" y="1721"/>
                      <a:pt x="3189" y="1721"/>
                    </a:cubicBezTo>
                    <a:cubicBezTo>
                      <a:pt x="3166" y="1721"/>
                      <a:pt x="3145" y="1726"/>
                      <a:pt x="3125" y="1737"/>
                    </a:cubicBezTo>
                    <a:cubicBezTo>
                      <a:pt x="3113" y="1741"/>
                      <a:pt x="3102" y="1748"/>
                      <a:pt x="3089" y="1755"/>
                    </a:cubicBezTo>
                    <a:cubicBezTo>
                      <a:pt x="3088" y="1756"/>
                      <a:pt x="3085" y="1756"/>
                      <a:pt x="3084" y="1758"/>
                    </a:cubicBezTo>
                    <a:cubicBezTo>
                      <a:pt x="3033" y="1782"/>
                      <a:pt x="2983" y="1810"/>
                      <a:pt x="2932" y="1841"/>
                    </a:cubicBezTo>
                    <a:cubicBezTo>
                      <a:pt x="2908" y="1857"/>
                      <a:pt x="2880" y="1873"/>
                      <a:pt x="2853" y="1891"/>
                    </a:cubicBezTo>
                    <a:cubicBezTo>
                      <a:pt x="2799" y="1924"/>
                      <a:pt x="2747" y="1960"/>
                      <a:pt x="2693" y="2000"/>
                    </a:cubicBezTo>
                    <a:cubicBezTo>
                      <a:pt x="2646" y="2031"/>
                      <a:pt x="2600" y="2067"/>
                      <a:pt x="2554" y="2105"/>
                    </a:cubicBezTo>
                    <a:cubicBezTo>
                      <a:pt x="2520" y="2130"/>
                      <a:pt x="2487" y="2159"/>
                      <a:pt x="2451" y="2188"/>
                    </a:cubicBezTo>
                    <a:cubicBezTo>
                      <a:pt x="2217" y="2386"/>
                      <a:pt x="1982" y="2626"/>
                      <a:pt x="1754" y="2901"/>
                    </a:cubicBezTo>
                    <a:cubicBezTo>
                      <a:pt x="906" y="3917"/>
                      <a:pt x="694" y="4984"/>
                      <a:pt x="446" y="6221"/>
                    </a:cubicBezTo>
                    <a:lnTo>
                      <a:pt x="406" y="6426"/>
                    </a:lnTo>
                    <a:cubicBezTo>
                      <a:pt x="320" y="6843"/>
                      <a:pt x="240" y="7194"/>
                      <a:pt x="158" y="7500"/>
                    </a:cubicBezTo>
                    <a:cubicBezTo>
                      <a:pt x="129" y="7607"/>
                      <a:pt x="106" y="7693"/>
                      <a:pt x="87" y="7762"/>
                    </a:cubicBezTo>
                    <a:cubicBezTo>
                      <a:pt x="52" y="7883"/>
                      <a:pt x="32" y="7955"/>
                      <a:pt x="23" y="8019"/>
                    </a:cubicBezTo>
                    <a:cubicBezTo>
                      <a:pt x="1" y="8196"/>
                      <a:pt x="117" y="8250"/>
                      <a:pt x="427" y="8389"/>
                    </a:cubicBezTo>
                    <a:cubicBezTo>
                      <a:pt x="530" y="8436"/>
                      <a:pt x="634" y="8480"/>
                      <a:pt x="740" y="8525"/>
                    </a:cubicBezTo>
                    <a:cubicBezTo>
                      <a:pt x="1495" y="8836"/>
                      <a:pt x="2318" y="9085"/>
                      <a:pt x="3000" y="9244"/>
                    </a:cubicBezTo>
                    <a:cubicBezTo>
                      <a:pt x="3124" y="9275"/>
                      <a:pt x="3244" y="9299"/>
                      <a:pt x="3358" y="9323"/>
                    </a:cubicBezTo>
                    <a:cubicBezTo>
                      <a:pt x="3404" y="9333"/>
                      <a:pt x="3450" y="9342"/>
                      <a:pt x="3494" y="9350"/>
                    </a:cubicBezTo>
                    <a:cubicBezTo>
                      <a:pt x="3615" y="9374"/>
                      <a:pt x="3726" y="9394"/>
                      <a:pt x="3829" y="9408"/>
                    </a:cubicBezTo>
                    <a:cubicBezTo>
                      <a:pt x="3829" y="9409"/>
                      <a:pt x="3830" y="9411"/>
                      <a:pt x="3831" y="9412"/>
                    </a:cubicBezTo>
                    <a:cubicBezTo>
                      <a:pt x="4255" y="10898"/>
                      <a:pt x="4850" y="13094"/>
                      <a:pt x="5158" y="14461"/>
                    </a:cubicBezTo>
                    <a:cubicBezTo>
                      <a:pt x="5268" y="14951"/>
                      <a:pt x="5349" y="15317"/>
                      <a:pt x="5410" y="15592"/>
                    </a:cubicBezTo>
                    <a:cubicBezTo>
                      <a:pt x="5455" y="15800"/>
                      <a:pt x="5488" y="15957"/>
                      <a:pt x="5516" y="16074"/>
                    </a:cubicBezTo>
                    <a:cubicBezTo>
                      <a:pt x="5594" y="16415"/>
                      <a:pt x="5619" y="16479"/>
                      <a:pt x="5743" y="16536"/>
                    </a:cubicBezTo>
                    <a:lnTo>
                      <a:pt x="5756" y="16541"/>
                    </a:lnTo>
                    <a:cubicBezTo>
                      <a:pt x="5978" y="16646"/>
                      <a:pt x="6212" y="16697"/>
                      <a:pt x="6458" y="16697"/>
                    </a:cubicBezTo>
                    <a:cubicBezTo>
                      <a:pt x="6933" y="16697"/>
                      <a:pt x="7458" y="16506"/>
                      <a:pt x="8047" y="16122"/>
                    </a:cubicBezTo>
                    <a:cubicBezTo>
                      <a:pt x="8530" y="15807"/>
                      <a:pt x="9040" y="15792"/>
                      <a:pt x="9579" y="15775"/>
                    </a:cubicBezTo>
                    <a:cubicBezTo>
                      <a:pt x="9762" y="15768"/>
                      <a:pt x="9952" y="15764"/>
                      <a:pt x="10147" y="15746"/>
                    </a:cubicBezTo>
                    <a:cubicBezTo>
                      <a:pt x="11109" y="15658"/>
                      <a:pt x="11604" y="15192"/>
                      <a:pt x="12039" y="14781"/>
                    </a:cubicBezTo>
                    <a:cubicBezTo>
                      <a:pt x="12346" y="14491"/>
                      <a:pt x="12634" y="14218"/>
                      <a:pt x="13056" y="14098"/>
                    </a:cubicBezTo>
                    <a:cubicBezTo>
                      <a:pt x="13211" y="14054"/>
                      <a:pt x="13373" y="14016"/>
                      <a:pt x="13527" y="13980"/>
                    </a:cubicBezTo>
                    <a:cubicBezTo>
                      <a:pt x="14198" y="13823"/>
                      <a:pt x="14890" y="13662"/>
                      <a:pt x="15292" y="12921"/>
                    </a:cubicBezTo>
                    <a:cubicBezTo>
                      <a:pt x="15336" y="12840"/>
                      <a:pt x="15440" y="12647"/>
                      <a:pt x="15340" y="12482"/>
                    </a:cubicBezTo>
                    <a:lnTo>
                      <a:pt x="15339" y="12482"/>
                    </a:lnTo>
                    <a:cubicBezTo>
                      <a:pt x="13811" y="9901"/>
                      <a:pt x="13363" y="9029"/>
                      <a:pt x="12741" y="7824"/>
                    </a:cubicBezTo>
                    <a:cubicBezTo>
                      <a:pt x="12540" y="7436"/>
                      <a:pt x="12317" y="7004"/>
                      <a:pt x="12034" y="6465"/>
                    </a:cubicBezTo>
                    <a:cubicBezTo>
                      <a:pt x="12015" y="6432"/>
                      <a:pt x="11997" y="6397"/>
                      <a:pt x="11979" y="6363"/>
                    </a:cubicBezTo>
                    <a:cubicBezTo>
                      <a:pt x="11965" y="6334"/>
                      <a:pt x="11950" y="6306"/>
                      <a:pt x="11935" y="6279"/>
                    </a:cubicBezTo>
                    <a:cubicBezTo>
                      <a:pt x="12006" y="6184"/>
                      <a:pt x="12163" y="5957"/>
                      <a:pt x="12494" y="5427"/>
                    </a:cubicBezTo>
                    <a:lnTo>
                      <a:pt x="12496" y="5426"/>
                    </a:lnTo>
                    <a:cubicBezTo>
                      <a:pt x="12634" y="5218"/>
                      <a:pt x="12795" y="4961"/>
                      <a:pt x="12975" y="4641"/>
                    </a:cubicBezTo>
                    <a:cubicBezTo>
                      <a:pt x="12984" y="4624"/>
                      <a:pt x="12995" y="4608"/>
                      <a:pt x="13005" y="4591"/>
                    </a:cubicBezTo>
                    <a:cubicBezTo>
                      <a:pt x="13013" y="4576"/>
                      <a:pt x="13023" y="4562"/>
                      <a:pt x="13030" y="4548"/>
                    </a:cubicBezTo>
                    <a:cubicBezTo>
                      <a:pt x="13049" y="4517"/>
                      <a:pt x="13067" y="4486"/>
                      <a:pt x="13082" y="4456"/>
                    </a:cubicBezTo>
                    <a:cubicBezTo>
                      <a:pt x="13199" y="4254"/>
                      <a:pt x="13275" y="4108"/>
                      <a:pt x="13379" y="3892"/>
                    </a:cubicBezTo>
                    <a:cubicBezTo>
                      <a:pt x="13386" y="3884"/>
                      <a:pt x="13390" y="3874"/>
                      <a:pt x="13394" y="3863"/>
                    </a:cubicBezTo>
                    <a:cubicBezTo>
                      <a:pt x="13415" y="3823"/>
                      <a:pt x="13436" y="3782"/>
                      <a:pt x="13454" y="3742"/>
                    </a:cubicBezTo>
                    <a:cubicBezTo>
                      <a:pt x="13459" y="3734"/>
                      <a:pt x="13463" y="3726"/>
                      <a:pt x="13469" y="3716"/>
                    </a:cubicBezTo>
                    <a:lnTo>
                      <a:pt x="13516" y="3617"/>
                    </a:lnTo>
                    <a:cubicBezTo>
                      <a:pt x="13538" y="3573"/>
                      <a:pt x="13575" y="3496"/>
                      <a:pt x="13616" y="3403"/>
                    </a:cubicBezTo>
                    <a:cubicBezTo>
                      <a:pt x="13638" y="3352"/>
                      <a:pt x="13675" y="3266"/>
                      <a:pt x="13715" y="3170"/>
                    </a:cubicBezTo>
                    <a:cubicBezTo>
                      <a:pt x="13745" y="3099"/>
                      <a:pt x="13775" y="3021"/>
                      <a:pt x="13799" y="2951"/>
                    </a:cubicBezTo>
                    <a:cubicBezTo>
                      <a:pt x="13809" y="2928"/>
                      <a:pt x="13817" y="2906"/>
                      <a:pt x="13822" y="2884"/>
                    </a:cubicBezTo>
                    <a:cubicBezTo>
                      <a:pt x="13829" y="2865"/>
                      <a:pt x="13832" y="2848"/>
                      <a:pt x="13836" y="2833"/>
                    </a:cubicBezTo>
                    <a:lnTo>
                      <a:pt x="13836" y="2831"/>
                    </a:lnTo>
                    <a:cubicBezTo>
                      <a:pt x="13842" y="2797"/>
                      <a:pt x="13840" y="2768"/>
                      <a:pt x="13834" y="2742"/>
                    </a:cubicBezTo>
                    <a:cubicBezTo>
                      <a:pt x="13832" y="2730"/>
                      <a:pt x="13829" y="2718"/>
                      <a:pt x="13823" y="2706"/>
                    </a:cubicBezTo>
                    <a:cubicBezTo>
                      <a:pt x="13812" y="2683"/>
                      <a:pt x="13796" y="2662"/>
                      <a:pt x="13777" y="2643"/>
                    </a:cubicBezTo>
                    <a:cubicBezTo>
                      <a:pt x="13773" y="2636"/>
                      <a:pt x="13767" y="2632"/>
                      <a:pt x="13763" y="2631"/>
                    </a:cubicBezTo>
                    <a:cubicBezTo>
                      <a:pt x="13747" y="2614"/>
                      <a:pt x="13731" y="2602"/>
                      <a:pt x="13712" y="2589"/>
                    </a:cubicBezTo>
                    <a:cubicBezTo>
                      <a:pt x="13689" y="2573"/>
                      <a:pt x="13662" y="2558"/>
                      <a:pt x="13635" y="2540"/>
                    </a:cubicBezTo>
                    <a:cubicBezTo>
                      <a:pt x="13510" y="2464"/>
                      <a:pt x="13389" y="2389"/>
                      <a:pt x="13272" y="2313"/>
                    </a:cubicBezTo>
                    <a:cubicBezTo>
                      <a:pt x="12877" y="2056"/>
                      <a:pt x="12524" y="1804"/>
                      <a:pt x="12183" y="1561"/>
                    </a:cubicBezTo>
                    <a:cubicBezTo>
                      <a:pt x="11337" y="958"/>
                      <a:pt x="10605" y="438"/>
                      <a:pt x="9696" y="192"/>
                    </a:cubicBezTo>
                    <a:cubicBezTo>
                      <a:pt x="9236" y="67"/>
                      <a:pt x="8743" y="1"/>
                      <a:pt x="8278"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4" name="Google Shape;2877;p36">
              <a:extLst>
                <a:ext uri="{FF2B5EF4-FFF2-40B4-BE49-F238E27FC236}">
                  <a16:creationId xmlns:a16="http://schemas.microsoft.com/office/drawing/2014/main" id="{8EC6A9AC-C685-BDE0-9A4A-FC575B23DC07}"/>
                </a:ext>
              </a:extLst>
            </p:cNvPr>
            <p:cNvGrpSpPr/>
            <p:nvPr/>
          </p:nvGrpSpPr>
          <p:grpSpPr>
            <a:xfrm>
              <a:off x="6561788" y="3034150"/>
              <a:ext cx="155950" cy="90975"/>
              <a:chOff x="5263500" y="1533525"/>
              <a:chExt cx="155950" cy="90975"/>
            </a:xfrm>
          </p:grpSpPr>
          <p:sp>
            <p:nvSpPr>
              <p:cNvPr id="9" name="Google Shape;2878;p36">
                <a:extLst>
                  <a:ext uri="{FF2B5EF4-FFF2-40B4-BE49-F238E27FC236}">
                    <a16:creationId xmlns:a16="http://schemas.microsoft.com/office/drawing/2014/main" id="{470BC6B4-7AED-D945-AA54-6497960CD26B}"/>
                  </a:ext>
                </a:extLst>
              </p:cNvPr>
              <p:cNvSpPr/>
              <p:nvPr/>
            </p:nvSpPr>
            <p:spPr>
              <a:xfrm>
                <a:off x="5364325" y="1533525"/>
                <a:ext cx="55125" cy="52350"/>
              </a:xfrm>
              <a:custGeom>
                <a:avLst/>
                <a:gdLst/>
                <a:ahLst/>
                <a:cxnLst/>
                <a:rect l="l" t="t" r="r" b="b"/>
                <a:pathLst>
                  <a:path w="2205" h="2094" extrusionOk="0">
                    <a:moveTo>
                      <a:pt x="1130" y="0"/>
                    </a:moveTo>
                    <a:cubicBezTo>
                      <a:pt x="912" y="0"/>
                      <a:pt x="683" y="66"/>
                      <a:pt x="468" y="215"/>
                    </a:cubicBezTo>
                    <a:cubicBezTo>
                      <a:pt x="140" y="441"/>
                      <a:pt x="0" y="791"/>
                      <a:pt x="21" y="1126"/>
                    </a:cubicBezTo>
                    <a:cubicBezTo>
                      <a:pt x="48" y="1561"/>
                      <a:pt x="340" y="1974"/>
                      <a:pt x="839" y="2070"/>
                    </a:cubicBezTo>
                    <a:cubicBezTo>
                      <a:pt x="919" y="2086"/>
                      <a:pt x="1000" y="2093"/>
                      <a:pt x="1078" y="2093"/>
                    </a:cubicBezTo>
                    <a:cubicBezTo>
                      <a:pt x="1474" y="2093"/>
                      <a:pt x="1832" y="1901"/>
                      <a:pt x="2029" y="1589"/>
                    </a:cubicBezTo>
                    <a:cubicBezTo>
                      <a:pt x="2144" y="1409"/>
                      <a:pt x="2204" y="1189"/>
                      <a:pt x="2189" y="944"/>
                    </a:cubicBezTo>
                    <a:cubicBezTo>
                      <a:pt x="2153" y="411"/>
                      <a:pt x="1675" y="0"/>
                      <a:pt x="1130"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2879;p36">
                <a:extLst>
                  <a:ext uri="{FF2B5EF4-FFF2-40B4-BE49-F238E27FC236}">
                    <a16:creationId xmlns:a16="http://schemas.microsoft.com/office/drawing/2014/main" id="{FA56CAA6-1329-3A32-7D73-D204A453DEFE}"/>
                  </a:ext>
                </a:extLst>
              </p:cNvPr>
              <p:cNvSpPr/>
              <p:nvPr/>
            </p:nvSpPr>
            <p:spPr>
              <a:xfrm>
                <a:off x="5263500" y="1571550"/>
                <a:ext cx="63175" cy="52950"/>
              </a:xfrm>
              <a:custGeom>
                <a:avLst/>
                <a:gdLst/>
                <a:ahLst/>
                <a:cxnLst/>
                <a:rect l="l" t="t" r="r" b="b"/>
                <a:pathLst>
                  <a:path w="2527" h="2118" extrusionOk="0">
                    <a:moveTo>
                      <a:pt x="1392" y="1"/>
                    </a:moveTo>
                    <a:cubicBezTo>
                      <a:pt x="1335" y="1"/>
                      <a:pt x="1276" y="5"/>
                      <a:pt x="1216" y="15"/>
                    </a:cubicBezTo>
                    <a:cubicBezTo>
                      <a:pt x="308" y="160"/>
                      <a:pt x="0" y="1160"/>
                      <a:pt x="480" y="1733"/>
                    </a:cubicBezTo>
                    <a:cubicBezTo>
                      <a:pt x="636" y="1920"/>
                      <a:pt x="831" y="2036"/>
                      <a:pt x="1036" y="2087"/>
                    </a:cubicBezTo>
                    <a:cubicBezTo>
                      <a:pt x="1119" y="2107"/>
                      <a:pt x="1204" y="2118"/>
                      <a:pt x="1289" y="2118"/>
                    </a:cubicBezTo>
                    <a:cubicBezTo>
                      <a:pt x="1645" y="2118"/>
                      <a:pt x="2003" y="1939"/>
                      <a:pt x="2234" y="1610"/>
                    </a:cubicBezTo>
                    <a:cubicBezTo>
                      <a:pt x="2527" y="1196"/>
                      <a:pt x="2451" y="697"/>
                      <a:pt x="2171" y="364"/>
                    </a:cubicBezTo>
                    <a:cubicBezTo>
                      <a:pt x="1985" y="146"/>
                      <a:pt x="1712" y="1"/>
                      <a:pt x="1392"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5" name="Google Shape;2880;p36">
              <a:extLst>
                <a:ext uri="{FF2B5EF4-FFF2-40B4-BE49-F238E27FC236}">
                  <a16:creationId xmlns:a16="http://schemas.microsoft.com/office/drawing/2014/main" id="{2864C05B-E0C7-3BBB-1A07-8C6205FBC8E4}"/>
                </a:ext>
              </a:extLst>
            </p:cNvPr>
            <p:cNvGrpSpPr/>
            <p:nvPr/>
          </p:nvGrpSpPr>
          <p:grpSpPr>
            <a:xfrm>
              <a:off x="6564988" y="3038300"/>
              <a:ext cx="163350" cy="87125"/>
              <a:chOff x="5266700" y="1537675"/>
              <a:chExt cx="163350" cy="87125"/>
            </a:xfrm>
          </p:grpSpPr>
          <p:sp>
            <p:nvSpPr>
              <p:cNvPr id="7" name="Google Shape;2881;p36">
                <a:extLst>
                  <a:ext uri="{FF2B5EF4-FFF2-40B4-BE49-F238E27FC236}">
                    <a16:creationId xmlns:a16="http://schemas.microsoft.com/office/drawing/2014/main" id="{0A653117-B6AD-758C-5D69-49FA4F813E4C}"/>
                  </a:ext>
                </a:extLst>
              </p:cNvPr>
              <p:cNvSpPr/>
              <p:nvPr/>
            </p:nvSpPr>
            <p:spPr>
              <a:xfrm>
                <a:off x="5266700" y="1589250"/>
                <a:ext cx="56225" cy="35550"/>
              </a:xfrm>
              <a:custGeom>
                <a:avLst/>
                <a:gdLst/>
                <a:ahLst/>
                <a:cxnLst/>
                <a:rect l="l" t="t" r="r" b="b"/>
                <a:pathLst>
                  <a:path w="2249" h="1422" extrusionOk="0">
                    <a:moveTo>
                      <a:pt x="690" y="0"/>
                    </a:moveTo>
                    <a:cubicBezTo>
                      <a:pt x="533" y="0"/>
                      <a:pt x="371" y="28"/>
                      <a:pt x="210" y="92"/>
                    </a:cubicBezTo>
                    <a:cubicBezTo>
                      <a:pt x="173" y="107"/>
                      <a:pt x="156" y="136"/>
                      <a:pt x="148" y="174"/>
                    </a:cubicBezTo>
                    <a:cubicBezTo>
                      <a:pt x="0" y="910"/>
                      <a:pt x="592" y="1422"/>
                      <a:pt x="1214" y="1422"/>
                    </a:cubicBezTo>
                    <a:cubicBezTo>
                      <a:pt x="1518" y="1422"/>
                      <a:pt x="1829" y="1300"/>
                      <a:pt x="2065" y="1023"/>
                    </a:cubicBezTo>
                    <a:cubicBezTo>
                      <a:pt x="2249" y="807"/>
                      <a:pt x="1538" y="0"/>
                      <a:pt x="690" y="0"/>
                    </a:cubicBez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 name="Google Shape;2882;p36">
                <a:extLst>
                  <a:ext uri="{FF2B5EF4-FFF2-40B4-BE49-F238E27FC236}">
                    <a16:creationId xmlns:a16="http://schemas.microsoft.com/office/drawing/2014/main" id="{5A660B7F-3B75-0966-7833-A543C180FAD9}"/>
                  </a:ext>
                </a:extLst>
              </p:cNvPr>
              <p:cNvSpPr/>
              <p:nvPr/>
            </p:nvSpPr>
            <p:spPr>
              <a:xfrm>
                <a:off x="5379700" y="1537675"/>
                <a:ext cx="50350" cy="49250"/>
              </a:xfrm>
              <a:custGeom>
                <a:avLst/>
                <a:gdLst/>
                <a:ahLst/>
                <a:cxnLst/>
                <a:rect l="l" t="t" r="r" b="b"/>
                <a:pathLst>
                  <a:path w="2014" h="1970" extrusionOk="0">
                    <a:moveTo>
                      <a:pt x="1065" y="0"/>
                    </a:moveTo>
                    <a:cubicBezTo>
                      <a:pt x="1054" y="0"/>
                      <a:pt x="1042" y="2"/>
                      <a:pt x="1030" y="7"/>
                    </a:cubicBezTo>
                    <a:cubicBezTo>
                      <a:pt x="1" y="428"/>
                      <a:pt x="2" y="1930"/>
                      <a:pt x="337" y="1963"/>
                    </a:cubicBezTo>
                    <a:cubicBezTo>
                      <a:pt x="378" y="1968"/>
                      <a:pt x="419" y="1970"/>
                      <a:pt x="459" y="1970"/>
                    </a:cubicBezTo>
                    <a:cubicBezTo>
                      <a:pt x="1484" y="1970"/>
                      <a:pt x="2013" y="637"/>
                      <a:pt x="1132" y="25"/>
                    </a:cubicBezTo>
                    <a:cubicBezTo>
                      <a:pt x="1110" y="9"/>
                      <a:pt x="1088" y="0"/>
                      <a:pt x="1065" y="0"/>
                    </a:cubicBez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6" name="Google Shape;2883;p36">
              <a:extLst>
                <a:ext uri="{FF2B5EF4-FFF2-40B4-BE49-F238E27FC236}">
                  <a16:creationId xmlns:a16="http://schemas.microsoft.com/office/drawing/2014/main" id="{7AEEF5D5-6BBD-858A-C00A-796697D934FB}"/>
                </a:ext>
              </a:extLst>
            </p:cNvPr>
            <p:cNvSpPr/>
            <p:nvPr/>
          </p:nvSpPr>
          <p:spPr>
            <a:xfrm>
              <a:off x="6563688" y="3031425"/>
              <a:ext cx="197225" cy="188400"/>
            </a:xfrm>
            <a:custGeom>
              <a:avLst/>
              <a:gdLst/>
              <a:ahLst/>
              <a:cxnLst/>
              <a:rect l="l" t="t" r="r" b="b"/>
              <a:pathLst>
                <a:path w="7889" h="7536" extrusionOk="0">
                  <a:moveTo>
                    <a:pt x="5088" y="218"/>
                  </a:moveTo>
                  <a:cubicBezTo>
                    <a:pt x="5231" y="218"/>
                    <a:pt x="5377" y="250"/>
                    <a:pt x="5514" y="316"/>
                  </a:cubicBezTo>
                  <a:cubicBezTo>
                    <a:pt x="5817" y="462"/>
                    <a:pt x="6016" y="748"/>
                    <a:pt x="6038" y="1060"/>
                  </a:cubicBezTo>
                  <a:cubicBezTo>
                    <a:pt x="6051" y="1239"/>
                    <a:pt x="6018" y="1407"/>
                    <a:pt x="5943" y="1555"/>
                  </a:cubicBezTo>
                  <a:cubicBezTo>
                    <a:pt x="5912" y="1620"/>
                    <a:pt x="5871" y="1682"/>
                    <a:pt x="5823" y="1737"/>
                  </a:cubicBezTo>
                  <a:cubicBezTo>
                    <a:pt x="5792" y="1773"/>
                    <a:pt x="5759" y="1808"/>
                    <a:pt x="5723" y="1840"/>
                  </a:cubicBezTo>
                  <a:cubicBezTo>
                    <a:pt x="5538" y="2004"/>
                    <a:pt x="5291" y="2093"/>
                    <a:pt x="5034" y="2093"/>
                  </a:cubicBezTo>
                  <a:cubicBezTo>
                    <a:pt x="4962" y="2093"/>
                    <a:pt x="4889" y="2086"/>
                    <a:pt x="4817" y="2072"/>
                  </a:cubicBezTo>
                  <a:cubicBezTo>
                    <a:pt x="4455" y="2002"/>
                    <a:pt x="4183" y="1731"/>
                    <a:pt x="4107" y="1368"/>
                  </a:cubicBezTo>
                  <a:cubicBezTo>
                    <a:pt x="4105" y="1358"/>
                    <a:pt x="4103" y="1349"/>
                    <a:pt x="4102" y="1339"/>
                  </a:cubicBezTo>
                  <a:cubicBezTo>
                    <a:pt x="4091" y="1283"/>
                    <a:pt x="4086" y="1224"/>
                    <a:pt x="4086" y="1169"/>
                  </a:cubicBezTo>
                  <a:cubicBezTo>
                    <a:pt x="4086" y="1153"/>
                    <a:pt x="4086" y="1136"/>
                    <a:pt x="4088" y="1119"/>
                  </a:cubicBezTo>
                  <a:cubicBezTo>
                    <a:pt x="4102" y="840"/>
                    <a:pt x="4245" y="580"/>
                    <a:pt x="4487" y="415"/>
                  </a:cubicBezTo>
                  <a:cubicBezTo>
                    <a:pt x="4674" y="283"/>
                    <a:pt x="4882" y="218"/>
                    <a:pt x="5088" y="218"/>
                  </a:cubicBezTo>
                  <a:close/>
                  <a:moveTo>
                    <a:pt x="1313" y="1740"/>
                  </a:moveTo>
                  <a:cubicBezTo>
                    <a:pt x="1547" y="1740"/>
                    <a:pt x="1767" y="1827"/>
                    <a:pt x="1936" y="1987"/>
                  </a:cubicBezTo>
                  <a:cubicBezTo>
                    <a:pt x="1989" y="2034"/>
                    <a:pt x="2036" y="2090"/>
                    <a:pt x="2077" y="2152"/>
                  </a:cubicBezTo>
                  <a:cubicBezTo>
                    <a:pt x="2084" y="2160"/>
                    <a:pt x="2088" y="2169"/>
                    <a:pt x="2093" y="2177"/>
                  </a:cubicBezTo>
                  <a:cubicBezTo>
                    <a:pt x="2290" y="2493"/>
                    <a:pt x="2282" y="2877"/>
                    <a:pt x="2067" y="3177"/>
                  </a:cubicBezTo>
                  <a:cubicBezTo>
                    <a:pt x="1875" y="3453"/>
                    <a:pt x="1569" y="3625"/>
                    <a:pt x="1253" y="3638"/>
                  </a:cubicBezTo>
                  <a:cubicBezTo>
                    <a:pt x="1242" y="3638"/>
                    <a:pt x="1232" y="3639"/>
                    <a:pt x="1221" y="3639"/>
                  </a:cubicBezTo>
                  <a:cubicBezTo>
                    <a:pt x="1179" y="3639"/>
                    <a:pt x="1138" y="3637"/>
                    <a:pt x="1100" y="3630"/>
                  </a:cubicBezTo>
                  <a:cubicBezTo>
                    <a:pt x="1025" y="3623"/>
                    <a:pt x="954" y="3605"/>
                    <a:pt x="886" y="3577"/>
                  </a:cubicBezTo>
                  <a:cubicBezTo>
                    <a:pt x="734" y="3522"/>
                    <a:pt x="598" y="3426"/>
                    <a:pt x="486" y="3291"/>
                  </a:cubicBezTo>
                  <a:lnTo>
                    <a:pt x="485" y="3291"/>
                  </a:lnTo>
                  <a:cubicBezTo>
                    <a:pt x="285" y="3052"/>
                    <a:pt x="232" y="2708"/>
                    <a:pt x="349" y="2393"/>
                  </a:cubicBezTo>
                  <a:cubicBezTo>
                    <a:pt x="478" y="2048"/>
                    <a:pt x="774" y="1814"/>
                    <a:pt x="1158" y="1752"/>
                  </a:cubicBezTo>
                  <a:cubicBezTo>
                    <a:pt x="1210" y="1744"/>
                    <a:pt x="1262" y="1740"/>
                    <a:pt x="1313" y="1740"/>
                  </a:cubicBezTo>
                  <a:close/>
                  <a:moveTo>
                    <a:pt x="3880" y="1355"/>
                  </a:moveTo>
                  <a:cubicBezTo>
                    <a:pt x="3883" y="1375"/>
                    <a:pt x="3887" y="1393"/>
                    <a:pt x="3891" y="1412"/>
                  </a:cubicBezTo>
                  <a:cubicBezTo>
                    <a:pt x="3986" y="1864"/>
                    <a:pt x="4324" y="2200"/>
                    <a:pt x="4775" y="2287"/>
                  </a:cubicBezTo>
                  <a:cubicBezTo>
                    <a:pt x="4861" y="2303"/>
                    <a:pt x="4946" y="2310"/>
                    <a:pt x="5030" y="2310"/>
                  </a:cubicBezTo>
                  <a:cubicBezTo>
                    <a:pt x="5342" y="2310"/>
                    <a:pt x="5642" y="2203"/>
                    <a:pt x="5869" y="2004"/>
                  </a:cubicBezTo>
                  <a:cubicBezTo>
                    <a:pt x="5922" y="1955"/>
                    <a:pt x="5973" y="1903"/>
                    <a:pt x="6016" y="1847"/>
                  </a:cubicBezTo>
                  <a:cubicBezTo>
                    <a:pt x="6646" y="2233"/>
                    <a:pt x="7144" y="2814"/>
                    <a:pt x="7381" y="3481"/>
                  </a:cubicBezTo>
                  <a:cubicBezTo>
                    <a:pt x="7657" y="4258"/>
                    <a:pt x="7542" y="5025"/>
                    <a:pt x="7058" y="5640"/>
                  </a:cubicBezTo>
                  <a:cubicBezTo>
                    <a:pt x="6242" y="6678"/>
                    <a:pt x="4869" y="7317"/>
                    <a:pt x="3604" y="7317"/>
                  </a:cubicBezTo>
                  <a:cubicBezTo>
                    <a:pt x="3309" y="7317"/>
                    <a:pt x="3019" y="7283"/>
                    <a:pt x="2744" y="7210"/>
                  </a:cubicBezTo>
                  <a:cubicBezTo>
                    <a:pt x="1750" y="6946"/>
                    <a:pt x="1117" y="6224"/>
                    <a:pt x="961" y="5178"/>
                  </a:cubicBezTo>
                  <a:cubicBezTo>
                    <a:pt x="895" y="4727"/>
                    <a:pt x="923" y="4276"/>
                    <a:pt x="1034" y="3844"/>
                  </a:cubicBezTo>
                  <a:cubicBezTo>
                    <a:pt x="1092" y="3852"/>
                    <a:pt x="1151" y="3858"/>
                    <a:pt x="1212" y="3858"/>
                  </a:cubicBezTo>
                  <a:cubicBezTo>
                    <a:pt x="1228" y="3858"/>
                    <a:pt x="1245" y="3856"/>
                    <a:pt x="1261" y="3856"/>
                  </a:cubicBezTo>
                  <a:cubicBezTo>
                    <a:pt x="1645" y="3840"/>
                    <a:pt x="2014" y="3633"/>
                    <a:pt x="2246" y="3303"/>
                  </a:cubicBezTo>
                  <a:cubicBezTo>
                    <a:pt x="2510" y="2929"/>
                    <a:pt x="2524" y="2453"/>
                    <a:pt x="2278" y="2061"/>
                  </a:cubicBezTo>
                  <a:cubicBezTo>
                    <a:pt x="2267" y="2043"/>
                    <a:pt x="2257" y="2027"/>
                    <a:pt x="2246" y="2012"/>
                  </a:cubicBezTo>
                  <a:cubicBezTo>
                    <a:pt x="2726" y="1640"/>
                    <a:pt x="3289" y="1415"/>
                    <a:pt x="3880" y="1355"/>
                  </a:cubicBezTo>
                  <a:close/>
                  <a:moveTo>
                    <a:pt x="5088" y="0"/>
                  </a:moveTo>
                  <a:cubicBezTo>
                    <a:pt x="4838" y="0"/>
                    <a:pt x="4586" y="79"/>
                    <a:pt x="4363" y="233"/>
                  </a:cubicBezTo>
                  <a:cubicBezTo>
                    <a:pt x="4055" y="445"/>
                    <a:pt x="3877" y="777"/>
                    <a:pt x="3868" y="1134"/>
                  </a:cubicBezTo>
                  <a:cubicBezTo>
                    <a:pt x="3228" y="1199"/>
                    <a:pt x="2623" y="1441"/>
                    <a:pt x="2106" y="1846"/>
                  </a:cubicBezTo>
                  <a:cubicBezTo>
                    <a:pt x="1895" y="1637"/>
                    <a:pt x="1613" y="1520"/>
                    <a:pt x="1313" y="1520"/>
                  </a:cubicBezTo>
                  <a:cubicBezTo>
                    <a:pt x="1250" y="1520"/>
                    <a:pt x="1187" y="1526"/>
                    <a:pt x="1123" y="1536"/>
                  </a:cubicBezTo>
                  <a:cubicBezTo>
                    <a:pt x="665" y="1610"/>
                    <a:pt x="299" y="1902"/>
                    <a:pt x="145" y="2317"/>
                  </a:cubicBezTo>
                  <a:cubicBezTo>
                    <a:pt x="0" y="2705"/>
                    <a:pt x="68" y="3132"/>
                    <a:pt x="320" y="3433"/>
                  </a:cubicBezTo>
                  <a:cubicBezTo>
                    <a:pt x="461" y="3599"/>
                    <a:pt x="631" y="3720"/>
                    <a:pt x="822" y="3790"/>
                  </a:cubicBezTo>
                  <a:cubicBezTo>
                    <a:pt x="703" y="4249"/>
                    <a:pt x="674" y="4733"/>
                    <a:pt x="745" y="5212"/>
                  </a:cubicBezTo>
                  <a:cubicBezTo>
                    <a:pt x="914" y="6349"/>
                    <a:pt x="1604" y="7134"/>
                    <a:pt x="2688" y="7420"/>
                  </a:cubicBezTo>
                  <a:cubicBezTo>
                    <a:pt x="2979" y="7498"/>
                    <a:pt x="3286" y="7536"/>
                    <a:pt x="3598" y="7536"/>
                  </a:cubicBezTo>
                  <a:cubicBezTo>
                    <a:pt x="4930" y="7536"/>
                    <a:pt x="6374" y="6863"/>
                    <a:pt x="7231" y="5775"/>
                  </a:cubicBezTo>
                  <a:cubicBezTo>
                    <a:pt x="7762" y="5100"/>
                    <a:pt x="7888" y="4258"/>
                    <a:pt x="7587" y="3408"/>
                  </a:cubicBezTo>
                  <a:cubicBezTo>
                    <a:pt x="7334" y="2697"/>
                    <a:pt x="6805" y="2077"/>
                    <a:pt x="6133" y="1664"/>
                  </a:cubicBezTo>
                  <a:cubicBezTo>
                    <a:pt x="6228" y="1478"/>
                    <a:pt x="6269" y="1268"/>
                    <a:pt x="6254" y="1045"/>
                  </a:cubicBezTo>
                  <a:cubicBezTo>
                    <a:pt x="6229" y="654"/>
                    <a:pt x="5981" y="301"/>
                    <a:pt x="5609" y="120"/>
                  </a:cubicBezTo>
                  <a:cubicBezTo>
                    <a:pt x="5443" y="40"/>
                    <a:pt x="5266" y="0"/>
                    <a:pt x="5088"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28" name="Google Shape;2884;p36">
            <a:extLst>
              <a:ext uri="{FF2B5EF4-FFF2-40B4-BE49-F238E27FC236}">
                <a16:creationId xmlns:a16="http://schemas.microsoft.com/office/drawing/2014/main" id="{B34AC5D0-85A7-10F0-274F-579C271F1301}"/>
              </a:ext>
            </a:extLst>
          </p:cNvPr>
          <p:cNvGrpSpPr/>
          <p:nvPr/>
        </p:nvGrpSpPr>
        <p:grpSpPr>
          <a:xfrm flipH="1">
            <a:off x="5525295" y="464764"/>
            <a:ext cx="502860" cy="673629"/>
            <a:chOff x="1442700" y="2562125"/>
            <a:chExt cx="508650" cy="584825"/>
          </a:xfrm>
        </p:grpSpPr>
        <p:sp>
          <p:nvSpPr>
            <p:cNvPr id="29" name="Google Shape;2885;p36">
              <a:extLst>
                <a:ext uri="{FF2B5EF4-FFF2-40B4-BE49-F238E27FC236}">
                  <a16:creationId xmlns:a16="http://schemas.microsoft.com/office/drawing/2014/main" id="{D719500D-EEED-ACCD-567D-4E512ED09803}"/>
                </a:ext>
              </a:extLst>
            </p:cNvPr>
            <p:cNvSpPr/>
            <p:nvPr/>
          </p:nvSpPr>
          <p:spPr>
            <a:xfrm>
              <a:off x="1442700" y="2562125"/>
              <a:ext cx="508650" cy="584825"/>
            </a:xfrm>
            <a:custGeom>
              <a:avLst/>
              <a:gdLst/>
              <a:ahLst/>
              <a:cxnLst/>
              <a:rect l="l" t="t" r="r" b="b"/>
              <a:pathLst>
                <a:path w="20346" h="23393" extrusionOk="0">
                  <a:moveTo>
                    <a:pt x="9473" y="12141"/>
                  </a:moveTo>
                  <a:cubicBezTo>
                    <a:pt x="9624" y="12166"/>
                    <a:pt x="9773" y="12179"/>
                    <a:pt x="9922" y="12179"/>
                  </a:cubicBezTo>
                  <a:cubicBezTo>
                    <a:pt x="9961" y="12179"/>
                    <a:pt x="10000" y="12178"/>
                    <a:pt x="10038" y="12177"/>
                  </a:cubicBezTo>
                  <a:cubicBezTo>
                    <a:pt x="11113" y="13284"/>
                    <a:pt x="12568" y="14256"/>
                    <a:pt x="14008" y="14878"/>
                  </a:cubicBezTo>
                  <a:cubicBezTo>
                    <a:pt x="13951" y="14875"/>
                    <a:pt x="13896" y="14872"/>
                    <a:pt x="13839" y="14872"/>
                  </a:cubicBezTo>
                  <a:cubicBezTo>
                    <a:pt x="13429" y="14872"/>
                    <a:pt x="13052" y="14934"/>
                    <a:pt x="12719" y="14988"/>
                  </a:cubicBezTo>
                  <a:cubicBezTo>
                    <a:pt x="12444" y="15034"/>
                    <a:pt x="12186" y="15076"/>
                    <a:pt x="11934" y="15079"/>
                  </a:cubicBezTo>
                  <a:cubicBezTo>
                    <a:pt x="11915" y="15079"/>
                    <a:pt x="11895" y="15079"/>
                    <a:pt x="11875" y="15078"/>
                  </a:cubicBezTo>
                  <a:lnTo>
                    <a:pt x="11794" y="15072"/>
                  </a:lnTo>
                  <a:cubicBezTo>
                    <a:pt x="11700" y="15063"/>
                    <a:pt x="11613" y="15048"/>
                    <a:pt x="11522" y="15025"/>
                  </a:cubicBezTo>
                  <a:cubicBezTo>
                    <a:pt x="10760" y="14836"/>
                    <a:pt x="10090" y="13923"/>
                    <a:pt x="9530" y="12313"/>
                  </a:cubicBezTo>
                  <a:cubicBezTo>
                    <a:pt x="9512" y="12261"/>
                    <a:pt x="9494" y="12208"/>
                    <a:pt x="9477" y="12156"/>
                  </a:cubicBezTo>
                  <a:lnTo>
                    <a:pt x="9473" y="12141"/>
                  </a:lnTo>
                  <a:close/>
                  <a:moveTo>
                    <a:pt x="11790" y="0"/>
                  </a:moveTo>
                  <a:cubicBezTo>
                    <a:pt x="11499" y="0"/>
                    <a:pt x="11247" y="55"/>
                    <a:pt x="11027" y="144"/>
                  </a:cubicBezTo>
                  <a:cubicBezTo>
                    <a:pt x="10953" y="120"/>
                    <a:pt x="10877" y="99"/>
                    <a:pt x="10798" y="82"/>
                  </a:cubicBezTo>
                  <a:cubicBezTo>
                    <a:pt x="10658" y="51"/>
                    <a:pt x="10516" y="36"/>
                    <a:pt x="10373" y="36"/>
                  </a:cubicBezTo>
                  <a:cubicBezTo>
                    <a:pt x="9662" y="36"/>
                    <a:pt x="8999" y="421"/>
                    <a:pt x="8599" y="1065"/>
                  </a:cubicBezTo>
                  <a:cubicBezTo>
                    <a:pt x="8028" y="1982"/>
                    <a:pt x="8112" y="3072"/>
                    <a:pt x="8450" y="3988"/>
                  </a:cubicBezTo>
                  <a:cubicBezTo>
                    <a:pt x="8021" y="4385"/>
                    <a:pt x="7352" y="5010"/>
                    <a:pt x="7017" y="6016"/>
                  </a:cubicBezTo>
                  <a:cubicBezTo>
                    <a:pt x="6835" y="6181"/>
                    <a:pt x="6667" y="6378"/>
                    <a:pt x="6512" y="6605"/>
                  </a:cubicBezTo>
                  <a:cubicBezTo>
                    <a:pt x="6189" y="7081"/>
                    <a:pt x="5949" y="7685"/>
                    <a:pt x="5869" y="8217"/>
                  </a:cubicBezTo>
                  <a:cubicBezTo>
                    <a:pt x="5733" y="9110"/>
                    <a:pt x="6079" y="9825"/>
                    <a:pt x="6543" y="10368"/>
                  </a:cubicBezTo>
                  <a:cubicBezTo>
                    <a:pt x="6421" y="10397"/>
                    <a:pt x="6299" y="10432"/>
                    <a:pt x="6176" y="10479"/>
                  </a:cubicBezTo>
                  <a:cubicBezTo>
                    <a:pt x="5815" y="10618"/>
                    <a:pt x="5116" y="10885"/>
                    <a:pt x="4626" y="11491"/>
                  </a:cubicBezTo>
                  <a:cubicBezTo>
                    <a:pt x="4574" y="11506"/>
                    <a:pt x="4521" y="11523"/>
                    <a:pt x="4468" y="11538"/>
                  </a:cubicBezTo>
                  <a:cubicBezTo>
                    <a:pt x="4224" y="11443"/>
                    <a:pt x="3963" y="11396"/>
                    <a:pt x="3690" y="11396"/>
                  </a:cubicBezTo>
                  <a:cubicBezTo>
                    <a:pt x="3352" y="11396"/>
                    <a:pt x="3011" y="11465"/>
                    <a:pt x="2575" y="11626"/>
                  </a:cubicBezTo>
                  <a:cubicBezTo>
                    <a:pt x="2311" y="11724"/>
                    <a:pt x="2086" y="11852"/>
                    <a:pt x="1891" y="12016"/>
                  </a:cubicBezTo>
                  <a:cubicBezTo>
                    <a:pt x="1668" y="12203"/>
                    <a:pt x="1509" y="12408"/>
                    <a:pt x="1398" y="12618"/>
                  </a:cubicBezTo>
                  <a:cubicBezTo>
                    <a:pt x="1325" y="12646"/>
                    <a:pt x="1253" y="12678"/>
                    <a:pt x="1185" y="12715"/>
                  </a:cubicBezTo>
                  <a:cubicBezTo>
                    <a:pt x="414" y="13119"/>
                    <a:pt x="1" y="13972"/>
                    <a:pt x="133" y="14885"/>
                  </a:cubicBezTo>
                  <a:cubicBezTo>
                    <a:pt x="285" y="15954"/>
                    <a:pt x="1050" y="16733"/>
                    <a:pt x="1900" y="17218"/>
                  </a:cubicBezTo>
                  <a:cubicBezTo>
                    <a:pt x="1826" y="17798"/>
                    <a:pt x="1715" y="18707"/>
                    <a:pt x="2106" y="19691"/>
                  </a:cubicBezTo>
                  <a:cubicBezTo>
                    <a:pt x="2074" y="19935"/>
                    <a:pt x="2071" y="20195"/>
                    <a:pt x="2100" y="20468"/>
                  </a:cubicBezTo>
                  <a:cubicBezTo>
                    <a:pt x="2158" y="21040"/>
                    <a:pt x="2363" y="21657"/>
                    <a:pt x="2644" y="22116"/>
                  </a:cubicBezTo>
                  <a:cubicBezTo>
                    <a:pt x="3000" y="22698"/>
                    <a:pt x="3742" y="23392"/>
                    <a:pt x="5260" y="23392"/>
                  </a:cubicBezTo>
                  <a:cubicBezTo>
                    <a:pt x="5689" y="23392"/>
                    <a:pt x="6083" y="23338"/>
                    <a:pt x="6353" y="23299"/>
                  </a:cubicBezTo>
                  <a:lnTo>
                    <a:pt x="6408" y="23293"/>
                  </a:lnTo>
                  <a:cubicBezTo>
                    <a:pt x="7213" y="23178"/>
                    <a:pt x="7831" y="22931"/>
                    <a:pt x="8296" y="22541"/>
                  </a:cubicBezTo>
                  <a:cubicBezTo>
                    <a:pt x="8326" y="22516"/>
                    <a:pt x="8355" y="22491"/>
                    <a:pt x="8383" y="22464"/>
                  </a:cubicBezTo>
                  <a:cubicBezTo>
                    <a:pt x="8737" y="22501"/>
                    <a:pt x="9107" y="22519"/>
                    <a:pt x="9491" y="22519"/>
                  </a:cubicBezTo>
                  <a:lnTo>
                    <a:pt x="9493" y="22519"/>
                  </a:lnTo>
                  <a:cubicBezTo>
                    <a:pt x="11398" y="22519"/>
                    <a:pt x="14210" y="22027"/>
                    <a:pt x="15861" y="20638"/>
                  </a:cubicBezTo>
                  <a:cubicBezTo>
                    <a:pt x="16778" y="19867"/>
                    <a:pt x="17231" y="18875"/>
                    <a:pt x="17136" y="17858"/>
                  </a:cubicBezTo>
                  <a:cubicBezTo>
                    <a:pt x="17121" y="17675"/>
                    <a:pt x="17074" y="17461"/>
                    <a:pt x="16995" y="17245"/>
                  </a:cubicBezTo>
                  <a:lnTo>
                    <a:pt x="17009" y="17042"/>
                  </a:lnTo>
                  <a:lnTo>
                    <a:pt x="16867" y="16868"/>
                  </a:lnTo>
                  <a:cubicBezTo>
                    <a:pt x="16771" y="16542"/>
                    <a:pt x="16608" y="16237"/>
                    <a:pt x="16387" y="15972"/>
                  </a:cubicBezTo>
                  <a:cubicBezTo>
                    <a:pt x="16228" y="15779"/>
                    <a:pt x="16039" y="15610"/>
                    <a:pt x="15827" y="15466"/>
                  </a:cubicBezTo>
                  <a:lnTo>
                    <a:pt x="15827" y="15466"/>
                  </a:lnTo>
                  <a:cubicBezTo>
                    <a:pt x="16215" y="15544"/>
                    <a:pt x="16589" y="15590"/>
                    <a:pt x="16937" y="15590"/>
                  </a:cubicBezTo>
                  <a:cubicBezTo>
                    <a:pt x="18136" y="15590"/>
                    <a:pt x="19121" y="15122"/>
                    <a:pt x="19704" y="14281"/>
                  </a:cubicBezTo>
                  <a:cubicBezTo>
                    <a:pt x="19814" y="14126"/>
                    <a:pt x="19920" y="13919"/>
                    <a:pt x="20000" y="13691"/>
                  </a:cubicBezTo>
                  <a:lnTo>
                    <a:pt x="20141" y="13536"/>
                  </a:lnTo>
                  <a:lnTo>
                    <a:pt x="20141" y="13335"/>
                  </a:lnTo>
                  <a:cubicBezTo>
                    <a:pt x="20273" y="13027"/>
                    <a:pt x="20342" y="12695"/>
                    <a:pt x="20343" y="12356"/>
                  </a:cubicBezTo>
                  <a:cubicBezTo>
                    <a:pt x="20345" y="12003"/>
                    <a:pt x="20277" y="11649"/>
                    <a:pt x="20139" y="11303"/>
                  </a:cubicBezTo>
                  <a:lnTo>
                    <a:pt x="20138" y="11302"/>
                  </a:lnTo>
                  <a:cubicBezTo>
                    <a:pt x="19673" y="10140"/>
                    <a:pt x="18803" y="9622"/>
                    <a:pt x="18167" y="9243"/>
                  </a:cubicBezTo>
                  <a:cubicBezTo>
                    <a:pt x="17928" y="9100"/>
                    <a:pt x="17703" y="8966"/>
                    <a:pt x="17508" y="8808"/>
                  </a:cubicBezTo>
                  <a:cubicBezTo>
                    <a:pt x="17493" y="8795"/>
                    <a:pt x="17478" y="8782"/>
                    <a:pt x="17463" y="8768"/>
                  </a:cubicBezTo>
                  <a:lnTo>
                    <a:pt x="17406" y="8712"/>
                  </a:lnTo>
                  <a:cubicBezTo>
                    <a:pt x="17339" y="8645"/>
                    <a:pt x="17282" y="8578"/>
                    <a:pt x="17227" y="8500"/>
                  </a:cubicBezTo>
                  <a:cubicBezTo>
                    <a:pt x="16766" y="7865"/>
                    <a:pt x="16840" y="6736"/>
                    <a:pt x="17448" y="5143"/>
                  </a:cubicBezTo>
                  <a:cubicBezTo>
                    <a:pt x="17468" y="5091"/>
                    <a:pt x="17486" y="5039"/>
                    <a:pt x="17508" y="4988"/>
                  </a:cubicBezTo>
                  <a:lnTo>
                    <a:pt x="17515" y="4969"/>
                  </a:lnTo>
                  <a:cubicBezTo>
                    <a:pt x="17892" y="4027"/>
                    <a:pt x="17737" y="3311"/>
                    <a:pt x="17535" y="2864"/>
                  </a:cubicBezTo>
                  <a:cubicBezTo>
                    <a:pt x="17343" y="2447"/>
                    <a:pt x="16932" y="1887"/>
                    <a:pt x="16058" y="1580"/>
                  </a:cubicBezTo>
                  <a:cubicBezTo>
                    <a:pt x="15682" y="1451"/>
                    <a:pt x="15237" y="1312"/>
                    <a:pt x="14727" y="1312"/>
                  </a:cubicBezTo>
                  <a:cubicBezTo>
                    <a:pt x="14556" y="1312"/>
                    <a:pt x="14388" y="1328"/>
                    <a:pt x="14225" y="1360"/>
                  </a:cubicBezTo>
                  <a:cubicBezTo>
                    <a:pt x="14173" y="1338"/>
                    <a:pt x="14121" y="1315"/>
                    <a:pt x="14069" y="1293"/>
                  </a:cubicBezTo>
                  <a:cubicBezTo>
                    <a:pt x="13655" y="536"/>
                    <a:pt x="12875" y="253"/>
                    <a:pt x="12564" y="142"/>
                  </a:cubicBezTo>
                  <a:cubicBezTo>
                    <a:pt x="12299" y="47"/>
                    <a:pt x="12044" y="0"/>
                    <a:pt x="11790" y="0"/>
                  </a:cubicBezTo>
                  <a:close/>
                </a:path>
              </a:pathLst>
            </a:custGeom>
            <a:solidFill>
              <a:schemeClr val="lt1"/>
            </a:solidFill>
            <a:ln w="9525" cap="flat" cmpd="sng">
              <a:solidFill>
                <a:schemeClr val="dk1"/>
              </a:solidFill>
              <a:prstDash val="solid"/>
              <a:miter lim="1104"/>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0" name="Google Shape;2886;p36">
              <a:extLst>
                <a:ext uri="{FF2B5EF4-FFF2-40B4-BE49-F238E27FC236}">
                  <a16:creationId xmlns:a16="http://schemas.microsoft.com/office/drawing/2014/main" id="{4B158FFF-A7B2-8F69-2004-B4A4B88162D4}"/>
                </a:ext>
              </a:extLst>
            </p:cNvPr>
            <p:cNvSpPr/>
            <p:nvPr/>
          </p:nvSpPr>
          <p:spPr>
            <a:xfrm>
              <a:off x="1724300" y="2626925"/>
              <a:ext cx="71575" cy="105225"/>
            </a:xfrm>
            <a:custGeom>
              <a:avLst/>
              <a:gdLst/>
              <a:ahLst/>
              <a:cxnLst/>
              <a:rect l="l" t="t" r="r" b="b"/>
              <a:pathLst>
                <a:path w="2863" h="4209" extrusionOk="0">
                  <a:moveTo>
                    <a:pt x="1278" y="0"/>
                  </a:moveTo>
                  <a:lnTo>
                    <a:pt x="1275" y="1"/>
                  </a:lnTo>
                  <a:cubicBezTo>
                    <a:pt x="1271" y="12"/>
                    <a:pt x="1268" y="23"/>
                    <a:pt x="1263" y="34"/>
                  </a:cubicBezTo>
                  <a:cubicBezTo>
                    <a:pt x="1173" y="263"/>
                    <a:pt x="1041" y="546"/>
                    <a:pt x="890" y="870"/>
                  </a:cubicBezTo>
                  <a:cubicBezTo>
                    <a:pt x="866" y="923"/>
                    <a:pt x="840" y="974"/>
                    <a:pt x="816" y="1029"/>
                  </a:cubicBezTo>
                  <a:lnTo>
                    <a:pt x="816" y="1030"/>
                  </a:lnTo>
                  <a:cubicBezTo>
                    <a:pt x="435" y="1849"/>
                    <a:pt x="1" y="2820"/>
                    <a:pt x="18" y="3444"/>
                  </a:cubicBezTo>
                  <a:cubicBezTo>
                    <a:pt x="25" y="3689"/>
                    <a:pt x="114" y="3876"/>
                    <a:pt x="300" y="4030"/>
                  </a:cubicBezTo>
                  <a:cubicBezTo>
                    <a:pt x="440" y="4147"/>
                    <a:pt x="574" y="4208"/>
                    <a:pt x="695" y="4208"/>
                  </a:cubicBezTo>
                  <a:cubicBezTo>
                    <a:pt x="901" y="4208"/>
                    <a:pt x="1098" y="4037"/>
                    <a:pt x="1289" y="3765"/>
                  </a:cubicBezTo>
                  <a:cubicBezTo>
                    <a:pt x="1545" y="3403"/>
                    <a:pt x="1791" y="2860"/>
                    <a:pt x="2046" y="2298"/>
                  </a:cubicBezTo>
                  <a:cubicBezTo>
                    <a:pt x="2139" y="2095"/>
                    <a:pt x="2234" y="1887"/>
                    <a:pt x="2333" y="1680"/>
                  </a:cubicBezTo>
                  <a:cubicBezTo>
                    <a:pt x="2470" y="1389"/>
                    <a:pt x="2615" y="1098"/>
                    <a:pt x="2773" y="818"/>
                  </a:cubicBezTo>
                  <a:cubicBezTo>
                    <a:pt x="2801" y="769"/>
                    <a:pt x="2831" y="725"/>
                    <a:pt x="2863" y="686"/>
                  </a:cubicBezTo>
                  <a:cubicBezTo>
                    <a:pt x="2063" y="345"/>
                    <a:pt x="1578" y="129"/>
                    <a:pt x="1278" y="0"/>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1" name="Google Shape;2887;p36">
              <a:extLst>
                <a:ext uri="{FF2B5EF4-FFF2-40B4-BE49-F238E27FC236}">
                  <a16:creationId xmlns:a16="http://schemas.microsoft.com/office/drawing/2014/main" id="{4400E7D0-8757-E8FF-B5F4-572C95E4ACD5}"/>
                </a:ext>
              </a:extLst>
            </p:cNvPr>
            <p:cNvSpPr/>
            <p:nvPr/>
          </p:nvSpPr>
          <p:spPr>
            <a:xfrm>
              <a:off x="1628425" y="2738325"/>
              <a:ext cx="275500" cy="171300"/>
            </a:xfrm>
            <a:custGeom>
              <a:avLst/>
              <a:gdLst/>
              <a:ahLst/>
              <a:cxnLst/>
              <a:rect l="l" t="t" r="r" b="b"/>
              <a:pathLst>
                <a:path w="11020" h="6852" extrusionOk="0">
                  <a:moveTo>
                    <a:pt x="1240" y="1"/>
                  </a:moveTo>
                  <a:cubicBezTo>
                    <a:pt x="962" y="1"/>
                    <a:pt x="715" y="166"/>
                    <a:pt x="484" y="507"/>
                  </a:cubicBezTo>
                  <a:cubicBezTo>
                    <a:pt x="301" y="773"/>
                    <a:pt x="155" y="1133"/>
                    <a:pt x="110" y="1422"/>
                  </a:cubicBezTo>
                  <a:cubicBezTo>
                    <a:pt x="1" y="2146"/>
                    <a:pt x="933" y="2728"/>
                    <a:pt x="1434" y="3041"/>
                  </a:cubicBezTo>
                  <a:lnTo>
                    <a:pt x="1458" y="3056"/>
                  </a:lnTo>
                  <a:cubicBezTo>
                    <a:pt x="1872" y="3315"/>
                    <a:pt x="2210" y="3441"/>
                    <a:pt x="2493" y="3441"/>
                  </a:cubicBezTo>
                  <a:cubicBezTo>
                    <a:pt x="2602" y="3441"/>
                    <a:pt x="2701" y="3421"/>
                    <a:pt x="2790" y="3383"/>
                  </a:cubicBezTo>
                  <a:cubicBezTo>
                    <a:pt x="2962" y="3313"/>
                    <a:pt x="3061" y="3187"/>
                    <a:pt x="3122" y="3106"/>
                  </a:cubicBezTo>
                  <a:cubicBezTo>
                    <a:pt x="4424" y="5007"/>
                    <a:pt x="7557" y="6851"/>
                    <a:pt x="9507" y="6851"/>
                  </a:cubicBezTo>
                  <a:cubicBezTo>
                    <a:pt x="10154" y="6851"/>
                    <a:pt x="10619" y="6652"/>
                    <a:pt x="10891" y="6260"/>
                  </a:cubicBezTo>
                  <a:cubicBezTo>
                    <a:pt x="10947" y="6181"/>
                    <a:pt x="11002" y="6014"/>
                    <a:pt x="11013" y="5924"/>
                  </a:cubicBezTo>
                  <a:cubicBezTo>
                    <a:pt x="11020" y="5871"/>
                    <a:pt x="11007" y="5823"/>
                    <a:pt x="10977" y="5787"/>
                  </a:cubicBezTo>
                  <a:cubicBezTo>
                    <a:pt x="10949" y="5755"/>
                    <a:pt x="10909" y="5738"/>
                    <a:pt x="10865" y="5738"/>
                  </a:cubicBezTo>
                  <a:cubicBezTo>
                    <a:pt x="10842" y="5738"/>
                    <a:pt x="10819" y="5742"/>
                    <a:pt x="10794" y="5752"/>
                  </a:cubicBezTo>
                  <a:cubicBezTo>
                    <a:pt x="10733" y="5777"/>
                    <a:pt x="10669" y="5794"/>
                    <a:pt x="10602" y="5812"/>
                  </a:cubicBezTo>
                  <a:cubicBezTo>
                    <a:pt x="10569" y="5820"/>
                    <a:pt x="10535" y="5829"/>
                    <a:pt x="10500" y="5839"/>
                  </a:cubicBezTo>
                  <a:cubicBezTo>
                    <a:pt x="10373" y="5878"/>
                    <a:pt x="10140" y="5879"/>
                    <a:pt x="9988" y="5879"/>
                  </a:cubicBezTo>
                  <a:lnTo>
                    <a:pt x="9885" y="5880"/>
                  </a:lnTo>
                  <a:cubicBezTo>
                    <a:pt x="9003" y="5880"/>
                    <a:pt x="7607" y="5289"/>
                    <a:pt x="7141" y="4969"/>
                  </a:cubicBezTo>
                  <a:cubicBezTo>
                    <a:pt x="7077" y="4924"/>
                    <a:pt x="7024" y="4890"/>
                    <a:pt x="6969" y="4856"/>
                  </a:cubicBezTo>
                  <a:cubicBezTo>
                    <a:pt x="6821" y="4763"/>
                    <a:pt x="6653" y="4657"/>
                    <a:pt x="6178" y="4272"/>
                  </a:cubicBezTo>
                  <a:cubicBezTo>
                    <a:pt x="5615" y="3814"/>
                    <a:pt x="4934" y="3110"/>
                    <a:pt x="4274" y="2430"/>
                  </a:cubicBezTo>
                  <a:cubicBezTo>
                    <a:pt x="3270" y="1394"/>
                    <a:pt x="2322" y="415"/>
                    <a:pt x="1647" y="103"/>
                  </a:cubicBezTo>
                  <a:cubicBezTo>
                    <a:pt x="1568" y="67"/>
                    <a:pt x="1498" y="41"/>
                    <a:pt x="1433" y="26"/>
                  </a:cubicBezTo>
                  <a:cubicBezTo>
                    <a:pt x="1366" y="9"/>
                    <a:pt x="1302" y="1"/>
                    <a:pt x="1240"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2" name="Google Shape;2888;p36">
              <a:extLst>
                <a:ext uri="{FF2B5EF4-FFF2-40B4-BE49-F238E27FC236}">
                  <a16:creationId xmlns:a16="http://schemas.microsoft.com/office/drawing/2014/main" id="{3C453480-606D-2951-040E-070B3F4D4531}"/>
                </a:ext>
              </a:extLst>
            </p:cNvPr>
            <p:cNvSpPr/>
            <p:nvPr/>
          </p:nvSpPr>
          <p:spPr>
            <a:xfrm>
              <a:off x="1655925" y="2604400"/>
              <a:ext cx="253775" cy="290175"/>
            </a:xfrm>
            <a:custGeom>
              <a:avLst/>
              <a:gdLst/>
              <a:ahLst/>
              <a:cxnLst/>
              <a:rect l="l" t="t" r="r" b="b"/>
              <a:pathLst>
                <a:path w="10151" h="11607" extrusionOk="0">
                  <a:moveTo>
                    <a:pt x="3260" y="1"/>
                  </a:moveTo>
                  <a:cubicBezTo>
                    <a:pt x="3013" y="1"/>
                    <a:pt x="2912" y="213"/>
                    <a:pt x="2715" y="637"/>
                  </a:cubicBezTo>
                  <a:cubicBezTo>
                    <a:pt x="2677" y="716"/>
                    <a:pt x="2636" y="806"/>
                    <a:pt x="2589" y="904"/>
                  </a:cubicBezTo>
                  <a:cubicBezTo>
                    <a:pt x="2355" y="1385"/>
                    <a:pt x="2204" y="1725"/>
                    <a:pt x="2080" y="1998"/>
                  </a:cubicBezTo>
                  <a:cubicBezTo>
                    <a:pt x="1929" y="2338"/>
                    <a:pt x="1820" y="2584"/>
                    <a:pt x="1644" y="2903"/>
                  </a:cubicBezTo>
                  <a:cubicBezTo>
                    <a:pt x="1527" y="3117"/>
                    <a:pt x="1314" y="3315"/>
                    <a:pt x="1086" y="3524"/>
                  </a:cubicBezTo>
                  <a:cubicBezTo>
                    <a:pt x="655" y="3919"/>
                    <a:pt x="168" y="4367"/>
                    <a:pt x="18" y="5144"/>
                  </a:cubicBezTo>
                  <a:cubicBezTo>
                    <a:pt x="0" y="5231"/>
                    <a:pt x="59" y="5480"/>
                    <a:pt x="149" y="5642"/>
                  </a:cubicBezTo>
                  <a:cubicBezTo>
                    <a:pt x="355" y="6005"/>
                    <a:pt x="727" y="6282"/>
                    <a:pt x="1157" y="6602"/>
                  </a:cubicBezTo>
                  <a:cubicBezTo>
                    <a:pt x="1545" y="6891"/>
                    <a:pt x="1984" y="7217"/>
                    <a:pt x="2423" y="7686"/>
                  </a:cubicBezTo>
                  <a:cubicBezTo>
                    <a:pt x="2622" y="7902"/>
                    <a:pt x="2794" y="8092"/>
                    <a:pt x="2952" y="8265"/>
                  </a:cubicBezTo>
                  <a:cubicBezTo>
                    <a:pt x="3112" y="8444"/>
                    <a:pt x="3260" y="8606"/>
                    <a:pt x="3409" y="8766"/>
                  </a:cubicBezTo>
                  <a:lnTo>
                    <a:pt x="3520" y="8880"/>
                  </a:lnTo>
                  <a:cubicBezTo>
                    <a:pt x="3585" y="8948"/>
                    <a:pt x="3654" y="9015"/>
                    <a:pt x="3724" y="9084"/>
                  </a:cubicBezTo>
                  <a:lnTo>
                    <a:pt x="3753" y="9112"/>
                  </a:lnTo>
                  <a:cubicBezTo>
                    <a:pt x="3871" y="9226"/>
                    <a:pt x="3988" y="9331"/>
                    <a:pt x="4109" y="9435"/>
                  </a:cubicBezTo>
                  <a:lnTo>
                    <a:pt x="4119" y="9443"/>
                  </a:lnTo>
                  <a:cubicBezTo>
                    <a:pt x="4150" y="9471"/>
                    <a:pt x="4182" y="9499"/>
                    <a:pt x="4216" y="9527"/>
                  </a:cubicBezTo>
                  <a:cubicBezTo>
                    <a:pt x="4252" y="9560"/>
                    <a:pt x="4292" y="9591"/>
                    <a:pt x="4330" y="9621"/>
                  </a:cubicBezTo>
                  <a:cubicBezTo>
                    <a:pt x="4330" y="9621"/>
                    <a:pt x="4413" y="9689"/>
                    <a:pt x="4449" y="9718"/>
                  </a:cubicBezTo>
                  <a:cubicBezTo>
                    <a:pt x="4505" y="9762"/>
                    <a:pt x="4562" y="9807"/>
                    <a:pt x="4618" y="9849"/>
                  </a:cubicBezTo>
                  <a:cubicBezTo>
                    <a:pt x="4667" y="9889"/>
                    <a:pt x="4717" y="9927"/>
                    <a:pt x="4767" y="9963"/>
                  </a:cubicBezTo>
                  <a:cubicBezTo>
                    <a:pt x="4987" y="10126"/>
                    <a:pt x="5211" y="10281"/>
                    <a:pt x="5432" y="10425"/>
                  </a:cubicBezTo>
                  <a:cubicBezTo>
                    <a:pt x="5596" y="10529"/>
                    <a:pt x="5743" y="10619"/>
                    <a:pt x="5884" y="10699"/>
                  </a:cubicBezTo>
                  <a:lnTo>
                    <a:pt x="5915" y="10716"/>
                  </a:lnTo>
                  <a:cubicBezTo>
                    <a:pt x="5965" y="10747"/>
                    <a:pt x="6017" y="10774"/>
                    <a:pt x="6064" y="10798"/>
                  </a:cubicBezTo>
                  <a:cubicBezTo>
                    <a:pt x="6170" y="10858"/>
                    <a:pt x="6281" y="10916"/>
                    <a:pt x="6393" y="10971"/>
                  </a:cubicBezTo>
                  <a:cubicBezTo>
                    <a:pt x="6434" y="10992"/>
                    <a:pt x="6475" y="11012"/>
                    <a:pt x="6516" y="11030"/>
                  </a:cubicBezTo>
                  <a:lnTo>
                    <a:pt x="6614" y="11075"/>
                  </a:lnTo>
                  <a:cubicBezTo>
                    <a:pt x="6647" y="11091"/>
                    <a:pt x="6681" y="11106"/>
                    <a:pt x="6714" y="11121"/>
                  </a:cubicBezTo>
                  <a:lnTo>
                    <a:pt x="6758" y="11140"/>
                  </a:lnTo>
                  <a:cubicBezTo>
                    <a:pt x="6856" y="11183"/>
                    <a:pt x="6953" y="11223"/>
                    <a:pt x="7051" y="11258"/>
                  </a:cubicBezTo>
                  <a:cubicBezTo>
                    <a:pt x="7153" y="11297"/>
                    <a:pt x="7255" y="11333"/>
                    <a:pt x="7358" y="11364"/>
                  </a:cubicBezTo>
                  <a:cubicBezTo>
                    <a:pt x="7442" y="11393"/>
                    <a:pt x="7527" y="11417"/>
                    <a:pt x="7611" y="11440"/>
                  </a:cubicBezTo>
                  <a:cubicBezTo>
                    <a:pt x="8010" y="11551"/>
                    <a:pt x="8384" y="11606"/>
                    <a:pt x="8721" y="11606"/>
                  </a:cubicBezTo>
                  <a:cubicBezTo>
                    <a:pt x="8962" y="11606"/>
                    <a:pt x="9181" y="11578"/>
                    <a:pt x="9371" y="11521"/>
                  </a:cubicBezTo>
                  <a:cubicBezTo>
                    <a:pt x="9696" y="11423"/>
                    <a:pt x="9928" y="11246"/>
                    <a:pt x="10044" y="11008"/>
                  </a:cubicBezTo>
                  <a:lnTo>
                    <a:pt x="10043" y="11008"/>
                  </a:lnTo>
                  <a:cubicBezTo>
                    <a:pt x="10151" y="10785"/>
                    <a:pt x="10149" y="10519"/>
                    <a:pt x="10039" y="10239"/>
                  </a:cubicBezTo>
                  <a:cubicBezTo>
                    <a:pt x="9786" y="9604"/>
                    <a:pt x="9289" y="9309"/>
                    <a:pt x="8765" y="9000"/>
                  </a:cubicBezTo>
                  <a:cubicBezTo>
                    <a:pt x="8299" y="8724"/>
                    <a:pt x="7769" y="8411"/>
                    <a:pt x="7329" y="7804"/>
                  </a:cubicBezTo>
                  <a:cubicBezTo>
                    <a:pt x="6498" y="6660"/>
                    <a:pt x="6502" y="5038"/>
                    <a:pt x="7339" y="2850"/>
                  </a:cubicBezTo>
                  <a:cubicBezTo>
                    <a:pt x="7363" y="2782"/>
                    <a:pt x="7389" y="2715"/>
                    <a:pt x="7416" y="2650"/>
                  </a:cubicBezTo>
                  <a:cubicBezTo>
                    <a:pt x="7542" y="2332"/>
                    <a:pt x="7560" y="2081"/>
                    <a:pt x="7469" y="1881"/>
                  </a:cubicBezTo>
                  <a:cubicBezTo>
                    <a:pt x="7389" y="1705"/>
                    <a:pt x="7223" y="1575"/>
                    <a:pt x="6978" y="1489"/>
                  </a:cubicBezTo>
                  <a:cubicBezTo>
                    <a:pt x="6720" y="1399"/>
                    <a:pt x="6447" y="1312"/>
                    <a:pt x="6198" y="1312"/>
                  </a:cubicBezTo>
                  <a:cubicBezTo>
                    <a:pt x="5986" y="1312"/>
                    <a:pt x="5813" y="1374"/>
                    <a:pt x="5676" y="1502"/>
                  </a:cubicBezTo>
                  <a:cubicBezTo>
                    <a:pt x="5648" y="1527"/>
                    <a:pt x="5622" y="1555"/>
                    <a:pt x="5597" y="1587"/>
                  </a:cubicBezTo>
                  <a:cubicBezTo>
                    <a:pt x="5565" y="1625"/>
                    <a:pt x="5535" y="1670"/>
                    <a:pt x="5508" y="1719"/>
                  </a:cubicBezTo>
                  <a:cubicBezTo>
                    <a:pt x="5350" y="1998"/>
                    <a:pt x="5205" y="2290"/>
                    <a:pt x="5067" y="2580"/>
                  </a:cubicBezTo>
                  <a:cubicBezTo>
                    <a:pt x="4969" y="2788"/>
                    <a:pt x="4874" y="2995"/>
                    <a:pt x="4780" y="3199"/>
                  </a:cubicBezTo>
                  <a:cubicBezTo>
                    <a:pt x="4335" y="4181"/>
                    <a:pt x="3911" y="5108"/>
                    <a:pt x="3430" y="5108"/>
                  </a:cubicBezTo>
                  <a:cubicBezTo>
                    <a:pt x="3308" y="5108"/>
                    <a:pt x="3175" y="5048"/>
                    <a:pt x="3035" y="4931"/>
                  </a:cubicBezTo>
                  <a:cubicBezTo>
                    <a:pt x="2849" y="4777"/>
                    <a:pt x="2759" y="4590"/>
                    <a:pt x="2753" y="4345"/>
                  </a:cubicBezTo>
                  <a:cubicBezTo>
                    <a:pt x="2736" y="3721"/>
                    <a:pt x="3169" y="2749"/>
                    <a:pt x="3550" y="1931"/>
                  </a:cubicBezTo>
                  <a:lnTo>
                    <a:pt x="3550" y="1929"/>
                  </a:lnTo>
                  <a:cubicBezTo>
                    <a:pt x="3575" y="1875"/>
                    <a:pt x="3601" y="1822"/>
                    <a:pt x="3625" y="1771"/>
                  </a:cubicBezTo>
                  <a:cubicBezTo>
                    <a:pt x="3784" y="1430"/>
                    <a:pt x="3920" y="1136"/>
                    <a:pt x="4010" y="902"/>
                  </a:cubicBezTo>
                  <a:lnTo>
                    <a:pt x="4011" y="901"/>
                  </a:lnTo>
                  <a:lnTo>
                    <a:pt x="4026" y="861"/>
                  </a:lnTo>
                  <a:cubicBezTo>
                    <a:pt x="4035" y="839"/>
                    <a:pt x="4044" y="818"/>
                    <a:pt x="4050" y="796"/>
                  </a:cubicBezTo>
                  <a:cubicBezTo>
                    <a:pt x="4094" y="678"/>
                    <a:pt x="4124" y="561"/>
                    <a:pt x="4069" y="437"/>
                  </a:cubicBezTo>
                  <a:cubicBezTo>
                    <a:pt x="4000" y="290"/>
                    <a:pt x="3820" y="172"/>
                    <a:pt x="3466" y="44"/>
                  </a:cubicBezTo>
                  <a:cubicBezTo>
                    <a:pt x="3385" y="15"/>
                    <a:pt x="3321" y="1"/>
                    <a:pt x="3260" y="1"/>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3" name="Google Shape;2889;p36">
              <a:extLst>
                <a:ext uri="{FF2B5EF4-FFF2-40B4-BE49-F238E27FC236}">
                  <a16:creationId xmlns:a16="http://schemas.microsoft.com/office/drawing/2014/main" id="{F343957A-BC80-90CE-82B1-E45BE9389255}"/>
                </a:ext>
              </a:extLst>
            </p:cNvPr>
            <p:cNvSpPr/>
            <p:nvPr/>
          </p:nvSpPr>
          <p:spPr>
            <a:xfrm>
              <a:off x="1744675" y="2624300"/>
              <a:ext cx="53175" cy="44650"/>
            </a:xfrm>
            <a:custGeom>
              <a:avLst/>
              <a:gdLst/>
              <a:ahLst/>
              <a:cxnLst/>
              <a:rect l="l" t="t" r="r" b="b"/>
              <a:pathLst>
                <a:path w="2127" h="1786" extrusionOk="0">
                  <a:moveTo>
                    <a:pt x="500" y="0"/>
                  </a:moveTo>
                  <a:cubicBezTo>
                    <a:pt x="495" y="22"/>
                    <a:pt x="485" y="43"/>
                    <a:pt x="477" y="65"/>
                  </a:cubicBezTo>
                  <a:lnTo>
                    <a:pt x="460" y="106"/>
                  </a:lnTo>
                  <a:cubicBezTo>
                    <a:pt x="371" y="340"/>
                    <a:pt x="235" y="635"/>
                    <a:pt x="75" y="976"/>
                  </a:cubicBezTo>
                  <a:cubicBezTo>
                    <a:pt x="52" y="1028"/>
                    <a:pt x="26" y="1079"/>
                    <a:pt x="1" y="1134"/>
                  </a:cubicBezTo>
                  <a:lnTo>
                    <a:pt x="1" y="1135"/>
                  </a:lnTo>
                  <a:cubicBezTo>
                    <a:pt x="499" y="1373"/>
                    <a:pt x="1040" y="1601"/>
                    <a:pt x="1518" y="1785"/>
                  </a:cubicBezTo>
                  <a:cubicBezTo>
                    <a:pt x="1655" y="1494"/>
                    <a:pt x="1800" y="1203"/>
                    <a:pt x="1958" y="923"/>
                  </a:cubicBezTo>
                  <a:cubicBezTo>
                    <a:pt x="2008" y="835"/>
                    <a:pt x="2063" y="765"/>
                    <a:pt x="2126" y="706"/>
                  </a:cubicBezTo>
                  <a:cubicBezTo>
                    <a:pt x="1477" y="428"/>
                    <a:pt x="1030" y="233"/>
                    <a:pt x="720" y="97"/>
                  </a:cubicBezTo>
                  <a:cubicBezTo>
                    <a:pt x="638" y="61"/>
                    <a:pt x="564" y="29"/>
                    <a:pt x="500" y="0"/>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4" name="Google Shape;2890;p36">
              <a:extLst>
                <a:ext uri="{FF2B5EF4-FFF2-40B4-BE49-F238E27FC236}">
                  <a16:creationId xmlns:a16="http://schemas.microsoft.com/office/drawing/2014/main" id="{4CAE0873-A933-91E2-D631-832D1FD2BC24}"/>
                </a:ext>
              </a:extLst>
            </p:cNvPr>
            <p:cNvSpPr/>
            <p:nvPr/>
          </p:nvSpPr>
          <p:spPr>
            <a:xfrm>
              <a:off x="1728975" y="2671950"/>
              <a:ext cx="182400" cy="222325"/>
            </a:xfrm>
            <a:custGeom>
              <a:avLst/>
              <a:gdLst/>
              <a:ahLst/>
              <a:cxnLst/>
              <a:rect l="l" t="t" r="r" b="b"/>
              <a:pathLst>
                <a:path w="7296" h="8893" extrusionOk="0">
                  <a:moveTo>
                    <a:pt x="4315" y="1"/>
                  </a:moveTo>
                  <a:cubicBezTo>
                    <a:pt x="4301" y="1"/>
                    <a:pt x="4288" y="3"/>
                    <a:pt x="4274" y="9"/>
                  </a:cubicBezTo>
                  <a:cubicBezTo>
                    <a:pt x="2415" y="749"/>
                    <a:pt x="2455" y="2303"/>
                    <a:pt x="2485" y="3438"/>
                  </a:cubicBezTo>
                  <a:cubicBezTo>
                    <a:pt x="2496" y="3884"/>
                    <a:pt x="2506" y="4270"/>
                    <a:pt x="2404" y="4518"/>
                  </a:cubicBezTo>
                  <a:cubicBezTo>
                    <a:pt x="2278" y="4825"/>
                    <a:pt x="2094" y="4976"/>
                    <a:pt x="1768" y="5036"/>
                  </a:cubicBezTo>
                  <a:cubicBezTo>
                    <a:pt x="1628" y="5064"/>
                    <a:pt x="1468" y="5075"/>
                    <a:pt x="1300" y="5086"/>
                  </a:cubicBezTo>
                  <a:cubicBezTo>
                    <a:pt x="1126" y="5098"/>
                    <a:pt x="944" y="5110"/>
                    <a:pt x="750" y="5142"/>
                  </a:cubicBezTo>
                  <a:cubicBezTo>
                    <a:pt x="597" y="5168"/>
                    <a:pt x="384" y="5217"/>
                    <a:pt x="100" y="5373"/>
                  </a:cubicBezTo>
                  <a:cubicBezTo>
                    <a:pt x="79" y="5383"/>
                    <a:pt x="61" y="5394"/>
                    <a:pt x="49" y="5403"/>
                  </a:cubicBezTo>
                  <a:cubicBezTo>
                    <a:pt x="23" y="5421"/>
                    <a:pt x="7" y="5449"/>
                    <a:pt x="4" y="5479"/>
                  </a:cubicBezTo>
                  <a:cubicBezTo>
                    <a:pt x="0" y="5511"/>
                    <a:pt x="10" y="5542"/>
                    <a:pt x="31" y="5565"/>
                  </a:cubicBezTo>
                  <a:lnTo>
                    <a:pt x="206" y="5758"/>
                  </a:lnTo>
                  <a:cubicBezTo>
                    <a:pt x="443" y="6018"/>
                    <a:pt x="651" y="6239"/>
                    <a:pt x="888" y="6464"/>
                  </a:cubicBezTo>
                  <a:cubicBezTo>
                    <a:pt x="920" y="6496"/>
                    <a:pt x="953" y="6526"/>
                    <a:pt x="983" y="6553"/>
                  </a:cubicBezTo>
                  <a:cubicBezTo>
                    <a:pt x="1014" y="6582"/>
                    <a:pt x="1045" y="6611"/>
                    <a:pt x="1074" y="6634"/>
                  </a:cubicBezTo>
                  <a:cubicBezTo>
                    <a:pt x="1082" y="6643"/>
                    <a:pt x="1089" y="6649"/>
                    <a:pt x="1094" y="6653"/>
                  </a:cubicBezTo>
                  <a:lnTo>
                    <a:pt x="1106" y="6662"/>
                  </a:lnTo>
                  <a:cubicBezTo>
                    <a:pt x="1133" y="6686"/>
                    <a:pt x="1160" y="6710"/>
                    <a:pt x="1189" y="6734"/>
                  </a:cubicBezTo>
                  <a:lnTo>
                    <a:pt x="1239" y="6778"/>
                  </a:lnTo>
                  <a:cubicBezTo>
                    <a:pt x="1271" y="6806"/>
                    <a:pt x="1305" y="6835"/>
                    <a:pt x="1339" y="6864"/>
                  </a:cubicBezTo>
                  <a:lnTo>
                    <a:pt x="1378" y="6896"/>
                  </a:lnTo>
                  <a:cubicBezTo>
                    <a:pt x="1390" y="6904"/>
                    <a:pt x="1401" y="6914"/>
                    <a:pt x="1407" y="6918"/>
                  </a:cubicBezTo>
                  <a:cubicBezTo>
                    <a:pt x="1444" y="6949"/>
                    <a:pt x="1482" y="6980"/>
                    <a:pt x="1526" y="7016"/>
                  </a:cubicBezTo>
                  <a:cubicBezTo>
                    <a:pt x="1555" y="7039"/>
                    <a:pt x="1583" y="7061"/>
                    <a:pt x="1611" y="7081"/>
                  </a:cubicBezTo>
                  <a:lnTo>
                    <a:pt x="1636" y="7102"/>
                  </a:lnTo>
                  <a:cubicBezTo>
                    <a:pt x="1657" y="7118"/>
                    <a:pt x="1677" y="7134"/>
                    <a:pt x="1696" y="7149"/>
                  </a:cubicBezTo>
                  <a:cubicBezTo>
                    <a:pt x="1866" y="7279"/>
                    <a:pt x="2021" y="7392"/>
                    <a:pt x="2168" y="7492"/>
                  </a:cubicBezTo>
                  <a:cubicBezTo>
                    <a:pt x="2217" y="7528"/>
                    <a:pt x="2268" y="7562"/>
                    <a:pt x="2319" y="7596"/>
                  </a:cubicBezTo>
                  <a:lnTo>
                    <a:pt x="2330" y="7604"/>
                  </a:lnTo>
                  <a:cubicBezTo>
                    <a:pt x="2391" y="7645"/>
                    <a:pt x="2453" y="7684"/>
                    <a:pt x="2517" y="7726"/>
                  </a:cubicBezTo>
                  <a:cubicBezTo>
                    <a:pt x="2580" y="7766"/>
                    <a:pt x="2644" y="7807"/>
                    <a:pt x="2708" y="7846"/>
                  </a:cubicBezTo>
                  <a:cubicBezTo>
                    <a:pt x="2709" y="7847"/>
                    <a:pt x="2731" y="7860"/>
                    <a:pt x="2731" y="7860"/>
                  </a:cubicBezTo>
                  <a:cubicBezTo>
                    <a:pt x="2806" y="7906"/>
                    <a:pt x="2881" y="7951"/>
                    <a:pt x="2961" y="7996"/>
                  </a:cubicBezTo>
                  <a:cubicBezTo>
                    <a:pt x="2982" y="8008"/>
                    <a:pt x="3003" y="8021"/>
                    <a:pt x="3025" y="8033"/>
                  </a:cubicBezTo>
                  <a:lnTo>
                    <a:pt x="3049" y="8047"/>
                  </a:lnTo>
                  <a:cubicBezTo>
                    <a:pt x="3068" y="8057"/>
                    <a:pt x="3086" y="8067"/>
                    <a:pt x="3101" y="8075"/>
                  </a:cubicBezTo>
                  <a:cubicBezTo>
                    <a:pt x="3259" y="8163"/>
                    <a:pt x="3424" y="8248"/>
                    <a:pt x="3594" y="8327"/>
                  </a:cubicBezTo>
                  <a:cubicBezTo>
                    <a:pt x="3629" y="8344"/>
                    <a:pt x="3662" y="8359"/>
                    <a:pt x="3692" y="8373"/>
                  </a:cubicBezTo>
                  <a:cubicBezTo>
                    <a:pt x="3728" y="8389"/>
                    <a:pt x="3762" y="8405"/>
                    <a:pt x="3797" y="8421"/>
                  </a:cubicBezTo>
                  <a:lnTo>
                    <a:pt x="3936" y="8480"/>
                  </a:lnTo>
                  <a:lnTo>
                    <a:pt x="4067" y="8533"/>
                  </a:lnTo>
                  <a:cubicBezTo>
                    <a:pt x="4143" y="8562"/>
                    <a:pt x="4219" y="8591"/>
                    <a:pt x="4299" y="8618"/>
                  </a:cubicBezTo>
                  <a:lnTo>
                    <a:pt x="4436" y="8663"/>
                  </a:lnTo>
                  <a:cubicBezTo>
                    <a:pt x="4492" y="8681"/>
                    <a:pt x="4548" y="8699"/>
                    <a:pt x="4601" y="8714"/>
                  </a:cubicBezTo>
                  <a:cubicBezTo>
                    <a:pt x="4658" y="8731"/>
                    <a:pt x="4714" y="8746"/>
                    <a:pt x="4769" y="8759"/>
                  </a:cubicBezTo>
                  <a:cubicBezTo>
                    <a:pt x="4921" y="8798"/>
                    <a:pt x="5075" y="8829"/>
                    <a:pt x="5226" y="8851"/>
                  </a:cubicBezTo>
                  <a:cubicBezTo>
                    <a:pt x="5262" y="8858"/>
                    <a:pt x="5299" y="8862"/>
                    <a:pt x="5325" y="8864"/>
                  </a:cubicBezTo>
                  <a:cubicBezTo>
                    <a:pt x="5341" y="8868"/>
                    <a:pt x="5355" y="8869"/>
                    <a:pt x="5379" y="8871"/>
                  </a:cubicBezTo>
                  <a:cubicBezTo>
                    <a:pt x="5412" y="8875"/>
                    <a:pt x="5445" y="8879"/>
                    <a:pt x="5478" y="8881"/>
                  </a:cubicBezTo>
                  <a:cubicBezTo>
                    <a:pt x="5523" y="8884"/>
                    <a:pt x="5569" y="8886"/>
                    <a:pt x="5616" y="8890"/>
                  </a:cubicBezTo>
                  <a:cubicBezTo>
                    <a:pt x="5669" y="8892"/>
                    <a:pt x="5723" y="8893"/>
                    <a:pt x="5775" y="8893"/>
                  </a:cubicBezTo>
                  <a:cubicBezTo>
                    <a:pt x="6000" y="8893"/>
                    <a:pt x="6219" y="8870"/>
                    <a:pt x="6426" y="8824"/>
                  </a:cubicBezTo>
                  <a:cubicBezTo>
                    <a:pt x="6429" y="8824"/>
                    <a:pt x="6445" y="8820"/>
                    <a:pt x="6447" y="8819"/>
                  </a:cubicBezTo>
                  <a:cubicBezTo>
                    <a:pt x="6590" y="8777"/>
                    <a:pt x="6716" y="8717"/>
                    <a:pt x="6823" y="8644"/>
                  </a:cubicBezTo>
                  <a:cubicBezTo>
                    <a:pt x="7189" y="8393"/>
                    <a:pt x="7296" y="7988"/>
                    <a:pt x="7117" y="7536"/>
                  </a:cubicBezTo>
                  <a:lnTo>
                    <a:pt x="7117" y="7536"/>
                  </a:lnTo>
                  <a:lnTo>
                    <a:pt x="7117" y="7537"/>
                  </a:lnTo>
                  <a:cubicBezTo>
                    <a:pt x="6865" y="6902"/>
                    <a:pt x="6369" y="6608"/>
                    <a:pt x="5844" y="6299"/>
                  </a:cubicBezTo>
                  <a:cubicBezTo>
                    <a:pt x="5377" y="6023"/>
                    <a:pt x="4848" y="5710"/>
                    <a:pt x="4407" y="5102"/>
                  </a:cubicBezTo>
                  <a:cubicBezTo>
                    <a:pt x="3577" y="3958"/>
                    <a:pt x="3581" y="2337"/>
                    <a:pt x="4417" y="149"/>
                  </a:cubicBezTo>
                  <a:cubicBezTo>
                    <a:pt x="4432" y="108"/>
                    <a:pt x="4422" y="63"/>
                    <a:pt x="4392" y="32"/>
                  </a:cubicBezTo>
                  <a:cubicBezTo>
                    <a:pt x="4371" y="12"/>
                    <a:pt x="4343" y="1"/>
                    <a:pt x="4315" y="1"/>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5" name="Google Shape;2891;p36">
              <a:extLst>
                <a:ext uri="{FF2B5EF4-FFF2-40B4-BE49-F238E27FC236}">
                  <a16:creationId xmlns:a16="http://schemas.microsoft.com/office/drawing/2014/main" id="{3E17022B-135C-CF2C-3303-5C538DA1F50C}"/>
                </a:ext>
              </a:extLst>
            </p:cNvPr>
            <p:cNvSpPr/>
            <p:nvPr/>
          </p:nvSpPr>
          <p:spPr>
            <a:xfrm>
              <a:off x="1825900" y="2814525"/>
              <a:ext cx="64400" cy="51675"/>
            </a:xfrm>
            <a:custGeom>
              <a:avLst/>
              <a:gdLst/>
              <a:ahLst/>
              <a:cxnLst/>
              <a:rect l="l" t="t" r="r" b="b"/>
              <a:pathLst>
                <a:path w="2576" h="2067" extrusionOk="0">
                  <a:moveTo>
                    <a:pt x="97" y="0"/>
                  </a:moveTo>
                  <a:cubicBezTo>
                    <a:pt x="90" y="0"/>
                    <a:pt x="83" y="1"/>
                    <a:pt x="76" y="3"/>
                  </a:cubicBezTo>
                  <a:cubicBezTo>
                    <a:pt x="30" y="14"/>
                    <a:pt x="1" y="61"/>
                    <a:pt x="13" y="108"/>
                  </a:cubicBezTo>
                  <a:cubicBezTo>
                    <a:pt x="79" y="372"/>
                    <a:pt x="202" y="630"/>
                    <a:pt x="385" y="848"/>
                  </a:cubicBezTo>
                  <a:cubicBezTo>
                    <a:pt x="566" y="1069"/>
                    <a:pt x="806" y="1235"/>
                    <a:pt x="1046" y="1362"/>
                  </a:cubicBezTo>
                  <a:cubicBezTo>
                    <a:pt x="1289" y="1488"/>
                    <a:pt x="1533" y="1583"/>
                    <a:pt x="1764" y="1684"/>
                  </a:cubicBezTo>
                  <a:cubicBezTo>
                    <a:pt x="1995" y="1787"/>
                    <a:pt x="2211" y="1901"/>
                    <a:pt x="2417" y="2049"/>
                  </a:cubicBezTo>
                  <a:cubicBezTo>
                    <a:pt x="2433" y="2060"/>
                    <a:pt x="2453" y="2066"/>
                    <a:pt x="2472" y="2066"/>
                  </a:cubicBezTo>
                  <a:cubicBezTo>
                    <a:pt x="2491" y="2066"/>
                    <a:pt x="2511" y="2060"/>
                    <a:pt x="2527" y="2048"/>
                  </a:cubicBezTo>
                  <a:cubicBezTo>
                    <a:pt x="2568" y="2017"/>
                    <a:pt x="2576" y="1959"/>
                    <a:pt x="2545" y="1918"/>
                  </a:cubicBezTo>
                  <a:cubicBezTo>
                    <a:pt x="2376" y="1699"/>
                    <a:pt x="2146" y="1527"/>
                    <a:pt x="1912" y="1395"/>
                  </a:cubicBezTo>
                  <a:cubicBezTo>
                    <a:pt x="1677" y="1259"/>
                    <a:pt x="1436" y="1157"/>
                    <a:pt x="1215" y="1040"/>
                  </a:cubicBezTo>
                  <a:cubicBezTo>
                    <a:pt x="993" y="926"/>
                    <a:pt x="792" y="796"/>
                    <a:pt x="620" y="630"/>
                  </a:cubicBezTo>
                  <a:cubicBezTo>
                    <a:pt x="446" y="466"/>
                    <a:pt x="305" y="264"/>
                    <a:pt x="172" y="45"/>
                  </a:cubicBezTo>
                  <a:lnTo>
                    <a:pt x="171" y="41"/>
                  </a:lnTo>
                  <a:cubicBezTo>
                    <a:pt x="155" y="16"/>
                    <a:pt x="127" y="0"/>
                    <a:pt x="97" y="0"/>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6" name="Google Shape;2892;p36">
              <a:extLst>
                <a:ext uri="{FF2B5EF4-FFF2-40B4-BE49-F238E27FC236}">
                  <a16:creationId xmlns:a16="http://schemas.microsoft.com/office/drawing/2014/main" id="{EDA39BEB-F87B-F553-5C5C-D1C2D5180B62}"/>
                </a:ext>
              </a:extLst>
            </p:cNvPr>
            <p:cNvSpPr/>
            <p:nvPr/>
          </p:nvSpPr>
          <p:spPr>
            <a:xfrm>
              <a:off x="1625475" y="2601675"/>
              <a:ext cx="286300" cy="310650"/>
            </a:xfrm>
            <a:custGeom>
              <a:avLst/>
              <a:gdLst/>
              <a:ahLst/>
              <a:cxnLst/>
              <a:rect l="l" t="t" r="r" b="b"/>
              <a:pathLst>
                <a:path w="11452" h="12426" extrusionOk="0">
                  <a:moveTo>
                    <a:pt x="3062" y="254"/>
                  </a:moveTo>
                  <a:cubicBezTo>
                    <a:pt x="3075" y="254"/>
                    <a:pt x="3089" y="256"/>
                    <a:pt x="3103" y="259"/>
                  </a:cubicBezTo>
                  <a:cubicBezTo>
                    <a:pt x="3470" y="337"/>
                    <a:pt x="3495" y="1075"/>
                    <a:pt x="3480" y="1449"/>
                  </a:cubicBezTo>
                  <a:cubicBezTo>
                    <a:pt x="3313" y="1804"/>
                    <a:pt x="3188" y="2088"/>
                    <a:pt x="3085" y="2317"/>
                  </a:cubicBezTo>
                  <a:cubicBezTo>
                    <a:pt x="2736" y="1733"/>
                    <a:pt x="2514" y="920"/>
                    <a:pt x="2815" y="436"/>
                  </a:cubicBezTo>
                  <a:cubicBezTo>
                    <a:pt x="2859" y="365"/>
                    <a:pt x="2946" y="254"/>
                    <a:pt x="3062" y="254"/>
                  </a:cubicBezTo>
                  <a:close/>
                  <a:moveTo>
                    <a:pt x="5330" y="1053"/>
                  </a:moveTo>
                  <a:cubicBezTo>
                    <a:pt x="5619" y="1179"/>
                    <a:pt x="6055" y="1370"/>
                    <a:pt x="6713" y="1652"/>
                  </a:cubicBezTo>
                  <a:cubicBezTo>
                    <a:pt x="6592" y="1809"/>
                    <a:pt x="6315" y="2376"/>
                    <a:pt x="6230" y="2552"/>
                  </a:cubicBezTo>
                  <a:cubicBezTo>
                    <a:pt x="5802" y="2384"/>
                    <a:pt x="5340" y="2189"/>
                    <a:pt x="4915" y="1986"/>
                  </a:cubicBezTo>
                  <a:cubicBezTo>
                    <a:pt x="4921" y="1970"/>
                    <a:pt x="5211" y="1367"/>
                    <a:pt x="5330" y="1053"/>
                  </a:cubicBezTo>
                  <a:close/>
                  <a:moveTo>
                    <a:pt x="4822" y="2186"/>
                  </a:moveTo>
                  <a:cubicBezTo>
                    <a:pt x="5257" y="2391"/>
                    <a:pt x="5718" y="2585"/>
                    <a:pt x="6136" y="2748"/>
                  </a:cubicBezTo>
                  <a:lnTo>
                    <a:pt x="6136" y="2749"/>
                  </a:lnTo>
                  <a:cubicBezTo>
                    <a:pt x="5667" y="3753"/>
                    <a:pt x="5137" y="5109"/>
                    <a:pt x="4648" y="5109"/>
                  </a:cubicBezTo>
                  <a:cubicBezTo>
                    <a:pt x="4553" y="5109"/>
                    <a:pt x="4443" y="5058"/>
                    <a:pt x="4323" y="4956"/>
                  </a:cubicBezTo>
                  <a:cubicBezTo>
                    <a:pt x="4161" y="4820"/>
                    <a:pt x="4087" y="4666"/>
                    <a:pt x="4081" y="4450"/>
                  </a:cubicBezTo>
                  <a:cubicBezTo>
                    <a:pt x="4065" y="3878"/>
                    <a:pt x="4469" y="2944"/>
                    <a:pt x="4822" y="2186"/>
                  </a:cubicBezTo>
                  <a:close/>
                  <a:moveTo>
                    <a:pt x="4479" y="219"/>
                  </a:moveTo>
                  <a:cubicBezTo>
                    <a:pt x="4527" y="219"/>
                    <a:pt x="4582" y="231"/>
                    <a:pt x="4648" y="256"/>
                  </a:cubicBezTo>
                  <a:cubicBezTo>
                    <a:pt x="5158" y="439"/>
                    <a:pt x="5238" y="581"/>
                    <a:pt x="5201" y="758"/>
                  </a:cubicBezTo>
                  <a:cubicBezTo>
                    <a:pt x="5055" y="1370"/>
                    <a:pt x="3833" y="3401"/>
                    <a:pt x="3862" y="4457"/>
                  </a:cubicBezTo>
                  <a:cubicBezTo>
                    <a:pt x="3868" y="4711"/>
                    <a:pt x="3956" y="4934"/>
                    <a:pt x="4183" y="5124"/>
                  </a:cubicBezTo>
                  <a:cubicBezTo>
                    <a:pt x="4349" y="5263"/>
                    <a:pt x="4505" y="5326"/>
                    <a:pt x="4648" y="5326"/>
                  </a:cubicBezTo>
                  <a:cubicBezTo>
                    <a:pt x="5527" y="5326"/>
                    <a:pt x="6246" y="2699"/>
                    <a:pt x="6853" y="1831"/>
                  </a:cubicBezTo>
                  <a:cubicBezTo>
                    <a:pt x="6992" y="1608"/>
                    <a:pt x="7189" y="1530"/>
                    <a:pt x="7414" y="1530"/>
                  </a:cubicBezTo>
                  <a:cubicBezTo>
                    <a:pt x="7646" y="1530"/>
                    <a:pt x="7907" y="1613"/>
                    <a:pt x="8160" y="1702"/>
                  </a:cubicBezTo>
                  <a:cubicBezTo>
                    <a:pt x="8672" y="1878"/>
                    <a:pt x="8708" y="2208"/>
                    <a:pt x="8556" y="2656"/>
                  </a:cubicBezTo>
                  <a:cubicBezTo>
                    <a:pt x="8556" y="2656"/>
                    <a:pt x="8430" y="2695"/>
                    <a:pt x="8374" y="2718"/>
                  </a:cubicBezTo>
                  <a:cubicBezTo>
                    <a:pt x="6444" y="3486"/>
                    <a:pt x="6484" y="5084"/>
                    <a:pt x="6515" y="6252"/>
                  </a:cubicBezTo>
                  <a:cubicBezTo>
                    <a:pt x="6533" y="6954"/>
                    <a:pt x="6578" y="7609"/>
                    <a:pt x="5889" y="7740"/>
                  </a:cubicBezTo>
                  <a:cubicBezTo>
                    <a:pt x="5615" y="7792"/>
                    <a:pt x="5245" y="7783"/>
                    <a:pt x="4873" y="7845"/>
                  </a:cubicBezTo>
                  <a:cubicBezTo>
                    <a:pt x="4790" y="7859"/>
                    <a:pt x="4688" y="7879"/>
                    <a:pt x="4568" y="7919"/>
                  </a:cubicBezTo>
                  <a:cubicBezTo>
                    <a:pt x="4501" y="7941"/>
                    <a:pt x="4429" y="7970"/>
                    <a:pt x="4348" y="8008"/>
                  </a:cubicBezTo>
                  <a:cubicBezTo>
                    <a:pt x="4297" y="8030"/>
                    <a:pt x="4244" y="8057"/>
                    <a:pt x="4187" y="8088"/>
                  </a:cubicBezTo>
                  <a:cubicBezTo>
                    <a:pt x="4165" y="8099"/>
                    <a:pt x="4144" y="8112"/>
                    <a:pt x="4127" y="8125"/>
                  </a:cubicBezTo>
                  <a:cubicBezTo>
                    <a:pt x="4119" y="8129"/>
                    <a:pt x="4113" y="8136"/>
                    <a:pt x="4106" y="8142"/>
                  </a:cubicBezTo>
                  <a:cubicBezTo>
                    <a:pt x="3989" y="8012"/>
                    <a:pt x="3862" y="7873"/>
                    <a:pt x="3720" y="7721"/>
                  </a:cubicBezTo>
                  <a:cubicBezTo>
                    <a:pt x="2785" y="6717"/>
                    <a:pt x="1832" y="6350"/>
                    <a:pt x="1462" y="5696"/>
                  </a:cubicBezTo>
                  <a:cubicBezTo>
                    <a:pt x="1442" y="5660"/>
                    <a:pt x="1425" y="5619"/>
                    <a:pt x="1409" y="5579"/>
                  </a:cubicBezTo>
                  <a:cubicBezTo>
                    <a:pt x="1378" y="5499"/>
                    <a:pt x="1358" y="5418"/>
                    <a:pt x="1349" y="5358"/>
                  </a:cubicBezTo>
                  <a:cubicBezTo>
                    <a:pt x="1342" y="5319"/>
                    <a:pt x="1340" y="5289"/>
                    <a:pt x="1342" y="5275"/>
                  </a:cubicBezTo>
                  <a:lnTo>
                    <a:pt x="1342" y="5275"/>
                  </a:lnTo>
                  <a:lnTo>
                    <a:pt x="1342" y="5277"/>
                  </a:lnTo>
                  <a:cubicBezTo>
                    <a:pt x="1571" y="4107"/>
                    <a:pt x="2612" y="3696"/>
                    <a:pt x="2959" y="3066"/>
                  </a:cubicBezTo>
                  <a:cubicBezTo>
                    <a:pt x="3151" y="2711"/>
                    <a:pt x="3233" y="2521"/>
                    <a:pt x="3411" y="2127"/>
                  </a:cubicBezTo>
                  <a:lnTo>
                    <a:pt x="3413" y="2125"/>
                  </a:lnTo>
                  <a:cubicBezTo>
                    <a:pt x="3492" y="1948"/>
                    <a:pt x="3582" y="1746"/>
                    <a:pt x="3697" y="1496"/>
                  </a:cubicBezTo>
                  <a:lnTo>
                    <a:pt x="3697" y="1494"/>
                  </a:lnTo>
                  <a:cubicBezTo>
                    <a:pt x="4197" y="433"/>
                    <a:pt x="4268" y="219"/>
                    <a:pt x="4479" y="219"/>
                  </a:cubicBezTo>
                  <a:close/>
                  <a:moveTo>
                    <a:pt x="8031" y="11391"/>
                  </a:moveTo>
                  <a:cubicBezTo>
                    <a:pt x="8032" y="11392"/>
                    <a:pt x="8032" y="11392"/>
                    <a:pt x="8032" y="11392"/>
                  </a:cubicBezTo>
                  <a:lnTo>
                    <a:pt x="8032" y="11392"/>
                  </a:lnTo>
                  <a:cubicBezTo>
                    <a:pt x="8032" y="11392"/>
                    <a:pt x="8032" y="11391"/>
                    <a:pt x="8031" y="11391"/>
                  </a:cubicBezTo>
                  <a:close/>
                  <a:moveTo>
                    <a:pt x="8454" y="2921"/>
                  </a:moveTo>
                  <a:lnTo>
                    <a:pt x="8454" y="2921"/>
                  </a:lnTo>
                  <a:cubicBezTo>
                    <a:pt x="8263" y="3423"/>
                    <a:pt x="8085" y="3969"/>
                    <a:pt x="7967" y="4525"/>
                  </a:cubicBezTo>
                  <a:cubicBezTo>
                    <a:pt x="7941" y="4648"/>
                    <a:pt x="7918" y="4773"/>
                    <a:pt x="7897" y="4897"/>
                  </a:cubicBezTo>
                  <a:cubicBezTo>
                    <a:pt x="7876" y="5021"/>
                    <a:pt x="7861" y="5146"/>
                    <a:pt x="7849" y="5270"/>
                  </a:cubicBezTo>
                  <a:cubicBezTo>
                    <a:pt x="7751" y="6227"/>
                    <a:pt x="7880" y="7179"/>
                    <a:pt x="8459" y="7978"/>
                  </a:cubicBezTo>
                  <a:cubicBezTo>
                    <a:pt x="8578" y="8141"/>
                    <a:pt x="8701" y="8284"/>
                    <a:pt x="8828" y="8410"/>
                  </a:cubicBezTo>
                  <a:cubicBezTo>
                    <a:pt x="8891" y="8471"/>
                    <a:pt x="8956" y="8531"/>
                    <a:pt x="9021" y="8586"/>
                  </a:cubicBezTo>
                  <a:cubicBezTo>
                    <a:pt x="9784" y="9256"/>
                    <a:pt x="10782" y="9448"/>
                    <a:pt x="11156" y="10388"/>
                  </a:cubicBezTo>
                  <a:cubicBezTo>
                    <a:pt x="11251" y="10628"/>
                    <a:pt x="11269" y="10861"/>
                    <a:pt x="11153" y="11092"/>
                  </a:cubicBezTo>
                  <a:cubicBezTo>
                    <a:pt x="11148" y="11101"/>
                    <a:pt x="11132" y="11132"/>
                    <a:pt x="11124" y="11137"/>
                  </a:cubicBezTo>
                  <a:cubicBezTo>
                    <a:pt x="11097" y="11192"/>
                    <a:pt x="11013" y="11280"/>
                    <a:pt x="10970" y="11314"/>
                  </a:cubicBezTo>
                  <a:lnTo>
                    <a:pt x="10967" y="11314"/>
                  </a:lnTo>
                  <a:cubicBezTo>
                    <a:pt x="10867" y="11407"/>
                    <a:pt x="10689" y="11486"/>
                    <a:pt x="10557" y="11526"/>
                  </a:cubicBezTo>
                  <a:cubicBezTo>
                    <a:pt x="10550" y="11527"/>
                    <a:pt x="10547" y="11529"/>
                    <a:pt x="10543" y="11529"/>
                  </a:cubicBezTo>
                  <a:cubicBezTo>
                    <a:pt x="10356" y="11572"/>
                    <a:pt x="10159" y="11591"/>
                    <a:pt x="9957" y="11591"/>
                  </a:cubicBezTo>
                  <a:cubicBezTo>
                    <a:pt x="8196" y="11591"/>
                    <a:pt x="5952" y="10106"/>
                    <a:pt x="4817" y="8912"/>
                  </a:cubicBezTo>
                  <a:cubicBezTo>
                    <a:pt x="4780" y="8875"/>
                    <a:pt x="4741" y="8837"/>
                    <a:pt x="4705" y="8797"/>
                  </a:cubicBezTo>
                  <a:cubicBezTo>
                    <a:pt x="4613" y="8699"/>
                    <a:pt x="4521" y="8600"/>
                    <a:pt x="4426" y="8495"/>
                  </a:cubicBezTo>
                  <a:cubicBezTo>
                    <a:pt x="4399" y="8464"/>
                    <a:pt x="4370" y="8432"/>
                    <a:pt x="4340" y="8401"/>
                  </a:cubicBezTo>
                  <a:cubicBezTo>
                    <a:pt x="4311" y="8369"/>
                    <a:pt x="4282" y="8336"/>
                    <a:pt x="4253" y="8302"/>
                  </a:cubicBezTo>
                  <a:cubicBezTo>
                    <a:pt x="4261" y="8296"/>
                    <a:pt x="4274" y="8289"/>
                    <a:pt x="4287" y="8281"/>
                  </a:cubicBezTo>
                  <a:cubicBezTo>
                    <a:pt x="4368" y="8237"/>
                    <a:pt x="4443" y="8203"/>
                    <a:pt x="4510" y="8174"/>
                  </a:cubicBezTo>
                  <a:cubicBezTo>
                    <a:pt x="4594" y="8139"/>
                    <a:pt x="4669" y="8114"/>
                    <a:pt x="4740" y="8097"/>
                  </a:cubicBezTo>
                  <a:cubicBezTo>
                    <a:pt x="5511" y="7888"/>
                    <a:pt x="6302" y="8205"/>
                    <a:pt x="6645" y="7370"/>
                  </a:cubicBezTo>
                  <a:cubicBezTo>
                    <a:pt x="7030" y="6428"/>
                    <a:pt x="5946" y="3919"/>
                    <a:pt x="8454" y="2921"/>
                  </a:cubicBezTo>
                  <a:close/>
                  <a:moveTo>
                    <a:pt x="1185" y="5604"/>
                  </a:moveTo>
                  <a:cubicBezTo>
                    <a:pt x="1209" y="5677"/>
                    <a:pt x="1239" y="5746"/>
                    <a:pt x="1271" y="5805"/>
                  </a:cubicBezTo>
                  <a:cubicBezTo>
                    <a:pt x="1489" y="6187"/>
                    <a:pt x="1870" y="6471"/>
                    <a:pt x="2311" y="6799"/>
                  </a:cubicBezTo>
                  <a:cubicBezTo>
                    <a:pt x="2694" y="7084"/>
                    <a:pt x="3129" y="7409"/>
                    <a:pt x="3560" y="7871"/>
                  </a:cubicBezTo>
                  <a:cubicBezTo>
                    <a:pt x="3764" y="8089"/>
                    <a:pt x="3939" y="8284"/>
                    <a:pt x="4089" y="8449"/>
                  </a:cubicBezTo>
                  <a:cubicBezTo>
                    <a:pt x="4150" y="8516"/>
                    <a:pt x="4209" y="8579"/>
                    <a:pt x="4264" y="8643"/>
                  </a:cubicBezTo>
                  <a:cubicBezTo>
                    <a:pt x="4401" y="8793"/>
                    <a:pt x="4529" y="8932"/>
                    <a:pt x="4661" y="9066"/>
                  </a:cubicBezTo>
                  <a:lnTo>
                    <a:pt x="4778" y="9183"/>
                  </a:lnTo>
                  <a:cubicBezTo>
                    <a:pt x="4835" y="9240"/>
                    <a:pt x="4894" y="9297"/>
                    <a:pt x="4953" y="9354"/>
                  </a:cubicBezTo>
                  <a:cubicBezTo>
                    <a:pt x="4982" y="9383"/>
                    <a:pt x="5013" y="9413"/>
                    <a:pt x="5052" y="9446"/>
                  </a:cubicBezTo>
                  <a:cubicBezTo>
                    <a:pt x="5083" y="9476"/>
                    <a:pt x="5113" y="9502"/>
                    <a:pt x="5141" y="9527"/>
                  </a:cubicBezTo>
                  <a:cubicBezTo>
                    <a:pt x="5149" y="9534"/>
                    <a:pt x="5158" y="9542"/>
                    <a:pt x="5165" y="9549"/>
                  </a:cubicBezTo>
                  <a:lnTo>
                    <a:pt x="5173" y="9556"/>
                  </a:lnTo>
                  <a:cubicBezTo>
                    <a:pt x="5191" y="9571"/>
                    <a:pt x="5882" y="10196"/>
                    <a:pt x="6792" y="10751"/>
                  </a:cubicBezTo>
                  <a:cubicBezTo>
                    <a:pt x="6792" y="10751"/>
                    <a:pt x="7364" y="11105"/>
                    <a:pt x="7891" y="11331"/>
                  </a:cubicBezTo>
                  <a:cubicBezTo>
                    <a:pt x="7905" y="11338"/>
                    <a:pt x="8033" y="11392"/>
                    <a:pt x="8032" y="11392"/>
                  </a:cubicBezTo>
                  <a:cubicBezTo>
                    <a:pt x="8032" y="11392"/>
                    <a:pt x="8032" y="11392"/>
                    <a:pt x="8032" y="11392"/>
                  </a:cubicBezTo>
                  <a:lnTo>
                    <a:pt x="8032" y="11392"/>
                  </a:lnTo>
                  <a:cubicBezTo>
                    <a:pt x="8559" y="11596"/>
                    <a:pt x="8564" y="11585"/>
                    <a:pt x="8797" y="11654"/>
                  </a:cubicBezTo>
                  <a:cubicBezTo>
                    <a:pt x="8799" y="11654"/>
                    <a:pt x="8800" y="11655"/>
                    <a:pt x="8800" y="11655"/>
                  </a:cubicBezTo>
                  <a:cubicBezTo>
                    <a:pt x="9022" y="11704"/>
                    <a:pt x="9418" y="11824"/>
                    <a:pt x="9939" y="11824"/>
                  </a:cubicBezTo>
                  <a:cubicBezTo>
                    <a:pt x="10177" y="11824"/>
                    <a:pt x="10393" y="11798"/>
                    <a:pt x="10584" y="11743"/>
                  </a:cubicBezTo>
                  <a:lnTo>
                    <a:pt x="10589" y="11743"/>
                  </a:lnTo>
                  <a:cubicBezTo>
                    <a:pt x="10595" y="11740"/>
                    <a:pt x="10602" y="11739"/>
                    <a:pt x="10606" y="11737"/>
                  </a:cubicBezTo>
                  <a:cubicBezTo>
                    <a:pt x="10611" y="11737"/>
                    <a:pt x="10614" y="11736"/>
                    <a:pt x="10620" y="11735"/>
                  </a:cubicBezTo>
                  <a:cubicBezTo>
                    <a:pt x="10695" y="11713"/>
                    <a:pt x="10766" y="11684"/>
                    <a:pt x="10835" y="11652"/>
                  </a:cubicBezTo>
                  <a:cubicBezTo>
                    <a:pt x="10869" y="11637"/>
                    <a:pt x="10901" y="11620"/>
                    <a:pt x="10932" y="11601"/>
                  </a:cubicBezTo>
                  <a:cubicBezTo>
                    <a:pt x="10942" y="11597"/>
                    <a:pt x="10951" y="11592"/>
                    <a:pt x="10960" y="11587"/>
                  </a:cubicBezTo>
                  <a:lnTo>
                    <a:pt x="10960" y="11587"/>
                  </a:lnTo>
                  <a:cubicBezTo>
                    <a:pt x="10947" y="11619"/>
                    <a:pt x="10932" y="11645"/>
                    <a:pt x="10920" y="11665"/>
                  </a:cubicBezTo>
                  <a:cubicBezTo>
                    <a:pt x="10658" y="12043"/>
                    <a:pt x="10197" y="12208"/>
                    <a:pt x="9626" y="12208"/>
                  </a:cubicBezTo>
                  <a:cubicBezTo>
                    <a:pt x="7717" y="12208"/>
                    <a:pt x="4557" y="10366"/>
                    <a:pt x="3285" y="8443"/>
                  </a:cubicBezTo>
                  <a:cubicBezTo>
                    <a:pt x="3271" y="8423"/>
                    <a:pt x="3260" y="8414"/>
                    <a:pt x="3246" y="8414"/>
                  </a:cubicBezTo>
                  <a:cubicBezTo>
                    <a:pt x="3181" y="8414"/>
                    <a:pt x="3112" y="8647"/>
                    <a:pt x="2868" y="8750"/>
                  </a:cubicBezTo>
                  <a:cubicBezTo>
                    <a:pt x="2796" y="8779"/>
                    <a:pt x="2712" y="8797"/>
                    <a:pt x="2611" y="8797"/>
                  </a:cubicBezTo>
                  <a:cubicBezTo>
                    <a:pt x="2386" y="8797"/>
                    <a:pt x="2074" y="8706"/>
                    <a:pt x="1634" y="8431"/>
                  </a:cubicBezTo>
                  <a:cubicBezTo>
                    <a:pt x="1161" y="8133"/>
                    <a:pt x="236" y="7568"/>
                    <a:pt x="337" y="6905"/>
                  </a:cubicBezTo>
                  <a:cubicBezTo>
                    <a:pt x="375" y="6646"/>
                    <a:pt x="510" y="6300"/>
                    <a:pt x="692" y="6033"/>
                  </a:cubicBezTo>
                  <a:cubicBezTo>
                    <a:pt x="858" y="5789"/>
                    <a:pt x="1022" y="5656"/>
                    <a:pt x="1185" y="5604"/>
                  </a:cubicBezTo>
                  <a:close/>
                  <a:moveTo>
                    <a:pt x="4478" y="0"/>
                  </a:moveTo>
                  <a:cubicBezTo>
                    <a:pt x="4082" y="0"/>
                    <a:pt x="3977" y="431"/>
                    <a:pt x="3689" y="1005"/>
                  </a:cubicBezTo>
                  <a:cubicBezTo>
                    <a:pt x="3667" y="612"/>
                    <a:pt x="3520" y="124"/>
                    <a:pt x="3148" y="45"/>
                  </a:cubicBezTo>
                  <a:cubicBezTo>
                    <a:pt x="3119" y="38"/>
                    <a:pt x="3090" y="35"/>
                    <a:pt x="3062" y="35"/>
                  </a:cubicBezTo>
                  <a:cubicBezTo>
                    <a:pt x="2898" y="35"/>
                    <a:pt x="2744" y="135"/>
                    <a:pt x="2630" y="320"/>
                  </a:cubicBezTo>
                  <a:cubicBezTo>
                    <a:pt x="2242" y="942"/>
                    <a:pt x="2546" y="1913"/>
                    <a:pt x="2975" y="2553"/>
                  </a:cubicBezTo>
                  <a:cubicBezTo>
                    <a:pt x="2732" y="3072"/>
                    <a:pt x="2672" y="3148"/>
                    <a:pt x="2229" y="3552"/>
                  </a:cubicBezTo>
                  <a:cubicBezTo>
                    <a:pt x="1810" y="3939"/>
                    <a:pt x="1287" y="4420"/>
                    <a:pt x="1129" y="5234"/>
                  </a:cubicBezTo>
                  <a:cubicBezTo>
                    <a:pt x="1121" y="5272"/>
                    <a:pt x="1122" y="5329"/>
                    <a:pt x="1133" y="5391"/>
                  </a:cubicBezTo>
                  <a:cubicBezTo>
                    <a:pt x="907" y="5458"/>
                    <a:pt x="701" y="5629"/>
                    <a:pt x="510" y="5910"/>
                  </a:cubicBezTo>
                  <a:cubicBezTo>
                    <a:pt x="320" y="6190"/>
                    <a:pt x="166" y="6567"/>
                    <a:pt x="121" y="6872"/>
                  </a:cubicBezTo>
                  <a:cubicBezTo>
                    <a:pt x="1" y="7666"/>
                    <a:pt x="972" y="8274"/>
                    <a:pt x="1494" y="8600"/>
                  </a:cubicBezTo>
                  <a:lnTo>
                    <a:pt x="1518" y="8615"/>
                  </a:lnTo>
                  <a:cubicBezTo>
                    <a:pt x="1950" y="8884"/>
                    <a:pt x="2307" y="9015"/>
                    <a:pt x="2610" y="9015"/>
                  </a:cubicBezTo>
                  <a:cubicBezTo>
                    <a:pt x="2734" y="9015"/>
                    <a:pt x="2848" y="8993"/>
                    <a:pt x="2950" y="8950"/>
                  </a:cubicBezTo>
                  <a:cubicBezTo>
                    <a:pt x="3075" y="8898"/>
                    <a:pt x="3166" y="8822"/>
                    <a:pt x="3232" y="8751"/>
                  </a:cubicBezTo>
                  <a:cubicBezTo>
                    <a:pt x="4599" y="10633"/>
                    <a:pt x="7686" y="12425"/>
                    <a:pt x="9626" y="12425"/>
                  </a:cubicBezTo>
                  <a:cubicBezTo>
                    <a:pt x="10300" y="12425"/>
                    <a:pt x="10810" y="12206"/>
                    <a:pt x="11099" y="11788"/>
                  </a:cubicBezTo>
                  <a:cubicBezTo>
                    <a:pt x="11179" y="11675"/>
                    <a:pt x="11249" y="11438"/>
                    <a:pt x="11241" y="11348"/>
                  </a:cubicBezTo>
                  <a:lnTo>
                    <a:pt x="11244" y="11345"/>
                  </a:lnTo>
                  <a:lnTo>
                    <a:pt x="11246" y="11344"/>
                  </a:lnTo>
                  <a:cubicBezTo>
                    <a:pt x="11247" y="11343"/>
                    <a:pt x="11247" y="11342"/>
                    <a:pt x="11247" y="11341"/>
                  </a:cubicBezTo>
                  <a:cubicBezTo>
                    <a:pt x="11369" y="11192"/>
                    <a:pt x="11449" y="10988"/>
                    <a:pt x="11449" y="10765"/>
                  </a:cubicBezTo>
                  <a:cubicBezTo>
                    <a:pt x="11451" y="10619"/>
                    <a:pt x="11422" y="10466"/>
                    <a:pt x="11359" y="10308"/>
                  </a:cubicBezTo>
                  <a:cubicBezTo>
                    <a:pt x="10958" y="9307"/>
                    <a:pt x="10045" y="9148"/>
                    <a:pt x="9184" y="8442"/>
                  </a:cubicBezTo>
                  <a:cubicBezTo>
                    <a:pt x="9140" y="8403"/>
                    <a:pt x="9096" y="8365"/>
                    <a:pt x="9054" y="8325"/>
                  </a:cubicBezTo>
                  <a:cubicBezTo>
                    <a:pt x="9025" y="8296"/>
                    <a:pt x="8997" y="8269"/>
                    <a:pt x="8968" y="8241"/>
                  </a:cubicBezTo>
                  <a:cubicBezTo>
                    <a:pt x="8854" y="8125"/>
                    <a:pt x="8743" y="7995"/>
                    <a:pt x="8637" y="7848"/>
                  </a:cubicBezTo>
                  <a:cubicBezTo>
                    <a:pt x="7829" y="6738"/>
                    <a:pt x="7837" y="5151"/>
                    <a:pt x="8659" y="2999"/>
                  </a:cubicBezTo>
                  <a:cubicBezTo>
                    <a:pt x="8683" y="2932"/>
                    <a:pt x="8708" y="2865"/>
                    <a:pt x="8736" y="2801"/>
                  </a:cubicBezTo>
                  <a:cubicBezTo>
                    <a:pt x="8875" y="2453"/>
                    <a:pt x="8891" y="2172"/>
                    <a:pt x="8788" y="1945"/>
                  </a:cubicBezTo>
                  <a:cubicBezTo>
                    <a:pt x="8694" y="1743"/>
                    <a:pt x="8506" y="1590"/>
                    <a:pt x="8231" y="1494"/>
                  </a:cubicBezTo>
                  <a:cubicBezTo>
                    <a:pt x="7962" y="1401"/>
                    <a:pt x="7681" y="1312"/>
                    <a:pt x="7415" y="1312"/>
                  </a:cubicBezTo>
                  <a:cubicBezTo>
                    <a:pt x="7223" y="1312"/>
                    <a:pt x="7040" y="1358"/>
                    <a:pt x="6876" y="1484"/>
                  </a:cubicBezTo>
                  <a:cubicBezTo>
                    <a:pt x="6427" y="1291"/>
                    <a:pt x="5850" y="1042"/>
                    <a:pt x="5403" y="845"/>
                  </a:cubicBezTo>
                  <a:cubicBezTo>
                    <a:pt x="5433" y="737"/>
                    <a:pt x="5440" y="623"/>
                    <a:pt x="5386" y="502"/>
                  </a:cubicBezTo>
                  <a:cubicBezTo>
                    <a:pt x="5305" y="322"/>
                    <a:pt x="5111" y="190"/>
                    <a:pt x="4722" y="50"/>
                  </a:cubicBezTo>
                  <a:cubicBezTo>
                    <a:pt x="4629" y="16"/>
                    <a:pt x="4551" y="0"/>
                    <a:pt x="4478"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7" name="Google Shape;2893;p36">
              <a:extLst>
                <a:ext uri="{FF2B5EF4-FFF2-40B4-BE49-F238E27FC236}">
                  <a16:creationId xmlns:a16="http://schemas.microsoft.com/office/drawing/2014/main" id="{8B930732-FEA2-1023-079D-AF944FC4B1F4}"/>
                </a:ext>
              </a:extLst>
            </p:cNvPr>
            <p:cNvSpPr/>
            <p:nvPr/>
          </p:nvSpPr>
          <p:spPr>
            <a:xfrm>
              <a:off x="1546025" y="2887650"/>
              <a:ext cx="61500" cy="105250"/>
            </a:xfrm>
            <a:custGeom>
              <a:avLst/>
              <a:gdLst/>
              <a:ahLst/>
              <a:cxnLst/>
              <a:rect l="l" t="t" r="r" b="b"/>
              <a:pathLst>
                <a:path w="2460" h="4210" extrusionOk="0">
                  <a:moveTo>
                    <a:pt x="1655" y="1"/>
                  </a:moveTo>
                  <a:cubicBezTo>
                    <a:pt x="823" y="254"/>
                    <a:pt x="314" y="401"/>
                    <a:pt x="0" y="495"/>
                  </a:cubicBezTo>
                  <a:lnTo>
                    <a:pt x="0" y="497"/>
                  </a:lnTo>
                  <a:cubicBezTo>
                    <a:pt x="4" y="509"/>
                    <a:pt x="8" y="519"/>
                    <a:pt x="11" y="531"/>
                  </a:cubicBezTo>
                  <a:cubicBezTo>
                    <a:pt x="89" y="763"/>
                    <a:pt x="171" y="1065"/>
                    <a:pt x="263" y="1411"/>
                  </a:cubicBezTo>
                  <a:cubicBezTo>
                    <a:pt x="279" y="1466"/>
                    <a:pt x="293" y="1522"/>
                    <a:pt x="309" y="1580"/>
                  </a:cubicBezTo>
                  <a:lnTo>
                    <a:pt x="309" y="1581"/>
                  </a:lnTo>
                  <a:cubicBezTo>
                    <a:pt x="544" y="2453"/>
                    <a:pt x="838" y="3475"/>
                    <a:pt x="1252" y="3942"/>
                  </a:cubicBezTo>
                  <a:cubicBezTo>
                    <a:pt x="1415" y="4125"/>
                    <a:pt x="1603" y="4210"/>
                    <a:pt x="1845" y="4210"/>
                  </a:cubicBezTo>
                  <a:cubicBezTo>
                    <a:pt x="2028" y="4209"/>
                    <a:pt x="2168" y="4169"/>
                    <a:pt x="2262" y="4091"/>
                  </a:cubicBezTo>
                  <a:cubicBezTo>
                    <a:pt x="2419" y="3958"/>
                    <a:pt x="2460" y="3702"/>
                    <a:pt x="2431" y="3370"/>
                  </a:cubicBezTo>
                  <a:cubicBezTo>
                    <a:pt x="2394" y="2928"/>
                    <a:pt x="2234" y="2354"/>
                    <a:pt x="2067" y="1760"/>
                  </a:cubicBezTo>
                  <a:cubicBezTo>
                    <a:pt x="2008" y="1544"/>
                    <a:pt x="1947" y="1324"/>
                    <a:pt x="1888" y="1102"/>
                  </a:cubicBezTo>
                  <a:cubicBezTo>
                    <a:pt x="1807" y="791"/>
                    <a:pt x="1730" y="475"/>
                    <a:pt x="1672" y="159"/>
                  </a:cubicBezTo>
                  <a:cubicBezTo>
                    <a:pt x="1661" y="104"/>
                    <a:pt x="1655" y="51"/>
                    <a:pt x="1655" y="1"/>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8" name="Google Shape;2894;p36">
              <a:extLst>
                <a:ext uri="{FF2B5EF4-FFF2-40B4-BE49-F238E27FC236}">
                  <a16:creationId xmlns:a16="http://schemas.microsoft.com/office/drawing/2014/main" id="{F0174B31-08CF-696E-ACDF-FC202756CF2C}"/>
                </a:ext>
              </a:extLst>
            </p:cNvPr>
            <p:cNvSpPr/>
            <p:nvPr/>
          </p:nvSpPr>
          <p:spPr>
            <a:xfrm>
              <a:off x="1536200" y="3001675"/>
              <a:ext cx="293925" cy="103000"/>
            </a:xfrm>
            <a:custGeom>
              <a:avLst/>
              <a:gdLst/>
              <a:ahLst/>
              <a:cxnLst/>
              <a:rect l="l" t="t" r="r" b="b"/>
              <a:pathLst>
                <a:path w="11757" h="4120" extrusionOk="0">
                  <a:moveTo>
                    <a:pt x="11450" y="1"/>
                  </a:moveTo>
                  <a:cubicBezTo>
                    <a:pt x="11416" y="1"/>
                    <a:pt x="11383" y="13"/>
                    <a:pt x="11356" y="37"/>
                  </a:cubicBezTo>
                  <a:cubicBezTo>
                    <a:pt x="11338" y="51"/>
                    <a:pt x="11323" y="70"/>
                    <a:pt x="11310" y="93"/>
                  </a:cubicBezTo>
                  <a:cubicBezTo>
                    <a:pt x="11281" y="152"/>
                    <a:pt x="11242" y="205"/>
                    <a:pt x="11202" y="262"/>
                  </a:cubicBezTo>
                  <a:cubicBezTo>
                    <a:pt x="11182" y="291"/>
                    <a:pt x="11162" y="320"/>
                    <a:pt x="11143" y="349"/>
                  </a:cubicBezTo>
                  <a:cubicBezTo>
                    <a:pt x="11070" y="461"/>
                    <a:pt x="10892" y="610"/>
                    <a:pt x="10775" y="710"/>
                  </a:cubicBezTo>
                  <a:lnTo>
                    <a:pt x="10697" y="776"/>
                  </a:lnTo>
                  <a:cubicBezTo>
                    <a:pt x="10022" y="1344"/>
                    <a:pt x="8573" y="1790"/>
                    <a:pt x="8010" y="1844"/>
                  </a:cubicBezTo>
                  <a:cubicBezTo>
                    <a:pt x="7932" y="1851"/>
                    <a:pt x="7870" y="1860"/>
                    <a:pt x="7805" y="1868"/>
                  </a:cubicBezTo>
                  <a:cubicBezTo>
                    <a:pt x="7633" y="1893"/>
                    <a:pt x="7436" y="1919"/>
                    <a:pt x="6824" y="1930"/>
                  </a:cubicBezTo>
                  <a:cubicBezTo>
                    <a:pt x="6784" y="1931"/>
                    <a:pt x="6743" y="1931"/>
                    <a:pt x="6701" y="1931"/>
                  </a:cubicBezTo>
                  <a:cubicBezTo>
                    <a:pt x="5991" y="1931"/>
                    <a:pt x="5073" y="1836"/>
                    <a:pt x="4182" y="1745"/>
                  </a:cubicBezTo>
                  <a:cubicBezTo>
                    <a:pt x="3253" y="1650"/>
                    <a:pt x="2357" y="1557"/>
                    <a:pt x="1647" y="1557"/>
                  </a:cubicBezTo>
                  <a:cubicBezTo>
                    <a:pt x="1259" y="1557"/>
                    <a:pt x="926" y="1585"/>
                    <a:pt x="673" y="1654"/>
                  </a:cubicBezTo>
                  <a:cubicBezTo>
                    <a:pt x="589" y="1677"/>
                    <a:pt x="519" y="1703"/>
                    <a:pt x="460" y="1733"/>
                  </a:cubicBezTo>
                  <a:cubicBezTo>
                    <a:pt x="399" y="1762"/>
                    <a:pt x="344" y="1798"/>
                    <a:pt x="296" y="1837"/>
                  </a:cubicBezTo>
                  <a:cubicBezTo>
                    <a:pt x="83" y="2016"/>
                    <a:pt x="0" y="2303"/>
                    <a:pt x="42" y="2711"/>
                  </a:cubicBezTo>
                  <a:cubicBezTo>
                    <a:pt x="74" y="3033"/>
                    <a:pt x="193" y="3402"/>
                    <a:pt x="347" y="3653"/>
                  </a:cubicBezTo>
                  <a:cubicBezTo>
                    <a:pt x="573" y="4023"/>
                    <a:pt x="1049" y="4119"/>
                    <a:pt x="1521" y="4119"/>
                  </a:cubicBezTo>
                  <a:cubicBezTo>
                    <a:pt x="1843" y="4119"/>
                    <a:pt x="2163" y="4074"/>
                    <a:pt x="2401" y="4040"/>
                  </a:cubicBezTo>
                  <a:lnTo>
                    <a:pt x="2429" y="4036"/>
                  </a:lnTo>
                  <a:cubicBezTo>
                    <a:pt x="2912" y="3967"/>
                    <a:pt x="3253" y="3846"/>
                    <a:pt x="3469" y="3665"/>
                  </a:cubicBezTo>
                  <a:cubicBezTo>
                    <a:pt x="3551" y="3595"/>
                    <a:pt x="3616" y="3516"/>
                    <a:pt x="3659" y="3430"/>
                  </a:cubicBezTo>
                  <a:cubicBezTo>
                    <a:pt x="3744" y="3265"/>
                    <a:pt x="3740" y="3106"/>
                    <a:pt x="3735" y="3004"/>
                  </a:cubicBezTo>
                  <a:lnTo>
                    <a:pt x="3735" y="3004"/>
                  </a:lnTo>
                  <a:cubicBezTo>
                    <a:pt x="4334" y="3171"/>
                    <a:pt x="5032" y="3248"/>
                    <a:pt x="5762" y="3248"/>
                  </a:cubicBezTo>
                  <a:cubicBezTo>
                    <a:pt x="7737" y="3248"/>
                    <a:pt x="9942" y="2679"/>
                    <a:pt x="11033" y="1763"/>
                  </a:cubicBezTo>
                  <a:lnTo>
                    <a:pt x="11033" y="1762"/>
                  </a:lnTo>
                  <a:cubicBezTo>
                    <a:pt x="11528" y="1347"/>
                    <a:pt x="11757" y="895"/>
                    <a:pt x="11713" y="420"/>
                  </a:cubicBezTo>
                  <a:cubicBezTo>
                    <a:pt x="11704" y="324"/>
                    <a:pt x="11639" y="159"/>
                    <a:pt x="11590" y="84"/>
                  </a:cubicBezTo>
                  <a:cubicBezTo>
                    <a:pt x="11560" y="39"/>
                    <a:pt x="11519" y="10"/>
                    <a:pt x="11473" y="2"/>
                  </a:cubicBezTo>
                  <a:cubicBezTo>
                    <a:pt x="11465" y="1"/>
                    <a:pt x="11458" y="1"/>
                    <a:pt x="11450"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9" name="Google Shape;2895;p36">
              <a:extLst>
                <a:ext uri="{FF2B5EF4-FFF2-40B4-BE49-F238E27FC236}">
                  <a16:creationId xmlns:a16="http://schemas.microsoft.com/office/drawing/2014/main" id="{F728B971-86BC-E55F-21DA-6BD291B5C533}"/>
                </a:ext>
              </a:extLst>
            </p:cNvPr>
            <p:cNvSpPr/>
            <p:nvPr/>
          </p:nvSpPr>
          <p:spPr>
            <a:xfrm>
              <a:off x="1512400" y="2861725"/>
              <a:ext cx="313250" cy="200150"/>
            </a:xfrm>
            <a:custGeom>
              <a:avLst/>
              <a:gdLst/>
              <a:ahLst/>
              <a:cxnLst/>
              <a:rect l="l" t="t" r="r" b="b"/>
              <a:pathLst>
                <a:path w="12530" h="8006" extrusionOk="0">
                  <a:moveTo>
                    <a:pt x="4356" y="0"/>
                  </a:moveTo>
                  <a:cubicBezTo>
                    <a:pt x="4245" y="0"/>
                    <a:pt x="4124" y="25"/>
                    <a:pt x="3995" y="75"/>
                  </a:cubicBezTo>
                  <a:cubicBezTo>
                    <a:pt x="3739" y="171"/>
                    <a:pt x="3475" y="280"/>
                    <a:pt x="3284" y="440"/>
                  </a:cubicBezTo>
                  <a:cubicBezTo>
                    <a:pt x="3122" y="576"/>
                    <a:pt x="3029" y="735"/>
                    <a:pt x="3006" y="922"/>
                  </a:cubicBezTo>
                  <a:cubicBezTo>
                    <a:pt x="3000" y="959"/>
                    <a:pt x="2999" y="997"/>
                    <a:pt x="3000" y="1038"/>
                  </a:cubicBezTo>
                  <a:cubicBezTo>
                    <a:pt x="3000" y="1088"/>
                    <a:pt x="3007" y="1141"/>
                    <a:pt x="3017" y="1195"/>
                  </a:cubicBezTo>
                  <a:cubicBezTo>
                    <a:pt x="3077" y="1512"/>
                    <a:pt x="3153" y="1828"/>
                    <a:pt x="3235" y="2139"/>
                  </a:cubicBezTo>
                  <a:cubicBezTo>
                    <a:pt x="3292" y="2361"/>
                    <a:pt x="3353" y="2580"/>
                    <a:pt x="3412" y="2797"/>
                  </a:cubicBezTo>
                  <a:cubicBezTo>
                    <a:pt x="3703" y="3836"/>
                    <a:pt x="3975" y="4818"/>
                    <a:pt x="3607" y="5128"/>
                  </a:cubicBezTo>
                  <a:cubicBezTo>
                    <a:pt x="3514" y="5206"/>
                    <a:pt x="3374" y="5246"/>
                    <a:pt x="3190" y="5246"/>
                  </a:cubicBezTo>
                  <a:cubicBezTo>
                    <a:pt x="3189" y="5246"/>
                    <a:pt x="3187" y="5246"/>
                    <a:pt x="3186" y="5246"/>
                  </a:cubicBezTo>
                  <a:cubicBezTo>
                    <a:pt x="2946" y="5246"/>
                    <a:pt x="2758" y="5161"/>
                    <a:pt x="2597" y="4979"/>
                  </a:cubicBezTo>
                  <a:cubicBezTo>
                    <a:pt x="2183" y="4512"/>
                    <a:pt x="1890" y="3490"/>
                    <a:pt x="1655" y="2618"/>
                  </a:cubicBezTo>
                  <a:lnTo>
                    <a:pt x="1654" y="2617"/>
                  </a:lnTo>
                  <a:cubicBezTo>
                    <a:pt x="1638" y="2559"/>
                    <a:pt x="1624" y="2503"/>
                    <a:pt x="1608" y="2448"/>
                  </a:cubicBezTo>
                  <a:cubicBezTo>
                    <a:pt x="1512" y="2084"/>
                    <a:pt x="1427" y="1771"/>
                    <a:pt x="1345" y="1534"/>
                  </a:cubicBezTo>
                  <a:lnTo>
                    <a:pt x="1345" y="1532"/>
                  </a:lnTo>
                  <a:lnTo>
                    <a:pt x="1331" y="1493"/>
                  </a:lnTo>
                  <a:cubicBezTo>
                    <a:pt x="1323" y="1471"/>
                    <a:pt x="1317" y="1449"/>
                    <a:pt x="1308" y="1428"/>
                  </a:cubicBezTo>
                  <a:cubicBezTo>
                    <a:pt x="1265" y="1309"/>
                    <a:pt x="1213" y="1199"/>
                    <a:pt x="1091" y="1141"/>
                  </a:cubicBezTo>
                  <a:cubicBezTo>
                    <a:pt x="1038" y="1116"/>
                    <a:pt x="977" y="1103"/>
                    <a:pt x="903" y="1103"/>
                  </a:cubicBezTo>
                  <a:cubicBezTo>
                    <a:pt x="772" y="1103"/>
                    <a:pt x="603" y="1143"/>
                    <a:pt x="377" y="1227"/>
                  </a:cubicBezTo>
                  <a:cubicBezTo>
                    <a:pt x="296" y="1257"/>
                    <a:pt x="237" y="1288"/>
                    <a:pt x="191" y="1326"/>
                  </a:cubicBezTo>
                  <a:cubicBezTo>
                    <a:pt x="1" y="1486"/>
                    <a:pt x="62" y="1713"/>
                    <a:pt x="182" y="2165"/>
                  </a:cubicBezTo>
                  <a:cubicBezTo>
                    <a:pt x="204" y="2250"/>
                    <a:pt x="231" y="2345"/>
                    <a:pt x="257" y="2451"/>
                  </a:cubicBezTo>
                  <a:cubicBezTo>
                    <a:pt x="389" y="2968"/>
                    <a:pt x="491" y="3326"/>
                    <a:pt x="573" y="3615"/>
                  </a:cubicBezTo>
                  <a:cubicBezTo>
                    <a:pt x="676" y="3973"/>
                    <a:pt x="750" y="4231"/>
                    <a:pt x="821" y="4589"/>
                  </a:cubicBezTo>
                  <a:cubicBezTo>
                    <a:pt x="869" y="4827"/>
                    <a:pt x="833" y="5117"/>
                    <a:pt x="793" y="5423"/>
                  </a:cubicBezTo>
                  <a:cubicBezTo>
                    <a:pt x="718" y="6003"/>
                    <a:pt x="633" y="6658"/>
                    <a:pt x="1018" y="7350"/>
                  </a:cubicBezTo>
                  <a:cubicBezTo>
                    <a:pt x="1060" y="7428"/>
                    <a:pt x="1266" y="7581"/>
                    <a:pt x="1438" y="7646"/>
                  </a:cubicBezTo>
                  <a:cubicBezTo>
                    <a:pt x="1670" y="7733"/>
                    <a:pt x="1928" y="7759"/>
                    <a:pt x="2211" y="7759"/>
                  </a:cubicBezTo>
                  <a:cubicBezTo>
                    <a:pt x="2404" y="7759"/>
                    <a:pt x="2610" y="7747"/>
                    <a:pt x="2827" y="7734"/>
                  </a:cubicBezTo>
                  <a:cubicBezTo>
                    <a:pt x="3088" y="7719"/>
                    <a:pt x="3367" y="7702"/>
                    <a:pt x="3669" y="7702"/>
                  </a:cubicBezTo>
                  <a:cubicBezTo>
                    <a:pt x="3927" y="7702"/>
                    <a:pt x="4201" y="7714"/>
                    <a:pt x="4494" y="7750"/>
                  </a:cubicBezTo>
                  <a:cubicBezTo>
                    <a:pt x="4786" y="7787"/>
                    <a:pt x="5040" y="7821"/>
                    <a:pt x="5273" y="7852"/>
                  </a:cubicBezTo>
                  <a:cubicBezTo>
                    <a:pt x="5509" y="7886"/>
                    <a:pt x="5727" y="7914"/>
                    <a:pt x="5944" y="7940"/>
                  </a:cubicBezTo>
                  <a:lnTo>
                    <a:pt x="6102" y="7957"/>
                  </a:lnTo>
                  <a:cubicBezTo>
                    <a:pt x="6195" y="7967"/>
                    <a:pt x="6291" y="7976"/>
                    <a:pt x="6390" y="7982"/>
                  </a:cubicBezTo>
                  <a:cubicBezTo>
                    <a:pt x="6390" y="7982"/>
                    <a:pt x="6423" y="7985"/>
                    <a:pt x="6429" y="7986"/>
                  </a:cubicBezTo>
                  <a:cubicBezTo>
                    <a:pt x="6594" y="7996"/>
                    <a:pt x="6751" y="8002"/>
                    <a:pt x="6910" y="8003"/>
                  </a:cubicBezTo>
                  <a:lnTo>
                    <a:pt x="6922" y="8003"/>
                  </a:lnTo>
                  <a:cubicBezTo>
                    <a:pt x="6951" y="8004"/>
                    <a:pt x="6981" y="8005"/>
                    <a:pt x="7011" y="8005"/>
                  </a:cubicBezTo>
                  <a:cubicBezTo>
                    <a:pt x="7024" y="8005"/>
                    <a:pt x="7038" y="8005"/>
                    <a:pt x="7051" y="8004"/>
                  </a:cubicBezTo>
                  <a:cubicBezTo>
                    <a:pt x="7070" y="8005"/>
                    <a:pt x="7089" y="8006"/>
                    <a:pt x="7108" y="8006"/>
                  </a:cubicBezTo>
                  <a:cubicBezTo>
                    <a:pt x="7139" y="8006"/>
                    <a:pt x="7169" y="8005"/>
                    <a:pt x="7199" y="8003"/>
                  </a:cubicBezTo>
                  <a:cubicBezTo>
                    <a:pt x="7199" y="8003"/>
                    <a:pt x="7306" y="8003"/>
                    <a:pt x="7352" y="8001"/>
                  </a:cubicBezTo>
                  <a:cubicBezTo>
                    <a:pt x="7424" y="7999"/>
                    <a:pt x="7497" y="7998"/>
                    <a:pt x="7566" y="7993"/>
                  </a:cubicBezTo>
                  <a:cubicBezTo>
                    <a:pt x="7629" y="7991"/>
                    <a:pt x="7692" y="7988"/>
                    <a:pt x="7753" y="7985"/>
                  </a:cubicBezTo>
                  <a:cubicBezTo>
                    <a:pt x="8027" y="7968"/>
                    <a:pt x="8299" y="7941"/>
                    <a:pt x="8560" y="7909"/>
                  </a:cubicBezTo>
                  <a:cubicBezTo>
                    <a:pt x="8752" y="7885"/>
                    <a:pt x="8923" y="7859"/>
                    <a:pt x="9082" y="7829"/>
                  </a:cubicBezTo>
                  <a:lnTo>
                    <a:pt x="9117" y="7822"/>
                  </a:lnTo>
                  <a:cubicBezTo>
                    <a:pt x="9174" y="7813"/>
                    <a:pt x="9232" y="7801"/>
                    <a:pt x="9284" y="7789"/>
                  </a:cubicBezTo>
                  <a:cubicBezTo>
                    <a:pt x="9403" y="7767"/>
                    <a:pt x="9525" y="7739"/>
                    <a:pt x="9646" y="7709"/>
                  </a:cubicBezTo>
                  <a:cubicBezTo>
                    <a:pt x="9691" y="7698"/>
                    <a:pt x="9736" y="7688"/>
                    <a:pt x="9779" y="7676"/>
                  </a:cubicBezTo>
                  <a:lnTo>
                    <a:pt x="9883" y="7648"/>
                  </a:lnTo>
                  <a:cubicBezTo>
                    <a:pt x="9918" y="7638"/>
                    <a:pt x="9954" y="7628"/>
                    <a:pt x="9989" y="7618"/>
                  </a:cubicBezTo>
                  <a:lnTo>
                    <a:pt x="10035" y="7604"/>
                  </a:lnTo>
                  <a:cubicBezTo>
                    <a:pt x="10138" y="7574"/>
                    <a:pt x="10236" y="7542"/>
                    <a:pt x="10336" y="7506"/>
                  </a:cubicBezTo>
                  <a:cubicBezTo>
                    <a:pt x="10439" y="7470"/>
                    <a:pt x="10539" y="7432"/>
                    <a:pt x="10638" y="7390"/>
                  </a:cubicBezTo>
                  <a:cubicBezTo>
                    <a:pt x="10721" y="7358"/>
                    <a:pt x="10802" y="7322"/>
                    <a:pt x="10882" y="7285"/>
                  </a:cubicBezTo>
                  <a:cubicBezTo>
                    <a:pt x="11257" y="7114"/>
                    <a:pt x="11580" y="6915"/>
                    <a:pt x="11838" y="6699"/>
                  </a:cubicBezTo>
                  <a:cubicBezTo>
                    <a:pt x="12022" y="6544"/>
                    <a:pt x="12171" y="6382"/>
                    <a:pt x="12279" y="6216"/>
                  </a:cubicBezTo>
                  <a:cubicBezTo>
                    <a:pt x="12466" y="5931"/>
                    <a:pt x="12530" y="5646"/>
                    <a:pt x="12466" y="5389"/>
                  </a:cubicBezTo>
                  <a:cubicBezTo>
                    <a:pt x="12405" y="5150"/>
                    <a:pt x="12233" y="4948"/>
                    <a:pt x="11967" y="4804"/>
                  </a:cubicBezTo>
                  <a:cubicBezTo>
                    <a:pt x="11653" y="4635"/>
                    <a:pt x="11348" y="4580"/>
                    <a:pt x="11042" y="4580"/>
                  </a:cubicBezTo>
                  <a:cubicBezTo>
                    <a:pt x="10762" y="4580"/>
                    <a:pt x="10482" y="4626"/>
                    <a:pt x="10195" y="4674"/>
                  </a:cubicBezTo>
                  <a:cubicBezTo>
                    <a:pt x="9879" y="4727"/>
                    <a:pt x="9537" y="4784"/>
                    <a:pt x="9159" y="4784"/>
                  </a:cubicBezTo>
                  <a:cubicBezTo>
                    <a:pt x="8900" y="4784"/>
                    <a:pt x="8623" y="4757"/>
                    <a:pt x="8326" y="4682"/>
                  </a:cubicBezTo>
                  <a:cubicBezTo>
                    <a:pt x="6955" y="4341"/>
                    <a:pt x="5914" y="3098"/>
                    <a:pt x="5146" y="883"/>
                  </a:cubicBezTo>
                  <a:cubicBezTo>
                    <a:pt x="5123" y="817"/>
                    <a:pt x="5098" y="748"/>
                    <a:pt x="5077" y="681"/>
                  </a:cubicBezTo>
                  <a:cubicBezTo>
                    <a:pt x="4970" y="356"/>
                    <a:pt x="4821" y="153"/>
                    <a:pt x="4624" y="58"/>
                  </a:cubicBezTo>
                  <a:cubicBezTo>
                    <a:pt x="4543" y="19"/>
                    <a:pt x="4453" y="0"/>
                    <a:pt x="4356" y="0"/>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0" name="Google Shape;2896;p36">
              <a:extLst>
                <a:ext uri="{FF2B5EF4-FFF2-40B4-BE49-F238E27FC236}">
                  <a16:creationId xmlns:a16="http://schemas.microsoft.com/office/drawing/2014/main" id="{816D953A-1A1F-79C6-D5FA-1C35D1E4FDB3}"/>
                </a:ext>
              </a:extLst>
            </p:cNvPr>
            <p:cNvSpPr/>
            <p:nvPr/>
          </p:nvSpPr>
          <p:spPr>
            <a:xfrm>
              <a:off x="1545050" y="2884750"/>
              <a:ext cx="48200" cy="42425"/>
            </a:xfrm>
            <a:custGeom>
              <a:avLst/>
              <a:gdLst/>
              <a:ahLst/>
              <a:cxnLst/>
              <a:rect l="l" t="t" r="r" b="b"/>
              <a:pathLst>
                <a:path w="1928" h="1697" extrusionOk="0">
                  <a:moveTo>
                    <a:pt x="1700" y="1"/>
                  </a:moveTo>
                  <a:lnTo>
                    <a:pt x="1700" y="1"/>
                  </a:lnTo>
                  <a:cubicBezTo>
                    <a:pt x="1023" y="205"/>
                    <a:pt x="556" y="343"/>
                    <a:pt x="232" y="440"/>
                  </a:cubicBezTo>
                  <a:cubicBezTo>
                    <a:pt x="146" y="464"/>
                    <a:pt x="68" y="488"/>
                    <a:pt x="1" y="507"/>
                  </a:cubicBezTo>
                  <a:cubicBezTo>
                    <a:pt x="11" y="528"/>
                    <a:pt x="16" y="550"/>
                    <a:pt x="25" y="572"/>
                  </a:cubicBezTo>
                  <a:lnTo>
                    <a:pt x="39" y="613"/>
                  </a:lnTo>
                  <a:cubicBezTo>
                    <a:pt x="121" y="850"/>
                    <a:pt x="206" y="1163"/>
                    <a:pt x="302" y="1527"/>
                  </a:cubicBezTo>
                  <a:cubicBezTo>
                    <a:pt x="318" y="1582"/>
                    <a:pt x="332" y="1638"/>
                    <a:pt x="348" y="1696"/>
                  </a:cubicBezTo>
                  <a:lnTo>
                    <a:pt x="349" y="1697"/>
                  </a:lnTo>
                  <a:cubicBezTo>
                    <a:pt x="883" y="1559"/>
                    <a:pt x="1444" y="1385"/>
                    <a:pt x="1927" y="1218"/>
                  </a:cubicBezTo>
                  <a:cubicBezTo>
                    <a:pt x="1846" y="907"/>
                    <a:pt x="1771" y="591"/>
                    <a:pt x="1711" y="275"/>
                  </a:cubicBezTo>
                  <a:cubicBezTo>
                    <a:pt x="1692" y="177"/>
                    <a:pt x="1689" y="86"/>
                    <a:pt x="1700"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1" name="Google Shape;2897;p36">
              <a:extLst>
                <a:ext uri="{FF2B5EF4-FFF2-40B4-BE49-F238E27FC236}">
                  <a16:creationId xmlns:a16="http://schemas.microsoft.com/office/drawing/2014/main" id="{C6B5CB05-DAE8-37F2-295D-8F68A051F3A8}"/>
                </a:ext>
              </a:extLst>
            </p:cNvPr>
            <p:cNvSpPr/>
            <p:nvPr/>
          </p:nvSpPr>
          <p:spPr>
            <a:xfrm>
              <a:off x="1612375" y="2882000"/>
              <a:ext cx="214325" cy="179875"/>
            </a:xfrm>
            <a:custGeom>
              <a:avLst/>
              <a:gdLst/>
              <a:ahLst/>
              <a:cxnLst/>
              <a:rect l="l" t="t" r="r" b="b"/>
              <a:pathLst>
                <a:path w="8573" h="7195" extrusionOk="0">
                  <a:moveTo>
                    <a:pt x="1045" y="0"/>
                  </a:moveTo>
                  <a:cubicBezTo>
                    <a:pt x="1019" y="0"/>
                    <a:pt x="993" y="10"/>
                    <a:pt x="973" y="26"/>
                  </a:cubicBezTo>
                  <a:cubicBezTo>
                    <a:pt x="963" y="35"/>
                    <a:pt x="955" y="46"/>
                    <a:pt x="948" y="58"/>
                  </a:cubicBezTo>
                  <a:cubicBezTo>
                    <a:pt x="0" y="1821"/>
                    <a:pt x="1031" y="2984"/>
                    <a:pt x="1784" y="3835"/>
                  </a:cubicBezTo>
                  <a:cubicBezTo>
                    <a:pt x="2080" y="4169"/>
                    <a:pt x="2335" y="4458"/>
                    <a:pt x="2417" y="4713"/>
                  </a:cubicBezTo>
                  <a:cubicBezTo>
                    <a:pt x="2518" y="5029"/>
                    <a:pt x="2474" y="5263"/>
                    <a:pt x="2265" y="5520"/>
                  </a:cubicBezTo>
                  <a:cubicBezTo>
                    <a:pt x="2174" y="5631"/>
                    <a:pt x="2059" y="5742"/>
                    <a:pt x="1939" y="5858"/>
                  </a:cubicBezTo>
                  <a:cubicBezTo>
                    <a:pt x="1812" y="5980"/>
                    <a:pt x="1680" y="6106"/>
                    <a:pt x="1553" y="6254"/>
                  </a:cubicBezTo>
                  <a:cubicBezTo>
                    <a:pt x="1452" y="6374"/>
                    <a:pt x="1320" y="6548"/>
                    <a:pt x="1203" y="6851"/>
                  </a:cubicBezTo>
                  <a:cubicBezTo>
                    <a:pt x="1194" y="6872"/>
                    <a:pt x="1188" y="6892"/>
                    <a:pt x="1184" y="6906"/>
                  </a:cubicBezTo>
                  <a:cubicBezTo>
                    <a:pt x="1177" y="6936"/>
                    <a:pt x="1181" y="6968"/>
                    <a:pt x="1199" y="6995"/>
                  </a:cubicBezTo>
                  <a:cubicBezTo>
                    <a:pt x="1216" y="7020"/>
                    <a:pt x="1244" y="7038"/>
                    <a:pt x="1275" y="7042"/>
                  </a:cubicBezTo>
                  <a:lnTo>
                    <a:pt x="1532" y="7077"/>
                  </a:lnTo>
                  <a:cubicBezTo>
                    <a:pt x="1882" y="7124"/>
                    <a:pt x="2183" y="7159"/>
                    <a:pt x="2510" y="7178"/>
                  </a:cubicBezTo>
                  <a:cubicBezTo>
                    <a:pt x="2554" y="7182"/>
                    <a:pt x="2598" y="7183"/>
                    <a:pt x="2639" y="7185"/>
                  </a:cubicBezTo>
                  <a:cubicBezTo>
                    <a:pt x="2681" y="7188"/>
                    <a:pt x="2724" y="7189"/>
                    <a:pt x="2761" y="7189"/>
                  </a:cubicBezTo>
                  <a:cubicBezTo>
                    <a:pt x="2772" y="7190"/>
                    <a:pt x="2782" y="7191"/>
                    <a:pt x="2788" y="7191"/>
                  </a:cubicBezTo>
                  <a:lnTo>
                    <a:pt x="2804" y="7191"/>
                  </a:lnTo>
                  <a:cubicBezTo>
                    <a:pt x="2839" y="7191"/>
                    <a:pt x="2876" y="7192"/>
                    <a:pt x="2913" y="7192"/>
                  </a:cubicBezTo>
                  <a:lnTo>
                    <a:pt x="2980" y="7193"/>
                  </a:lnTo>
                  <a:cubicBezTo>
                    <a:pt x="3023" y="7195"/>
                    <a:pt x="3067" y="7195"/>
                    <a:pt x="3112" y="7195"/>
                  </a:cubicBezTo>
                  <a:lnTo>
                    <a:pt x="3162" y="7195"/>
                  </a:lnTo>
                  <a:cubicBezTo>
                    <a:pt x="3176" y="7193"/>
                    <a:pt x="3192" y="7193"/>
                    <a:pt x="3198" y="7192"/>
                  </a:cubicBezTo>
                  <a:cubicBezTo>
                    <a:pt x="3247" y="7192"/>
                    <a:pt x="3295" y="7191"/>
                    <a:pt x="3352" y="7191"/>
                  </a:cubicBezTo>
                  <a:cubicBezTo>
                    <a:pt x="3389" y="7190"/>
                    <a:pt x="3426" y="7189"/>
                    <a:pt x="3460" y="7187"/>
                  </a:cubicBezTo>
                  <a:lnTo>
                    <a:pt x="3492" y="7186"/>
                  </a:lnTo>
                  <a:cubicBezTo>
                    <a:pt x="3519" y="7185"/>
                    <a:pt x="3544" y="7185"/>
                    <a:pt x="3568" y="7182"/>
                  </a:cubicBezTo>
                  <a:cubicBezTo>
                    <a:pt x="3782" y="7174"/>
                    <a:pt x="3973" y="7160"/>
                    <a:pt x="4151" y="7143"/>
                  </a:cubicBezTo>
                  <a:cubicBezTo>
                    <a:pt x="4211" y="7138"/>
                    <a:pt x="4272" y="7132"/>
                    <a:pt x="4333" y="7125"/>
                  </a:cubicBezTo>
                  <a:lnTo>
                    <a:pt x="4346" y="7124"/>
                  </a:lnTo>
                  <a:cubicBezTo>
                    <a:pt x="4419" y="7116"/>
                    <a:pt x="4492" y="7107"/>
                    <a:pt x="4568" y="7097"/>
                  </a:cubicBezTo>
                  <a:cubicBezTo>
                    <a:pt x="4642" y="7087"/>
                    <a:pt x="4717" y="7077"/>
                    <a:pt x="4791" y="7066"/>
                  </a:cubicBezTo>
                  <a:cubicBezTo>
                    <a:pt x="4792" y="7066"/>
                    <a:pt x="4818" y="7062"/>
                    <a:pt x="4818" y="7062"/>
                  </a:cubicBezTo>
                  <a:cubicBezTo>
                    <a:pt x="4905" y="7050"/>
                    <a:pt x="4992" y="7034"/>
                    <a:pt x="5082" y="7019"/>
                  </a:cubicBezTo>
                  <a:cubicBezTo>
                    <a:pt x="5105" y="7014"/>
                    <a:pt x="5129" y="7011"/>
                    <a:pt x="5155" y="7006"/>
                  </a:cubicBezTo>
                  <a:lnTo>
                    <a:pt x="5182" y="7000"/>
                  </a:lnTo>
                  <a:cubicBezTo>
                    <a:pt x="5202" y="6997"/>
                    <a:pt x="5223" y="6992"/>
                    <a:pt x="5240" y="6989"/>
                  </a:cubicBezTo>
                  <a:cubicBezTo>
                    <a:pt x="5418" y="6955"/>
                    <a:pt x="5599" y="6913"/>
                    <a:pt x="5779" y="6865"/>
                  </a:cubicBezTo>
                  <a:cubicBezTo>
                    <a:pt x="5816" y="6855"/>
                    <a:pt x="5852" y="6845"/>
                    <a:pt x="5884" y="6837"/>
                  </a:cubicBezTo>
                  <a:cubicBezTo>
                    <a:pt x="5921" y="6827"/>
                    <a:pt x="5958" y="6816"/>
                    <a:pt x="5995" y="6806"/>
                  </a:cubicBezTo>
                  <a:lnTo>
                    <a:pt x="6140" y="6761"/>
                  </a:lnTo>
                  <a:lnTo>
                    <a:pt x="6274" y="6718"/>
                  </a:lnTo>
                  <a:cubicBezTo>
                    <a:pt x="6350" y="6692"/>
                    <a:pt x="6428" y="6664"/>
                    <a:pt x="6506" y="6634"/>
                  </a:cubicBezTo>
                  <a:lnTo>
                    <a:pt x="6639" y="6580"/>
                  </a:lnTo>
                  <a:cubicBezTo>
                    <a:pt x="6695" y="6558"/>
                    <a:pt x="6749" y="6536"/>
                    <a:pt x="6800" y="6512"/>
                  </a:cubicBezTo>
                  <a:cubicBezTo>
                    <a:pt x="6853" y="6489"/>
                    <a:pt x="6906" y="6464"/>
                    <a:pt x="6958" y="6439"/>
                  </a:cubicBezTo>
                  <a:cubicBezTo>
                    <a:pt x="7098" y="6371"/>
                    <a:pt x="7236" y="6296"/>
                    <a:pt x="7365" y="6216"/>
                  </a:cubicBezTo>
                  <a:cubicBezTo>
                    <a:pt x="7397" y="6197"/>
                    <a:pt x="7428" y="6177"/>
                    <a:pt x="7449" y="6162"/>
                  </a:cubicBezTo>
                  <a:cubicBezTo>
                    <a:pt x="7464" y="6154"/>
                    <a:pt x="7476" y="6146"/>
                    <a:pt x="7496" y="6133"/>
                  </a:cubicBezTo>
                  <a:cubicBezTo>
                    <a:pt x="7523" y="6114"/>
                    <a:pt x="7551" y="6095"/>
                    <a:pt x="7577" y="6077"/>
                  </a:cubicBezTo>
                  <a:cubicBezTo>
                    <a:pt x="7615" y="6050"/>
                    <a:pt x="7651" y="6022"/>
                    <a:pt x="7689" y="5995"/>
                  </a:cubicBezTo>
                  <a:cubicBezTo>
                    <a:pt x="7731" y="5963"/>
                    <a:pt x="7773" y="5928"/>
                    <a:pt x="7813" y="5895"/>
                  </a:cubicBezTo>
                  <a:cubicBezTo>
                    <a:pt x="7985" y="5751"/>
                    <a:pt x="8139" y="5592"/>
                    <a:pt x="8268" y="5424"/>
                  </a:cubicBezTo>
                  <a:cubicBezTo>
                    <a:pt x="8269" y="5421"/>
                    <a:pt x="8279" y="5408"/>
                    <a:pt x="8280" y="5405"/>
                  </a:cubicBezTo>
                  <a:cubicBezTo>
                    <a:pt x="8362" y="5282"/>
                    <a:pt x="8420" y="5155"/>
                    <a:pt x="8455" y="5030"/>
                  </a:cubicBezTo>
                  <a:cubicBezTo>
                    <a:pt x="8573" y="4602"/>
                    <a:pt x="8396" y="4224"/>
                    <a:pt x="7967" y="3993"/>
                  </a:cubicBezTo>
                  <a:lnTo>
                    <a:pt x="7968" y="3993"/>
                  </a:lnTo>
                  <a:cubicBezTo>
                    <a:pt x="7654" y="3824"/>
                    <a:pt x="7349" y="3769"/>
                    <a:pt x="7044" y="3769"/>
                  </a:cubicBezTo>
                  <a:cubicBezTo>
                    <a:pt x="6764" y="3769"/>
                    <a:pt x="6484" y="3816"/>
                    <a:pt x="6196" y="3864"/>
                  </a:cubicBezTo>
                  <a:cubicBezTo>
                    <a:pt x="5880" y="3917"/>
                    <a:pt x="5538" y="3974"/>
                    <a:pt x="5161" y="3974"/>
                  </a:cubicBezTo>
                  <a:cubicBezTo>
                    <a:pt x="4901" y="3974"/>
                    <a:pt x="4624" y="3947"/>
                    <a:pt x="4326" y="3873"/>
                  </a:cubicBezTo>
                  <a:cubicBezTo>
                    <a:pt x="2955" y="3530"/>
                    <a:pt x="1916" y="2287"/>
                    <a:pt x="1147" y="73"/>
                  </a:cubicBezTo>
                  <a:cubicBezTo>
                    <a:pt x="1133" y="32"/>
                    <a:pt x="1096" y="4"/>
                    <a:pt x="1053" y="0"/>
                  </a:cubicBezTo>
                  <a:cubicBezTo>
                    <a:pt x="1050" y="0"/>
                    <a:pt x="1048" y="0"/>
                    <a:pt x="1045" y="0"/>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2" name="Google Shape;2898;p36">
              <a:extLst>
                <a:ext uri="{FF2B5EF4-FFF2-40B4-BE49-F238E27FC236}">
                  <a16:creationId xmlns:a16="http://schemas.microsoft.com/office/drawing/2014/main" id="{464069AB-34AC-7925-681B-3CB2E2288B15}"/>
                </a:ext>
              </a:extLst>
            </p:cNvPr>
            <p:cNvSpPr/>
            <p:nvPr/>
          </p:nvSpPr>
          <p:spPr>
            <a:xfrm>
              <a:off x="1720850" y="2993650"/>
              <a:ext cx="80800" cy="15925"/>
            </a:xfrm>
            <a:custGeom>
              <a:avLst/>
              <a:gdLst/>
              <a:ahLst/>
              <a:cxnLst/>
              <a:rect l="l" t="t" r="r" b="b"/>
              <a:pathLst>
                <a:path w="3232" h="637" extrusionOk="0">
                  <a:moveTo>
                    <a:pt x="2781" y="0"/>
                  </a:moveTo>
                  <a:cubicBezTo>
                    <a:pt x="2628" y="0"/>
                    <a:pt x="2476" y="18"/>
                    <a:pt x="2329" y="45"/>
                  </a:cubicBezTo>
                  <a:cubicBezTo>
                    <a:pt x="2062" y="93"/>
                    <a:pt x="1811" y="170"/>
                    <a:pt x="1567" y="222"/>
                  </a:cubicBezTo>
                  <a:cubicBezTo>
                    <a:pt x="1367" y="267"/>
                    <a:pt x="1171" y="296"/>
                    <a:pt x="975" y="296"/>
                  </a:cubicBezTo>
                  <a:cubicBezTo>
                    <a:pt x="933" y="296"/>
                    <a:pt x="890" y="294"/>
                    <a:pt x="848" y="291"/>
                  </a:cubicBezTo>
                  <a:cubicBezTo>
                    <a:pt x="609" y="276"/>
                    <a:pt x="372" y="213"/>
                    <a:pt x="129" y="130"/>
                  </a:cubicBezTo>
                  <a:lnTo>
                    <a:pt x="126" y="129"/>
                  </a:lnTo>
                  <a:cubicBezTo>
                    <a:pt x="117" y="126"/>
                    <a:pt x="108" y="124"/>
                    <a:pt x="99" y="124"/>
                  </a:cubicBezTo>
                  <a:cubicBezTo>
                    <a:pt x="72" y="124"/>
                    <a:pt x="45" y="137"/>
                    <a:pt x="28" y="160"/>
                  </a:cubicBezTo>
                  <a:cubicBezTo>
                    <a:pt x="0" y="199"/>
                    <a:pt x="9" y="253"/>
                    <a:pt x="48" y="282"/>
                  </a:cubicBezTo>
                  <a:cubicBezTo>
                    <a:pt x="268" y="441"/>
                    <a:pt x="528" y="560"/>
                    <a:pt x="809" y="609"/>
                  </a:cubicBezTo>
                  <a:cubicBezTo>
                    <a:pt x="914" y="628"/>
                    <a:pt x="1020" y="636"/>
                    <a:pt x="1125" y="636"/>
                  </a:cubicBezTo>
                  <a:cubicBezTo>
                    <a:pt x="1302" y="636"/>
                    <a:pt x="1478" y="612"/>
                    <a:pt x="1645" y="576"/>
                  </a:cubicBezTo>
                  <a:cubicBezTo>
                    <a:pt x="1913" y="517"/>
                    <a:pt x="2160" y="433"/>
                    <a:pt x="2402" y="362"/>
                  </a:cubicBezTo>
                  <a:cubicBezTo>
                    <a:pt x="2645" y="291"/>
                    <a:pt x="2885" y="240"/>
                    <a:pt x="3137" y="221"/>
                  </a:cubicBezTo>
                  <a:lnTo>
                    <a:pt x="3138" y="221"/>
                  </a:lnTo>
                  <a:cubicBezTo>
                    <a:pt x="3177" y="217"/>
                    <a:pt x="3212" y="190"/>
                    <a:pt x="3221" y="149"/>
                  </a:cubicBezTo>
                  <a:cubicBezTo>
                    <a:pt x="3232" y="99"/>
                    <a:pt x="3200" y="50"/>
                    <a:pt x="3150" y="38"/>
                  </a:cubicBezTo>
                  <a:cubicBezTo>
                    <a:pt x="3029" y="12"/>
                    <a:pt x="2905" y="0"/>
                    <a:pt x="2781" y="0"/>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3" name="Google Shape;2899;p36">
              <a:extLst>
                <a:ext uri="{FF2B5EF4-FFF2-40B4-BE49-F238E27FC236}">
                  <a16:creationId xmlns:a16="http://schemas.microsoft.com/office/drawing/2014/main" id="{94136E5C-7456-A50A-7C11-297525531ED9}"/>
                </a:ext>
              </a:extLst>
            </p:cNvPr>
            <p:cNvSpPr/>
            <p:nvPr/>
          </p:nvSpPr>
          <p:spPr>
            <a:xfrm>
              <a:off x="1484250" y="2859000"/>
              <a:ext cx="348650" cy="248400"/>
            </a:xfrm>
            <a:custGeom>
              <a:avLst/>
              <a:gdLst/>
              <a:ahLst/>
              <a:cxnLst/>
              <a:rect l="l" t="t" r="r" b="b"/>
              <a:pathLst>
                <a:path w="13946" h="9936" extrusionOk="0">
                  <a:moveTo>
                    <a:pt x="4019" y="1179"/>
                  </a:moveTo>
                  <a:cubicBezTo>
                    <a:pt x="4027" y="1377"/>
                    <a:pt x="4180" y="1989"/>
                    <a:pt x="4229" y="2179"/>
                  </a:cubicBezTo>
                  <a:cubicBezTo>
                    <a:pt x="3793" y="2326"/>
                    <a:pt x="3313" y="2473"/>
                    <a:pt x="2857" y="2592"/>
                  </a:cubicBezTo>
                  <a:cubicBezTo>
                    <a:pt x="2853" y="2575"/>
                    <a:pt x="2686" y="1927"/>
                    <a:pt x="2575" y="1610"/>
                  </a:cubicBezTo>
                  <a:cubicBezTo>
                    <a:pt x="2878" y="1520"/>
                    <a:pt x="3334" y="1387"/>
                    <a:pt x="4019" y="1179"/>
                  </a:cubicBezTo>
                  <a:close/>
                  <a:moveTo>
                    <a:pt x="499" y="2401"/>
                  </a:moveTo>
                  <a:cubicBezTo>
                    <a:pt x="818" y="2401"/>
                    <a:pt x="1216" y="2848"/>
                    <a:pt x="1412" y="3103"/>
                  </a:cubicBezTo>
                  <a:cubicBezTo>
                    <a:pt x="1514" y="3483"/>
                    <a:pt x="1602" y="3781"/>
                    <a:pt x="1669" y="4021"/>
                  </a:cubicBezTo>
                  <a:cubicBezTo>
                    <a:pt x="1026" y="3799"/>
                    <a:pt x="334" y="3320"/>
                    <a:pt x="252" y="2755"/>
                  </a:cubicBezTo>
                  <a:cubicBezTo>
                    <a:pt x="239" y="2664"/>
                    <a:pt x="235" y="2499"/>
                    <a:pt x="359" y="2435"/>
                  </a:cubicBezTo>
                  <a:cubicBezTo>
                    <a:pt x="403" y="2412"/>
                    <a:pt x="450" y="2401"/>
                    <a:pt x="499" y="2401"/>
                  </a:cubicBezTo>
                  <a:close/>
                  <a:moveTo>
                    <a:pt x="4283" y="2389"/>
                  </a:moveTo>
                  <a:cubicBezTo>
                    <a:pt x="4569" y="3460"/>
                    <a:pt x="5037" y="4839"/>
                    <a:pt x="4662" y="5154"/>
                  </a:cubicBezTo>
                  <a:cubicBezTo>
                    <a:pt x="4589" y="5215"/>
                    <a:pt x="4472" y="5247"/>
                    <a:pt x="4315" y="5247"/>
                  </a:cubicBezTo>
                  <a:cubicBezTo>
                    <a:pt x="4104" y="5247"/>
                    <a:pt x="3947" y="5176"/>
                    <a:pt x="3804" y="5015"/>
                  </a:cubicBezTo>
                  <a:cubicBezTo>
                    <a:pt x="3424" y="4587"/>
                    <a:pt x="3133" y="3612"/>
                    <a:pt x="2914" y="2803"/>
                  </a:cubicBezTo>
                  <a:cubicBezTo>
                    <a:pt x="3381" y="2681"/>
                    <a:pt x="3858" y="2533"/>
                    <a:pt x="4283" y="2389"/>
                  </a:cubicBezTo>
                  <a:close/>
                  <a:moveTo>
                    <a:pt x="11296" y="7786"/>
                  </a:moveTo>
                  <a:cubicBezTo>
                    <a:pt x="11296" y="7786"/>
                    <a:pt x="11295" y="7786"/>
                    <a:pt x="11295" y="7786"/>
                  </a:cubicBezTo>
                  <a:cubicBezTo>
                    <a:pt x="11295" y="7786"/>
                    <a:pt x="11296" y="7786"/>
                    <a:pt x="11296" y="7786"/>
                  </a:cubicBezTo>
                  <a:close/>
                  <a:moveTo>
                    <a:pt x="5484" y="216"/>
                  </a:moveTo>
                  <a:cubicBezTo>
                    <a:pt x="5777" y="216"/>
                    <a:pt x="5946" y="428"/>
                    <a:pt x="6076" y="762"/>
                  </a:cubicBezTo>
                  <a:cubicBezTo>
                    <a:pt x="6076" y="762"/>
                    <a:pt x="6004" y="873"/>
                    <a:pt x="5977" y="927"/>
                  </a:cubicBezTo>
                  <a:cubicBezTo>
                    <a:pt x="4992" y="2755"/>
                    <a:pt x="6053" y="3954"/>
                    <a:pt x="6827" y="4828"/>
                  </a:cubicBezTo>
                  <a:cubicBezTo>
                    <a:pt x="7293" y="5354"/>
                    <a:pt x="7749" y="5825"/>
                    <a:pt x="7305" y="6370"/>
                  </a:cubicBezTo>
                  <a:cubicBezTo>
                    <a:pt x="7129" y="6586"/>
                    <a:pt x="6840" y="6818"/>
                    <a:pt x="6594" y="7104"/>
                  </a:cubicBezTo>
                  <a:cubicBezTo>
                    <a:pt x="6539" y="7169"/>
                    <a:pt x="6475" y="7250"/>
                    <a:pt x="6409" y="7357"/>
                  </a:cubicBezTo>
                  <a:cubicBezTo>
                    <a:pt x="6372" y="7416"/>
                    <a:pt x="6335" y="7486"/>
                    <a:pt x="6297" y="7567"/>
                  </a:cubicBezTo>
                  <a:cubicBezTo>
                    <a:pt x="6273" y="7616"/>
                    <a:pt x="6249" y="7672"/>
                    <a:pt x="6225" y="7732"/>
                  </a:cubicBezTo>
                  <a:cubicBezTo>
                    <a:pt x="6215" y="7754"/>
                    <a:pt x="6209" y="7778"/>
                    <a:pt x="6203" y="7799"/>
                  </a:cubicBezTo>
                  <a:cubicBezTo>
                    <a:pt x="6200" y="7807"/>
                    <a:pt x="6199" y="7816"/>
                    <a:pt x="6199" y="7825"/>
                  </a:cubicBezTo>
                  <a:cubicBezTo>
                    <a:pt x="6025" y="7801"/>
                    <a:pt x="5839" y="7775"/>
                    <a:pt x="5632" y="7751"/>
                  </a:cubicBezTo>
                  <a:cubicBezTo>
                    <a:pt x="5331" y="7714"/>
                    <a:pt x="5050" y="7702"/>
                    <a:pt x="4786" y="7702"/>
                  </a:cubicBezTo>
                  <a:cubicBezTo>
                    <a:pt x="4224" y="7702"/>
                    <a:pt x="3743" y="7759"/>
                    <a:pt x="3330" y="7759"/>
                  </a:cubicBezTo>
                  <a:cubicBezTo>
                    <a:pt x="3060" y="7759"/>
                    <a:pt x="2818" y="7734"/>
                    <a:pt x="2602" y="7654"/>
                  </a:cubicBezTo>
                  <a:cubicBezTo>
                    <a:pt x="2562" y="7638"/>
                    <a:pt x="2522" y="7618"/>
                    <a:pt x="2485" y="7599"/>
                  </a:cubicBezTo>
                  <a:cubicBezTo>
                    <a:pt x="2411" y="7557"/>
                    <a:pt x="2342" y="7508"/>
                    <a:pt x="2297" y="7467"/>
                  </a:cubicBezTo>
                  <a:cubicBezTo>
                    <a:pt x="2266" y="7442"/>
                    <a:pt x="2245" y="7421"/>
                    <a:pt x="2238" y="7409"/>
                  </a:cubicBezTo>
                  <a:lnTo>
                    <a:pt x="2239" y="7409"/>
                  </a:lnTo>
                  <a:cubicBezTo>
                    <a:pt x="1662" y="6367"/>
                    <a:pt x="2195" y="5381"/>
                    <a:pt x="2055" y="4677"/>
                  </a:cubicBezTo>
                  <a:cubicBezTo>
                    <a:pt x="1974" y="4281"/>
                    <a:pt x="1915" y="4083"/>
                    <a:pt x="1796" y="3667"/>
                  </a:cubicBezTo>
                  <a:lnTo>
                    <a:pt x="1796" y="3665"/>
                  </a:lnTo>
                  <a:cubicBezTo>
                    <a:pt x="1743" y="3478"/>
                    <a:pt x="1683" y="3265"/>
                    <a:pt x="1610" y="3000"/>
                  </a:cubicBezTo>
                  <a:lnTo>
                    <a:pt x="1609" y="2997"/>
                  </a:lnTo>
                  <a:cubicBezTo>
                    <a:pt x="1308" y="1865"/>
                    <a:pt x="1225" y="1655"/>
                    <a:pt x="1387" y="1519"/>
                  </a:cubicBezTo>
                  <a:cubicBezTo>
                    <a:pt x="1423" y="1488"/>
                    <a:pt x="1474" y="1463"/>
                    <a:pt x="1540" y="1437"/>
                  </a:cubicBezTo>
                  <a:cubicBezTo>
                    <a:pt x="1763" y="1356"/>
                    <a:pt x="1917" y="1321"/>
                    <a:pt x="2027" y="1321"/>
                  </a:cubicBezTo>
                  <a:cubicBezTo>
                    <a:pt x="2169" y="1321"/>
                    <a:pt x="2238" y="1378"/>
                    <a:pt x="2286" y="1468"/>
                  </a:cubicBezTo>
                  <a:cubicBezTo>
                    <a:pt x="2569" y="2030"/>
                    <a:pt x="2939" y="4371"/>
                    <a:pt x="3641" y="5160"/>
                  </a:cubicBezTo>
                  <a:cubicBezTo>
                    <a:pt x="3808" y="5350"/>
                    <a:pt x="4018" y="5464"/>
                    <a:pt x="4312" y="5464"/>
                  </a:cubicBezTo>
                  <a:cubicBezTo>
                    <a:pt x="4314" y="5464"/>
                    <a:pt x="4315" y="5464"/>
                    <a:pt x="4316" y="5464"/>
                  </a:cubicBezTo>
                  <a:cubicBezTo>
                    <a:pt x="4533" y="5464"/>
                    <a:pt x="4692" y="5413"/>
                    <a:pt x="4802" y="5321"/>
                  </a:cubicBezTo>
                  <a:cubicBezTo>
                    <a:pt x="5474" y="4756"/>
                    <a:pt x="4335" y="2281"/>
                    <a:pt x="4241" y="1225"/>
                  </a:cubicBezTo>
                  <a:cubicBezTo>
                    <a:pt x="4165" y="696"/>
                    <a:pt x="4668" y="473"/>
                    <a:pt x="5158" y="285"/>
                  </a:cubicBezTo>
                  <a:cubicBezTo>
                    <a:pt x="5282" y="238"/>
                    <a:pt x="5389" y="216"/>
                    <a:pt x="5484" y="216"/>
                  </a:cubicBezTo>
                  <a:close/>
                  <a:moveTo>
                    <a:pt x="6168" y="1030"/>
                  </a:moveTo>
                  <a:lnTo>
                    <a:pt x="6168" y="1030"/>
                  </a:lnTo>
                  <a:cubicBezTo>
                    <a:pt x="6345" y="1537"/>
                    <a:pt x="6559" y="2068"/>
                    <a:pt x="6827" y="2571"/>
                  </a:cubicBezTo>
                  <a:cubicBezTo>
                    <a:pt x="6886" y="2684"/>
                    <a:pt x="6950" y="2793"/>
                    <a:pt x="7013" y="2901"/>
                  </a:cubicBezTo>
                  <a:cubicBezTo>
                    <a:pt x="7078" y="3010"/>
                    <a:pt x="7147" y="3116"/>
                    <a:pt x="7216" y="3218"/>
                  </a:cubicBezTo>
                  <a:cubicBezTo>
                    <a:pt x="7757" y="4014"/>
                    <a:pt x="8468" y="4659"/>
                    <a:pt x="9426" y="4899"/>
                  </a:cubicBezTo>
                  <a:cubicBezTo>
                    <a:pt x="9621" y="4947"/>
                    <a:pt x="9807" y="4976"/>
                    <a:pt x="9986" y="4991"/>
                  </a:cubicBezTo>
                  <a:cubicBezTo>
                    <a:pt x="10073" y="4998"/>
                    <a:pt x="10162" y="5002"/>
                    <a:pt x="10248" y="5004"/>
                  </a:cubicBezTo>
                  <a:cubicBezTo>
                    <a:pt x="10268" y="5004"/>
                    <a:pt x="10288" y="5004"/>
                    <a:pt x="10308" y="5004"/>
                  </a:cubicBezTo>
                  <a:cubicBezTo>
                    <a:pt x="10965" y="5004"/>
                    <a:pt x="11570" y="4799"/>
                    <a:pt x="12158" y="4799"/>
                  </a:cubicBezTo>
                  <a:cubicBezTo>
                    <a:pt x="12455" y="4799"/>
                    <a:pt x="12748" y="4851"/>
                    <a:pt x="13042" y="5009"/>
                  </a:cubicBezTo>
                  <a:cubicBezTo>
                    <a:pt x="13268" y="5131"/>
                    <a:pt x="13432" y="5297"/>
                    <a:pt x="13491" y="5549"/>
                  </a:cubicBezTo>
                  <a:cubicBezTo>
                    <a:pt x="13493" y="5559"/>
                    <a:pt x="13501" y="5592"/>
                    <a:pt x="13498" y="5602"/>
                  </a:cubicBezTo>
                  <a:cubicBezTo>
                    <a:pt x="13512" y="5663"/>
                    <a:pt x="13504" y="5784"/>
                    <a:pt x="13493" y="5838"/>
                  </a:cubicBezTo>
                  <a:lnTo>
                    <a:pt x="13492" y="5838"/>
                  </a:lnTo>
                  <a:cubicBezTo>
                    <a:pt x="13475" y="5975"/>
                    <a:pt x="13391" y="6149"/>
                    <a:pt x="13313" y="6265"/>
                  </a:cubicBezTo>
                  <a:cubicBezTo>
                    <a:pt x="13310" y="6271"/>
                    <a:pt x="13308" y="6274"/>
                    <a:pt x="13306" y="6275"/>
                  </a:cubicBezTo>
                  <a:cubicBezTo>
                    <a:pt x="12356" y="7523"/>
                    <a:pt x="10000" y="8006"/>
                    <a:pt x="8191" y="8006"/>
                  </a:cubicBezTo>
                  <a:cubicBezTo>
                    <a:pt x="7850" y="8006"/>
                    <a:pt x="7528" y="7989"/>
                    <a:pt x="7239" y="7957"/>
                  </a:cubicBezTo>
                  <a:cubicBezTo>
                    <a:pt x="7185" y="7952"/>
                    <a:pt x="7132" y="7948"/>
                    <a:pt x="7079" y="7940"/>
                  </a:cubicBezTo>
                  <a:cubicBezTo>
                    <a:pt x="6946" y="7924"/>
                    <a:pt x="6811" y="7907"/>
                    <a:pt x="6672" y="7888"/>
                  </a:cubicBezTo>
                  <a:cubicBezTo>
                    <a:pt x="6630" y="7883"/>
                    <a:pt x="6587" y="7876"/>
                    <a:pt x="6544" y="7871"/>
                  </a:cubicBezTo>
                  <a:cubicBezTo>
                    <a:pt x="6502" y="7866"/>
                    <a:pt x="6457" y="7859"/>
                    <a:pt x="6414" y="7853"/>
                  </a:cubicBezTo>
                  <a:cubicBezTo>
                    <a:pt x="6415" y="7843"/>
                    <a:pt x="6422" y="7829"/>
                    <a:pt x="6428" y="7814"/>
                  </a:cubicBezTo>
                  <a:cubicBezTo>
                    <a:pt x="6461" y="7729"/>
                    <a:pt x="6495" y="7654"/>
                    <a:pt x="6529" y="7589"/>
                  </a:cubicBezTo>
                  <a:cubicBezTo>
                    <a:pt x="6571" y="7508"/>
                    <a:pt x="6611" y="7441"/>
                    <a:pt x="6654" y="7382"/>
                  </a:cubicBezTo>
                  <a:cubicBezTo>
                    <a:pt x="7110" y="6726"/>
                    <a:pt x="7921" y="6460"/>
                    <a:pt x="7645" y="5600"/>
                  </a:cubicBezTo>
                  <a:cubicBezTo>
                    <a:pt x="7335" y="4630"/>
                    <a:pt x="4891" y="3407"/>
                    <a:pt x="6168" y="1030"/>
                  </a:cubicBezTo>
                  <a:close/>
                  <a:moveTo>
                    <a:pt x="13662" y="6053"/>
                  </a:moveTo>
                  <a:cubicBezTo>
                    <a:pt x="13672" y="6085"/>
                    <a:pt x="13679" y="6115"/>
                    <a:pt x="13681" y="6137"/>
                  </a:cubicBezTo>
                  <a:lnTo>
                    <a:pt x="13682" y="6138"/>
                  </a:lnTo>
                  <a:cubicBezTo>
                    <a:pt x="13724" y="6597"/>
                    <a:pt x="13478" y="7019"/>
                    <a:pt x="13040" y="7385"/>
                  </a:cubicBezTo>
                  <a:cubicBezTo>
                    <a:pt x="11983" y="8275"/>
                    <a:pt x="9802" y="8847"/>
                    <a:pt x="7840" y="8847"/>
                  </a:cubicBezTo>
                  <a:cubicBezTo>
                    <a:pt x="7091" y="8847"/>
                    <a:pt x="6374" y="8764"/>
                    <a:pt x="5764" y="8583"/>
                  </a:cubicBezTo>
                  <a:cubicBezTo>
                    <a:pt x="5753" y="8580"/>
                    <a:pt x="5745" y="8579"/>
                    <a:pt x="5738" y="8579"/>
                  </a:cubicBezTo>
                  <a:cubicBezTo>
                    <a:pt x="5729" y="8579"/>
                    <a:pt x="5722" y="8581"/>
                    <a:pt x="5716" y="8586"/>
                  </a:cubicBezTo>
                  <a:cubicBezTo>
                    <a:pt x="5666" y="8627"/>
                    <a:pt x="5762" y="8850"/>
                    <a:pt x="5641" y="9087"/>
                  </a:cubicBezTo>
                  <a:cubicBezTo>
                    <a:pt x="5606" y="9154"/>
                    <a:pt x="5554" y="9223"/>
                    <a:pt x="5475" y="9288"/>
                  </a:cubicBezTo>
                  <a:cubicBezTo>
                    <a:pt x="5304" y="9432"/>
                    <a:pt x="5006" y="9563"/>
                    <a:pt x="4491" y="9636"/>
                  </a:cubicBezTo>
                  <a:cubicBezTo>
                    <a:pt x="4254" y="9669"/>
                    <a:pt x="3923" y="9717"/>
                    <a:pt x="3595" y="9717"/>
                  </a:cubicBezTo>
                  <a:cubicBezTo>
                    <a:pt x="3154" y="9717"/>
                    <a:pt x="2717" y="9630"/>
                    <a:pt x="2517" y="9303"/>
                  </a:cubicBezTo>
                  <a:cubicBezTo>
                    <a:pt x="2381" y="9079"/>
                    <a:pt x="2260" y="8728"/>
                    <a:pt x="2228" y="8407"/>
                  </a:cubicBezTo>
                  <a:cubicBezTo>
                    <a:pt x="2199" y="8112"/>
                    <a:pt x="2237" y="7906"/>
                    <a:pt x="2330" y="7760"/>
                  </a:cubicBezTo>
                  <a:cubicBezTo>
                    <a:pt x="2395" y="7801"/>
                    <a:pt x="2463" y="7834"/>
                    <a:pt x="2524" y="7859"/>
                  </a:cubicBezTo>
                  <a:cubicBezTo>
                    <a:pt x="2771" y="7950"/>
                    <a:pt x="3039" y="7977"/>
                    <a:pt x="3332" y="7977"/>
                  </a:cubicBezTo>
                  <a:cubicBezTo>
                    <a:pt x="3530" y="7977"/>
                    <a:pt x="3739" y="7965"/>
                    <a:pt x="3961" y="7952"/>
                  </a:cubicBezTo>
                  <a:cubicBezTo>
                    <a:pt x="4216" y="7936"/>
                    <a:pt x="4490" y="7920"/>
                    <a:pt x="4785" y="7920"/>
                  </a:cubicBezTo>
                  <a:cubicBezTo>
                    <a:pt x="5042" y="7920"/>
                    <a:pt x="5314" y="7932"/>
                    <a:pt x="5606" y="7968"/>
                  </a:cubicBezTo>
                  <a:cubicBezTo>
                    <a:pt x="5903" y="8004"/>
                    <a:pt x="6162" y="8039"/>
                    <a:pt x="6384" y="8070"/>
                  </a:cubicBezTo>
                  <a:cubicBezTo>
                    <a:pt x="6473" y="8082"/>
                    <a:pt x="6558" y="8092"/>
                    <a:pt x="6642" y="8106"/>
                  </a:cubicBezTo>
                  <a:cubicBezTo>
                    <a:pt x="6843" y="8132"/>
                    <a:pt x="7031" y="8156"/>
                    <a:pt x="7219" y="8175"/>
                  </a:cubicBezTo>
                  <a:cubicBezTo>
                    <a:pt x="7272" y="8180"/>
                    <a:pt x="7327" y="8184"/>
                    <a:pt x="7383" y="8190"/>
                  </a:cubicBezTo>
                  <a:cubicBezTo>
                    <a:pt x="7463" y="8196"/>
                    <a:pt x="7544" y="8202"/>
                    <a:pt x="7627" y="8207"/>
                  </a:cubicBezTo>
                  <a:cubicBezTo>
                    <a:pt x="7667" y="8211"/>
                    <a:pt x="7711" y="8213"/>
                    <a:pt x="7761" y="8214"/>
                  </a:cubicBezTo>
                  <a:cubicBezTo>
                    <a:pt x="7805" y="8217"/>
                    <a:pt x="7845" y="8218"/>
                    <a:pt x="7882" y="8218"/>
                  </a:cubicBezTo>
                  <a:cubicBezTo>
                    <a:pt x="7893" y="8219"/>
                    <a:pt x="7905" y="8219"/>
                    <a:pt x="7914" y="8219"/>
                  </a:cubicBezTo>
                  <a:lnTo>
                    <a:pt x="7926" y="8221"/>
                  </a:lnTo>
                  <a:cubicBezTo>
                    <a:pt x="7926" y="8221"/>
                    <a:pt x="7927" y="8221"/>
                    <a:pt x="7927" y="8221"/>
                  </a:cubicBezTo>
                  <a:cubicBezTo>
                    <a:pt x="7942" y="8221"/>
                    <a:pt x="8027" y="8223"/>
                    <a:pt x="8166" y="8223"/>
                  </a:cubicBezTo>
                  <a:cubicBezTo>
                    <a:pt x="8513" y="8223"/>
                    <a:pt x="9193" y="8207"/>
                    <a:pt x="9933" y="8094"/>
                  </a:cubicBezTo>
                  <a:cubicBezTo>
                    <a:pt x="9934" y="8094"/>
                    <a:pt x="10599" y="7997"/>
                    <a:pt x="11148" y="7831"/>
                  </a:cubicBezTo>
                  <a:cubicBezTo>
                    <a:pt x="11164" y="7826"/>
                    <a:pt x="11295" y="7786"/>
                    <a:pt x="11296" y="7786"/>
                  </a:cubicBezTo>
                  <a:lnTo>
                    <a:pt x="11296" y="7786"/>
                  </a:lnTo>
                  <a:cubicBezTo>
                    <a:pt x="11296" y="7786"/>
                    <a:pt x="11296" y="7786"/>
                    <a:pt x="11296" y="7786"/>
                  </a:cubicBezTo>
                  <a:lnTo>
                    <a:pt x="11296" y="7786"/>
                  </a:lnTo>
                  <a:cubicBezTo>
                    <a:pt x="11830" y="7604"/>
                    <a:pt x="11826" y="7592"/>
                    <a:pt x="12050" y="7495"/>
                  </a:cubicBezTo>
                  <a:cubicBezTo>
                    <a:pt x="12051" y="7494"/>
                    <a:pt x="12053" y="7494"/>
                    <a:pt x="12053" y="7494"/>
                  </a:cubicBezTo>
                  <a:cubicBezTo>
                    <a:pt x="12254" y="7389"/>
                    <a:pt x="12635" y="7226"/>
                    <a:pt x="13034" y="6890"/>
                  </a:cubicBezTo>
                  <a:cubicBezTo>
                    <a:pt x="13215" y="6738"/>
                    <a:pt x="13364" y="6578"/>
                    <a:pt x="13475" y="6412"/>
                  </a:cubicBezTo>
                  <a:lnTo>
                    <a:pt x="13479" y="6410"/>
                  </a:lnTo>
                  <a:cubicBezTo>
                    <a:pt x="13482" y="6404"/>
                    <a:pt x="13486" y="6399"/>
                    <a:pt x="13489" y="6394"/>
                  </a:cubicBezTo>
                  <a:cubicBezTo>
                    <a:pt x="13492" y="6392"/>
                    <a:pt x="13493" y="6389"/>
                    <a:pt x="13497" y="6384"/>
                  </a:cubicBezTo>
                  <a:cubicBezTo>
                    <a:pt x="13540" y="6318"/>
                    <a:pt x="13576" y="6251"/>
                    <a:pt x="13608" y="6182"/>
                  </a:cubicBezTo>
                  <a:cubicBezTo>
                    <a:pt x="13625" y="6148"/>
                    <a:pt x="13638" y="6116"/>
                    <a:pt x="13650" y="6081"/>
                  </a:cubicBezTo>
                  <a:cubicBezTo>
                    <a:pt x="13655" y="6071"/>
                    <a:pt x="13659" y="6062"/>
                    <a:pt x="13662" y="6053"/>
                  </a:cubicBezTo>
                  <a:close/>
                  <a:moveTo>
                    <a:pt x="5480" y="0"/>
                  </a:moveTo>
                  <a:cubicBezTo>
                    <a:pt x="5356" y="0"/>
                    <a:pt x="5222" y="27"/>
                    <a:pt x="5080" y="81"/>
                  </a:cubicBezTo>
                  <a:cubicBezTo>
                    <a:pt x="4622" y="257"/>
                    <a:pt x="4143" y="465"/>
                    <a:pt x="4036" y="946"/>
                  </a:cubicBezTo>
                  <a:cubicBezTo>
                    <a:pt x="3568" y="1087"/>
                    <a:pt x="2967" y="1267"/>
                    <a:pt x="2497" y="1404"/>
                  </a:cubicBezTo>
                  <a:cubicBezTo>
                    <a:pt x="2452" y="1303"/>
                    <a:pt x="2384" y="1210"/>
                    <a:pt x="2265" y="1151"/>
                  </a:cubicBezTo>
                  <a:cubicBezTo>
                    <a:pt x="2196" y="1119"/>
                    <a:pt x="2120" y="1102"/>
                    <a:pt x="2030" y="1102"/>
                  </a:cubicBezTo>
                  <a:cubicBezTo>
                    <a:pt x="1885" y="1102"/>
                    <a:pt x="1704" y="1145"/>
                    <a:pt x="1465" y="1233"/>
                  </a:cubicBezTo>
                  <a:cubicBezTo>
                    <a:pt x="1372" y="1267"/>
                    <a:pt x="1303" y="1305"/>
                    <a:pt x="1246" y="1352"/>
                  </a:cubicBezTo>
                  <a:cubicBezTo>
                    <a:pt x="942" y="1608"/>
                    <a:pt x="1139" y="2005"/>
                    <a:pt x="1288" y="2628"/>
                  </a:cubicBezTo>
                  <a:cubicBezTo>
                    <a:pt x="1078" y="2405"/>
                    <a:pt x="771" y="2185"/>
                    <a:pt x="487" y="2185"/>
                  </a:cubicBezTo>
                  <a:cubicBezTo>
                    <a:pt x="408" y="2185"/>
                    <a:pt x="330" y="2203"/>
                    <a:pt x="256" y="2242"/>
                  </a:cubicBezTo>
                  <a:cubicBezTo>
                    <a:pt x="81" y="2335"/>
                    <a:pt x="0" y="2533"/>
                    <a:pt x="37" y="2786"/>
                  </a:cubicBezTo>
                  <a:cubicBezTo>
                    <a:pt x="140" y="3511"/>
                    <a:pt x="998" y="4060"/>
                    <a:pt x="1738" y="4274"/>
                  </a:cubicBezTo>
                  <a:cubicBezTo>
                    <a:pt x="1885" y="4827"/>
                    <a:pt x="1889" y="4924"/>
                    <a:pt x="1810" y="5518"/>
                  </a:cubicBezTo>
                  <a:cubicBezTo>
                    <a:pt x="1738" y="6084"/>
                    <a:pt x="1646" y="6789"/>
                    <a:pt x="2048" y="7514"/>
                  </a:cubicBezTo>
                  <a:cubicBezTo>
                    <a:pt x="2067" y="7549"/>
                    <a:pt x="2105" y="7590"/>
                    <a:pt x="2153" y="7632"/>
                  </a:cubicBezTo>
                  <a:cubicBezTo>
                    <a:pt x="2023" y="7828"/>
                    <a:pt x="1975" y="8091"/>
                    <a:pt x="2011" y="8429"/>
                  </a:cubicBezTo>
                  <a:cubicBezTo>
                    <a:pt x="2045" y="8766"/>
                    <a:pt x="2170" y="9153"/>
                    <a:pt x="2331" y="9416"/>
                  </a:cubicBezTo>
                  <a:cubicBezTo>
                    <a:pt x="2584" y="9830"/>
                    <a:pt x="3097" y="9936"/>
                    <a:pt x="3598" y="9936"/>
                  </a:cubicBezTo>
                  <a:cubicBezTo>
                    <a:pt x="3927" y="9936"/>
                    <a:pt x="4252" y="9890"/>
                    <a:pt x="4493" y="9856"/>
                  </a:cubicBezTo>
                  <a:lnTo>
                    <a:pt x="4522" y="9852"/>
                  </a:lnTo>
                  <a:cubicBezTo>
                    <a:pt x="5026" y="9780"/>
                    <a:pt x="5384" y="9651"/>
                    <a:pt x="5616" y="9456"/>
                  </a:cubicBezTo>
                  <a:cubicBezTo>
                    <a:pt x="5711" y="9376"/>
                    <a:pt x="5783" y="9286"/>
                    <a:pt x="5834" y="9187"/>
                  </a:cubicBezTo>
                  <a:cubicBezTo>
                    <a:pt x="5897" y="9067"/>
                    <a:pt x="5917" y="8951"/>
                    <a:pt x="5922" y="8854"/>
                  </a:cubicBezTo>
                  <a:cubicBezTo>
                    <a:pt x="6494" y="8996"/>
                    <a:pt x="7148" y="9063"/>
                    <a:pt x="7828" y="9063"/>
                  </a:cubicBezTo>
                  <a:cubicBezTo>
                    <a:pt x="9832" y="9063"/>
                    <a:pt x="12072" y="8484"/>
                    <a:pt x="13181" y="7553"/>
                  </a:cubicBezTo>
                  <a:cubicBezTo>
                    <a:pt x="13697" y="7119"/>
                    <a:pt x="13945" y="6623"/>
                    <a:pt x="13898" y="6117"/>
                  </a:cubicBezTo>
                  <a:cubicBezTo>
                    <a:pt x="13887" y="5979"/>
                    <a:pt x="13787" y="5753"/>
                    <a:pt x="13724" y="5690"/>
                  </a:cubicBezTo>
                  <a:cubicBezTo>
                    <a:pt x="13724" y="5687"/>
                    <a:pt x="13724" y="5686"/>
                    <a:pt x="13724" y="5685"/>
                  </a:cubicBezTo>
                  <a:lnTo>
                    <a:pt x="13724" y="5683"/>
                  </a:lnTo>
                  <a:cubicBezTo>
                    <a:pt x="13724" y="5681"/>
                    <a:pt x="13724" y="5680"/>
                    <a:pt x="13724" y="5679"/>
                  </a:cubicBezTo>
                  <a:cubicBezTo>
                    <a:pt x="13721" y="5489"/>
                    <a:pt x="13652" y="5279"/>
                    <a:pt x="13509" y="5109"/>
                  </a:cubicBezTo>
                  <a:cubicBezTo>
                    <a:pt x="13416" y="4996"/>
                    <a:pt x="13295" y="4898"/>
                    <a:pt x="13144" y="4817"/>
                  </a:cubicBezTo>
                  <a:cubicBezTo>
                    <a:pt x="12810" y="4638"/>
                    <a:pt x="12494" y="4579"/>
                    <a:pt x="12177" y="4579"/>
                  </a:cubicBezTo>
                  <a:cubicBezTo>
                    <a:pt x="11591" y="4579"/>
                    <a:pt x="11001" y="4778"/>
                    <a:pt x="10280" y="4786"/>
                  </a:cubicBezTo>
                  <a:cubicBezTo>
                    <a:pt x="10221" y="4786"/>
                    <a:pt x="10163" y="4785"/>
                    <a:pt x="10104" y="4782"/>
                  </a:cubicBezTo>
                  <a:cubicBezTo>
                    <a:pt x="10063" y="4777"/>
                    <a:pt x="10025" y="4775"/>
                    <a:pt x="9985" y="4772"/>
                  </a:cubicBezTo>
                  <a:cubicBezTo>
                    <a:pt x="9823" y="4756"/>
                    <a:pt x="9653" y="4730"/>
                    <a:pt x="9478" y="4685"/>
                  </a:cubicBezTo>
                  <a:cubicBezTo>
                    <a:pt x="8145" y="4354"/>
                    <a:pt x="7131" y="3134"/>
                    <a:pt x="6374" y="958"/>
                  </a:cubicBezTo>
                  <a:cubicBezTo>
                    <a:pt x="6351" y="891"/>
                    <a:pt x="6328" y="824"/>
                    <a:pt x="6307" y="757"/>
                  </a:cubicBezTo>
                  <a:cubicBezTo>
                    <a:pt x="6189" y="401"/>
                    <a:pt x="6021" y="176"/>
                    <a:pt x="5796" y="69"/>
                  </a:cubicBezTo>
                  <a:cubicBezTo>
                    <a:pt x="5699" y="23"/>
                    <a:pt x="5594" y="0"/>
                    <a:pt x="5480"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44" name="Google Shape;2912;p36">
            <a:extLst>
              <a:ext uri="{FF2B5EF4-FFF2-40B4-BE49-F238E27FC236}">
                <a16:creationId xmlns:a16="http://schemas.microsoft.com/office/drawing/2014/main" id="{F50B37D6-E4AA-E3C0-073D-CC802AAF090E}"/>
              </a:ext>
            </a:extLst>
          </p:cNvPr>
          <p:cNvGrpSpPr/>
          <p:nvPr/>
        </p:nvGrpSpPr>
        <p:grpSpPr>
          <a:xfrm flipH="1">
            <a:off x="6035310" y="137296"/>
            <a:ext cx="633021" cy="727734"/>
            <a:chOff x="2791213" y="3451775"/>
            <a:chExt cx="575475" cy="665150"/>
          </a:xfrm>
        </p:grpSpPr>
        <p:grpSp>
          <p:nvGrpSpPr>
            <p:cNvPr id="45" name="Google Shape;2913;p36">
              <a:extLst>
                <a:ext uri="{FF2B5EF4-FFF2-40B4-BE49-F238E27FC236}">
                  <a16:creationId xmlns:a16="http://schemas.microsoft.com/office/drawing/2014/main" id="{10903908-6BDA-9EB8-1889-F3D55ED47768}"/>
                </a:ext>
              </a:extLst>
            </p:cNvPr>
            <p:cNvGrpSpPr/>
            <p:nvPr/>
          </p:nvGrpSpPr>
          <p:grpSpPr>
            <a:xfrm>
              <a:off x="2791213" y="3451775"/>
              <a:ext cx="575475" cy="665150"/>
              <a:chOff x="2791213" y="3451775"/>
              <a:chExt cx="575475" cy="665150"/>
            </a:xfrm>
          </p:grpSpPr>
          <p:grpSp>
            <p:nvGrpSpPr>
              <p:cNvPr id="47" name="Google Shape;2914;p36">
                <a:extLst>
                  <a:ext uri="{FF2B5EF4-FFF2-40B4-BE49-F238E27FC236}">
                    <a16:creationId xmlns:a16="http://schemas.microsoft.com/office/drawing/2014/main" id="{44EB972D-9E3E-FEE5-637F-D96DFB25F2FB}"/>
                  </a:ext>
                </a:extLst>
              </p:cNvPr>
              <p:cNvGrpSpPr/>
              <p:nvPr/>
            </p:nvGrpSpPr>
            <p:grpSpPr>
              <a:xfrm>
                <a:off x="2791213" y="3451775"/>
                <a:ext cx="575475" cy="665150"/>
                <a:chOff x="5562625" y="2385625"/>
                <a:chExt cx="575475" cy="665150"/>
              </a:xfrm>
            </p:grpSpPr>
            <p:sp>
              <p:nvSpPr>
                <p:cNvPr id="55" name="Google Shape;2915;p36">
                  <a:extLst>
                    <a:ext uri="{FF2B5EF4-FFF2-40B4-BE49-F238E27FC236}">
                      <a16:creationId xmlns:a16="http://schemas.microsoft.com/office/drawing/2014/main" id="{F7C4934C-995B-CF2F-884A-F01720FD411E}"/>
                    </a:ext>
                  </a:extLst>
                </p:cNvPr>
                <p:cNvSpPr/>
                <p:nvPr/>
              </p:nvSpPr>
              <p:spPr>
                <a:xfrm>
                  <a:off x="5562625" y="2385625"/>
                  <a:ext cx="575475" cy="665150"/>
                </a:xfrm>
                <a:custGeom>
                  <a:avLst/>
                  <a:gdLst/>
                  <a:ahLst/>
                  <a:cxnLst/>
                  <a:rect l="l" t="t" r="r" b="b"/>
                  <a:pathLst>
                    <a:path w="23019" h="26606" extrusionOk="0">
                      <a:moveTo>
                        <a:pt x="10579" y="0"/>
                      </a:moveTo>
                      <a:cubicBezTo>
                        <a:pt x="10471" y="0"/>
                        <a:pt x="10367" y="6"/>
                        <a:pt x="10268" y="18"/>
                      </a:cubicBezTo>
                      <a:lnTo>
                        <a:pt x="10233" y="18"/>
                      </a:lnTo>
                      <a:lnTo>
                        <a:pt x="10102" y="40"/>
                      </a:lnTo>
                      <a:cubicBezTo>
                        <a:pt x="10051" y="48"/>
                        <a:pt x="10001" y="59"/>
                        <a:pt x="9943" y="71"/>
                      </a:cubicBezTo>
                      <a:lnTo>
                        <a:pt x="9918" y="76"/>
                      </a:lnTo>
                      <a:lnTo>
                        <a:pt x="9893" y="83"/>
                      </a:lnTo>
                      <a:cubicBezTo>
                        <a:pt x="9857" y="92"/>
                        <a:pt x="9820" y="102"/>
                        <a:pt x="9783" y="113"/>
                      </a:cubicBezTo>
                      <a:cubicBezTo>
                        <a:pt x="9623" y="158"/>
                        <a:pt x="9471" y="213"/>
                        <a:pt x="9320" y="284"/>
                      </a:cubicBezTo>
                      <a:cubicBezTo>
                        <a:pt x="9259" y="312"/>
                        <a:pt x="9199" y="341"/>
                        <a:pt x="9138" y="375"/>
                      </a:cubicBezTo>
                      <a:cubicBezTo>
                        <a:pt x="9087" y="402"/>
                        <a:pt x="9035" y="431"/>
                        <a:pt x="8981" y="463"/>
                      </a:cubicBezTo>
                      <a:lnTo>
                        <a:pt x="8952" y="481"/>
                      </a:lnTo>
                      <a:cubicBezTo>
                        <a:pt x="8760" y="600"/>
                        <a:pt x="8549" y="768"/>
                        <a:pt x="8368" y="925"/>
                      </a:cubicBezTo>
                      <a:cubicBezTo>
                        <a:pt x="8063" y="826"/>
                        <a:pt x="7667" y="728"/>
                        <a:pt x="7193" y="728"/>
                      </a:cubicBezTo>
                      <a:lnTo>
                        <a:pt x="7125" y="728"/>
                      </a:lnTo>
                      <a:cubicBezTo>
                        <a:pt x="6864" y="735"/>
                        <a:pt x="6613" y="772"/>
                        <a:pt x="6381" y="840"/>
                      </a:cubicBezTo>
                      <a:cubicBezTo>
                        <a:pt x="6328" y="855"/>
                        <a:pt x="6282" y="871"/>
                        <a:pt x="6242" y="885"/>
                      </a:cubicBezTo>
                      <a:cubicBezTo>
                        <a:pt x="5105" y="1267"/>
                        <a:pt x="4338" y="2331"/>
                        <a:pt x="4228" y="3625"/>
                      </a:cubicBezTo>
                      <a:cubicBezTo>
                        <a:pt x="3764" y="3979"/>
                        <a:pt x="3336" y="4368"/>
                        <a:pt x="2950" y="4784"/>
                      </a:cubicBezTo>
                      <a:cubicBezTo>
                        <a:pt x="2645" y="5108"/>
                        <a:pt x="2367" y="5450"/>
                        <a:pt x="2127" y="5790"/>
                      </a:cubicBezTo>
                      <a:cubicBezTo>
                        <a:pt x="1988" y="5984"/>
                        <a:pt x="1862" y="6175"/>
                        <a:pt x="1742" y="6373"/>
                      </a:cubicBezTo>
                      <a:lnTo>
                        <a:pt x="1735" y="6382"/>
                      </a:lnTo>
                      <a:lnTo>
                        <a:pt x="1714" y="6419"/>
                      </a:lnTo>
                      <a:cubicBezTo>
                        <a:pt x="1555" y="6681"/>
                        <a:pt x="1407" y="6953"/>
                        <a:pt x="1281" y="7214"/>
                      </a:cubicBezTo>
                      <a:cubicBezTo>
                        <a:pt x="1151" y="7478"/>
                        <a:pt x="1029" y="7756"/>
                        <a:pt x="919" y="8041"/>
                      </a:cubicBezTo>
                      <a:cubicBezTo>
                        <a:pt x="861" y="8186"/>
                        <a:pt x="805" y="8337"/>
                        <a:pt x="752" y="8492"/>
                      </a:cubicBezTo>
                      <a:lnTo>
                        <a:pt x="728" y="8519"/>
                      </a:lnTo>
                      <a:lnTo>
                        <a:pt x="636" y="8850"/>
                      </a:lnTo>
                      <a:cubicBezTo>
                        <a:pt x="445" y="9472"/>
                        <a:pt x="299" y="10135"/>
                        <a:pt x="202" y="10818"/>
                      </a:cubicBezTo>
                      <a:lnTo>
                        <a:pt x="186" y="10932"/>
                      </a:lnTo>
                      <a:cubicBezTo>
                        <a:pt x="6" y="12256"/>
                        <a:pt x="0" y="13703"/>
                        <a:pt x="171" y="15238"/>
                      </a:cubicBezTo>
                      <a:cubicBezTo>
                        <a:pt x="425" y="17540"/>
                        <a:pt x="1080" y="20872"/>
                        <a:pt x="2752" y="23670"/>
                      </a:cubicBezTo>
                      <a:cubicBezTo>
                        <a:pt x="2820" y="23784"/>
                        <a:pt x="2890" y="23890"/>
                        <a:pt x="2963" y="23990"/>
                      </a:cubicBezTo>
                      <a:cubicBezTo>
                        <a:pt x="3014" y="24195"/>
                        <a:pt x="3077" y="24421"/>
                        <a:pt x="3152" y="24615"/>
                      </a:cubicBezTo>
                      <a:cubicBezTo>
                        <a:pt x="3765" y="26180"/>
                        <a:pt x="4912" y="26558"/>
                        <a:pt x="5777" y="26600"/>
                      </a:cubicBezTo>
                      <a:cubicBezTo>
                        <a:pt x="5840" y="26603"/>
                        <a:pt x="5905" y="26605"/>
                        <a:pt x="5967" y="26605"/>
                      </a:cubicBezTo>
                      <a:lnTo>
                        <a:pt x="5967" y="26604"/>
                      </a:lnTo>
                      <a:cubicBezTo>
                        <a:pt x="7766" y="26604"/>
                        <a:pt x="9034" y="25462"/>
                        <a:pt x="9052" y="23830"/>
                      </a:cubicBezTo>
                      <a:cubicBezTo>
                        <a:pt x="9052" y="23808"/>
                        <a:pt x="9053" y="23785"/>
                        <a:pt x="9053" y="23761"/>
                      </a:cubicBezTo>
                      <a:cubicBezTo>
                        <a:pt x="9269" y="23779"/>
                        <a:pt x="9497" y="23789"/>
                        <a:pt x="9739" y="23789"/>
                      </a:cubicBezTo>
                      <a:cubicBezTo>
                        <a:pt x="9919" y="23789"/>
                        <a:pt x="10089" y="23785"/>
                        <a:pt x="10256" y="23776"/>
                      </a:cubicBezTo>
                      <a:lnTo>
                        <a:pt x="10291" y="23776"/>
                      </a:lnTo>
                      <a:lnTo>
                        <a:pt x="10360" y="23771"/>
                      </a:lnTo>
                      <a:cubicBezTo>
                        <a:pt x="11523" y="23669"/>
                        <a:pt x="12739" y="23465"/>
                        <a:pt x="13978" y="23163"/>
                      </a:cubicBezTo>
                      <a:cubicBezTo>
                        <a:pt x="14759" y="22973"/>
                        <a:pt x="16006" y="22668"/>
                        <a:pt x="17076" y="22051"/>
                      </a:cubicBezTo>
                      <a:cubicBezTo>
                        <a:pt x="17192" y="22309"/>
                        <a:pt x="17321" y="22527"/>
                        <a:pt x="17437" y="22681"/>
                      </a:cubicBezTo>
                      <a:cubicBezTo>
                        <a:pt x="17934" y="23332"/>
                        <a:pt x="18686" y="23691"/>
                        <a:pt x="19555" y="23691"/>
                      </a:cubicBezTo>
                      <a:cubicBezTo>
                        <a:pt x="20525" y="23691"/>
                        <a:pt x="21332" y="23251"/>
                        <a:pt x="21631" y="23064"/>
                      </a:cubicBezTo>
                      <a:cubicBezTo>
                        <a:pt x="22643" y="22432"/>
                        <a:pt x="23019" y="21321"/>
                        <a:pt x="22748" y="19758"/>
                      </a:cubicBezTo>
                      <a:cubicBezTo>
                        <a:pt x="22760" y="19699"/>
                        <a:pt x="22771" y="19639"/>
                        <a:pt x="22781" y="19578"/>
                      </a:cubicBezTo>
                      <a:cubicBezTo>
                        <a:pt x="22904" y="18776"/>
                        <a:pt x="22896" y="18043"/>
                        <a:pt x="22874" y="17491"/>
                      </a:cubicBezTo>
                      <a:cubicBezTo>
                        <a:pt x="22873" y="17415"/>
                        <a:pt x="22869" y="17342"/>
                        <a:pt x="22865" y="17274"/>
                      </a:cubicBezTo>
                      <a:cubicBezTo>
                        <a:pt x="22865" y="17274"/>
                        <a:pt x="22860" y="17120"/>
                        <a:pt x="22859" y="17084"/>
                      </a:cubicBezTo>
                      <a:cubicBezTo>
                        <a:pt x="22727" y="13066"/>
                        <a:pt x="21663" y="9342"/>
                        <a:pt x="19865" y="6602"/>
                      </a:cubicBezTo>
                      <a:cubicBezTo>
                        <a:pt x="19526" y="6080"/>
                        <a:pt x="19150" y="5581"/>
                        <a:pt x="18746" y="5117"/>
                      </a:cubicBezTo>
                      <a:cubicBezTo>
                        <a:pt x="18722" y="5087"/>
                        <a:pt x="18697" y="5059"/>
                        <a:pt x="18671" y="5030"/>
                      </a:cubicBezTo>
                      <a:cubicBezTo>
                        <a:pt x="18557" y="4902"/>
                        <a:pt x="18420" y="4750"/>
                        <a:pt x="18265" y="4597"/>
                      </a:cubicBezTo>
                      <a:cubicBezTo>
                        <a:pt x="17977" y="4297"/>
                        <a:pt x="17676" y="4018"/>
                        <a:pt x="17379" y="3772"/>
                      </a:cubicBezTo>
                      <a:cubicBezTo>
                        <a:pt x="17134" y="3566"/>
                        <a:pt x="16878" y="3371"/>
                        <a:pt x="16595" y="3174"/>
                      </a:cubicBezTo>
                      <a:cubicBezTo>
                        <a:pt x="16084" y="2818"/>
                        <a:pt x="15536" y="2506"/>
                        <a:pt x="14963" y="2244"/>
                      </a:cubicBezTo>
                      <a:cubicBezTo>
                        <a:pt x="14408" y="1992"/>
                        <a:pt x="13835" y="1793"/>
                        <a:pt x="13250" y="1649"/>
                      </a:cubicBezTo>
                      <a:cubicBezTo>
                        <a:pt x="13047" y="1307"/>
                        <a:pt x="12789" y="998"/>
                        <a:pt x="12476" y="725"/>
                      </a:cubicBezTo>
                      <a:cubicBezTo>
                        <a:pt x="11938" y="257"/>
                        <a:pt x="11264" y="0"/>
                        <a:pt x="10579" y="0"/>
                      </a:cubicBezTo>
                      <a:close/>
                    </a:path>
                  </a:pathLst>
                </a:custGeom>
                <a:solidFill>
                  <a:schemeClr val="lt1"/>
                </a:solidFill>
                <a:ln w="9525" cap="flat" cmpd="sng">
                  <a:solidFill>
                    <a:schemeClr val="dk1"/>
                  </a:solidFill>
                  <a:prstDash val="solid"/>
                  <a:miter lim="1104"/>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6" name="Google Shape;2916;p36">
                  <a:extLst>
                    <a:ext uri="{FF2B5EF4-FFF2-40B4-BE49-F238E27FC236}">
                      <a16:creationId xmlns:a16="http://schemas.microsoft.com/office/drawing/2014/main" id="{55C16E2E-CCA6-F276-77E5-D989AF39F63D}"/>
                    </a:ext>
                  </a:extLst>
                </p:cNvPr>
                <p:cNvSpPr/>
                <p:nvPr/>
              </p:nvSpPr>
              <p:spPr>
                <a:xfrm>
                  <a:off x="5604900" y="2461975"/>
                  <a:ext cx="488050" cy="512075"/>
                </a:xfrm>
                <a:custGeom>
                  <a:avLst/>
                  <a:gdLst/>
                  <a:ahLst/>
                  <a:cxnLst/>
                  <a:rect l="l" t="t" r="r" b="b"/>
                  <a:pathLst>
                    <a:path w="19522" h="20483" extrusionOk="0">
                      <a:moveTo>
                        <a:pt x="9188" y="1"/>
                      </a:moveTo>
                      <a:cubicBezTo>
                        <a:pt x="8913" y="1"/>
                        <a:pt x="8631" y="14"/>
                        <a:pt x="8353" y="40"/>
                      </a:cubicBezTo>
                      <a:cubicBezTo>
                        <a:pt x="6107" y="259"/>
                        <a:pt x="3970" y="1296"/>
                        <a:pt x="2491" y="2887"/>
                      </a:cubicBezTo>
                      <a:cubicBezTo>
                        <a:pt x="2243" y="3150"/>
                        <a:pt x="2016" y="3430"/>
                        <a:pt x="1813" y="3718"/>
                      </a:cubicBezTo>
                      <a:cubicBezTo>
                        <a:pt x="1689" y="3893"/>
                        <a:pt x="1578" y="4059"/>
                        <a:pt x="1477" y="4230"/>
                      </a:cubicBezTo>
                      <a:cubicBezTo>
                        <a:pt x="1476" y="4232"/>
                        <a:pt x="1473" y="4234"/>
                        <a:pt x="1472" y="4237"/>
                      </a:cubicBezTo>
                      <a:cubicBezTo>
                        <a:pt x="1097" y="4856"/>
                        <a:pt x="792" y="5543"/>
                        <a:pt x="565" y="6281"/>
                      </a:cubicBezTo>
                      <a:cubicBezTo>
                        <a:pt x="399" y="6821"/>
                        <a:pt x="270" y="7401"/>
                        <a:pt x="186" y="8002"/>
                      </a:cubicBezTo>
                      <a:cubicBezTo>
                        <a:pt x="11" y="9219"/>
                        <a:pt x="1" y="10563"/>
                        <a:pt x="159" y="11998"/>
                      </a:cubicBezTo>
                      <a:cubicBezTo>
                        <a:pt x="396" y="14135"/>
                        <a:pt x="996" y="17212"/>
                        <a:pt x="2514" y="19753"/>
                      </a:cubicBezTo>
                      <a:cubicBezTo>
                        <a:pt x="2611" y="19915"/>
                        <a:pt x="2715" y="20049"/>
                        <a:pt x="2831" y="20153"/>
                      </a:cubicBezTo>
                      <a:cubicBezTo>
                        <a:pt x="3073" y="20380"/>
                        <a:pt x="3363" y="20482"/>
                        <a:pt x="3728" y="20482"/>
                      </a:cubicBezTo>
                      <a:cubicBezTo>
                        <a:pt x="3788" y="20482"/>
                        <a:pt x="3853" y="20479"/>
                        <a:pt x="3919" y="20473"/>
                      </a:cubicBezTo>
                      <a:cubicBezTo>
                        <a:pt x="4563" y="20419"/>
                        <a:pt x="5216" y="20119"/>
                        <a:pt x="5411" y="19562"/>
                      </a:cubicBezTo>
                      <a:cubicBezTo>
                        <a:pt x="5447" y="19459"/>
                        <a:pt x="5468" y="19348"/>
                        <a:pt x="5469" y="19229"/>
                      </a:cubicBezTo>
                      <a:cubicBezTo>
                        <a:pt x="5474" y="18966"/>
                        <a:pt x="5323" y="18255"/>
                        <a:pt x="5179" y="17570"/>
                      </a:cubicBezTo>
                      <a:cubicBezTo>
                        <a:pt x="5110" y="17249"/>
                        <a:pt x="5044" y="16941"/>
                        <a:pt x="4998" y="16692"/>
                      </a:cubicBezTo>
                      <a:lnTo>
                        <a:pt x="4998" y="16692"/>
                      </a:lnTo>
                      <a:cubicBezTo>
                        <a:pt x="5023" y="16740"/>
                        <a:pt x="5052" y="16787"/>
                        <a:pt x="5082" y="16840"/>
                      </a:cubicBezTo>
                      <a:cubicBezTo>
                        <a:pt x="5158" y="16966"/>
                        <a:pt x="5245" y="17073"/>
                        <a:pt x="5346" y="17160"/>
                      </a:cubicBezTo>
                      <a:cubicBezTo>
                        <a:pt x="5390" y="17201"/>
                        <a:pt x="5439" y="17237"/>
                        <a:pt x="5490" y="17270"/>
                      </a:cubicBezTo>
                      <a:cubicBezTo>
                        <a:pt x="5755" y="17442"/>
                        <a:pt x="6088" y="17518"/>
                        <a:pt x="6565" y="17518"/>
                      </a:cubicBezTo>
                      <a:cubicBezTo>
                        <a:pt x="6799" y="17518"/>
                        <a:pt x="7046" y="17501"/>
                        <a:pt x="7305" y="17482"/>
                      </a:cubicBezTo>
                      <a:cubicBezTo>
                        <a:pt x="7382" y="17476"/>
                        <a:pt x="7458" y="17471"/>
                        <a:pt x="7535" y="17465"/>
                      </a:cubicBezTo>
                      <a:cubicBezTo>
                        <a:pt x="8575" y="17395"/>
                        <a:pt x="9357" y="17248"/>
                        <a:pt x="9922" y="17128"/>
                      </a:cubicBezTo>
                      <a:lnTo>
                        <a:pt x="10047" y="17102"/>
                      </a:lnTo>
                      <a:cubicBezTo>
                        <a:pt x="11736" y="16750"/>
                        <a:pt x="12957" y="16493"/>
                        <a:pt x="14561" y="15857"/>
                      </a:cubicBezTo>
                      <a:cubicBezTo>
                        <a:pt x="15274" y="15575"/>
                        <a:pt x="15627" y="15314"/>
                        <a:pt x="15794" y="14923"/>
                      </a:cubicBezTo>
                      <a:cubicBezTo>
                        <a:pt x="15865" y="14761"/>
                        <a:pt x="15902" y="14574"/>
                        <a:pt x="15920" y="14353"/>
                      </a:cubicBezTo>
                      <a:cubicBezTo>
                        <a:pt x="15924" y="14369"/>
                        <a:pt x="15928" y="14381"/>
                        <a:pt x="15931" y="14394"/>
                      </a:cubicBezTo>
                      <a:cubicBezTo>
                        <a:pt x="15943" y="14441"/>
                        <a:pt x="15966" y="14543"/>
                        <a:pt x="16001" y="14704"/>
                      </a:cubicBezTo>
                      <a:lnTo>
                        <a:pt x="16121" y="15270"/>
                      </a:lnTo>
                      <a:cubicBezTo>
                        <a:pt x="16124" y="15284"/>
                        <a:pt x="16129" y="15295"/>
                        <a:pt x="16137" y="15306"/>
                      </a:cubicBezTo>
                      <a:cubicBezTo>
                        <a:pt x="16162" y="15428"/>
                        <a:pt x="16187" y="15549"/>
                        <a:pt x="16210" y="15665"/>
                      </a:cubicBezTo>
                      <a:cubicBezTo>
                        <a:pt x="16339" y="16304"/>
                        <a:pt x="16445" y="16830"/>
                        <a:pt x="16743" y="17140"/>
                      </a:cubicBezTo>
                      <a:cubicBezTo>
                        <a:pt x="16905" y="17310"/>
                        <a:pt x="17124" y="17416"/>
                        <a:pt x="17434" y="17440"/>
                      </a:cubicBezTo>
                      <a:cubicBezTo>
                        <a:pt x="17527" y="17449"/>
                        <a:pt x="17622" y="17453"/>
                        <a:pt x="17714" y="17453"/>
                      </a:cubicBezTo>
                      <a:cubicBezTo>
                        <a:pt x="18516" y="17453"/>
                        <a:pt x="19079" y="17154"/>
                        <a:pt x="19313" y="16621"/>
                      </a:cubicBezTo>
                      <a:cubicBezTo>
                        <a:pt x="19364" y="16513"/>
                        <a:pt x="19397" y="16395"/>
                        <a:pt x="19418" y="16267"/>
                      </a:cubicBezTo>
                      <a:cubicBezTo>
                        <a:pt x="19522" y="15597"/>
                        <a:pt x="19513" y="14969"/>
                        <a:pt x="19494" y="14494"/>
                      </a:cubicBezTo>
                      <a:cubicBezTo>
                        <a:pt x="19494" y="14494"/>
                        <a:pt x="19481" y="14161"/>
                        <a:pt x="19477" y="14098"/>
                      </a:cubicBezTo>
                      <a:cubicBezTo>
                        <a:pt x="19358" y="10380"/>
                        <a:pt x="18391" y="6960"/>
                        <a:pt x="16757" y="4471"/>
                      </a:cubicBezTo>
                      <a:cubicBezTo>
                        <a:pt x="16455" y="4006"/>
                        <a:pt x="16117" y="3560"/>
                        <a:pt x="15758" y="3149"/>
                      </a:cubicBezTo>
                      <a:cubicBezTo>
                        <a:pt x="15748" y="3136"/>
                        <a:pt x="15739" y="3125"/>
                        <a:pt x="15728" y="3114"/>
                      </a:cubicBezTo>
                      <a:lnTo>
                        <a:pt x="15715" y="3099"/>
                      </a:lnTo>
                      <a:cubicBezTo>
                        <a:pt x="15168" y="2480"/>
                        <a:pt x="14569" y="1945"/>
                        <a:pt x="13938" y="1509"/>
                      </a:cubicBezTo>
                      <a:cubicBezTo>
                        <a:pt x="13503" y="1206"/>
                        <a:pt x="13044" y="945"/>
                        <a:pt x="12575" y="730"/>
                      </a:cubicBezTo>
                      <a:cubicBezTo>
                        <a:pt x="11506" y="246"/>
                        <a:pt x="10367" y="1"/>
                        <a:pt x="9188" y="1"/>
                      </a:cubicBezTo>
                      <a:close/>
                    </a:path>
                  </a:pathLst>
                </a:custGeom>
                <a:solidFill>
                  <a:schemeClr val="accent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7" name="Google Shape;2917;p36">
                  <a:extLst>
                    <a:ext uri="{FF2B5EF4-FFF2-40B4-BE49-F238E27FC236}">
                      <a16:creationId xmlns:a16="http://schemas.microsoft.com/office/drawing/2014/main" id="{8667ECEB-8CAA-BCB0-D509-2E7D590982B0}"/>
                    </a:ext>
                  </a:extLst>
                </p:cNvPr>
                <p:cNvSpPr/>
                <p:nvPr/>
              </p:nvSpPr>
              <p:spPr>
                <a:xfrm>
                  <a:off x="5899875" y="2479975"/>
                  <a:ext cx="124575" cy="119025"/>
                </a:xfrm>
                <a:custGeom>
                  <a:avLst/>
                  <a:gdLst/>
                  <a:ahLst/>
                  <a:cxnLst/>
                  <a:rect l="l" t="t" r="r" b="b"/>
                  <a:pathLst>
                    <a:path w="4983" h="4761" extrusionOk="0">
                      <a:moveTo>
                        <a:pt x="730" y="1"/>
                      </a:moveTo>
                      <a:cubicBezTo>
                        <a:pt x="712" y="1"/>
                        <a:pt x="694" y="5"/>
                        <a:pt x="679" y="13"/>
                      </a:cubicBezTo>
                      <a:cubicBezTo>
                        <a:pt x="649" y="30"/>
                        <a:pt x="628" y="58"/>
                        <a:pt x="622" y="91"/>
                      </a:cubicBezTo>
                      <a:cubicBezTo>
                        <a:pt x="619" y="107"/>
                        <a:pt x="621" y="128"/>
                        <a:pt x="625" y="145"/>
                      </a:cubicBezTo>
                      <a:cubicBezTo>
                        <a:pt x="626" y="148"/>
                        <a:pt x="627" y="150"/>
                        <a:pt x="628" y="153"/>
                      </a:cubicBezTo>
                      <a:lnTo>
                        <a:pt x="1042" y="1515"/>
                      </a:lnTo>
                      <a:lnTo>
                        <a:pt x="74" y="2554"/>
                      </a:lnTo>
                      <a:cubicBezTo>
                        <a:pt x="19" y="2612"/>
                        <a:pt x="0" y="2693"/>
                        <a:pt x="24" y="2769"/>
                      </a:cubicBezTo>
                      <a:cubicBezTo>
                        <a:pt x="47" y="2847"/>
                        <a:pt x="108" y="2904"/>
                        <a:pt x="187" y="2923"/>
                      </a:cubicBezTo>
                      <a:lnTo>
                        <a:pt x="1574" y="3244"/>
                      </a:lnTo>
                      <a:lnTo>
                        <a:pt x="1990" y="4601"/>
                      </a:lnTo>
                      <a:cubicBezTo>
                        <a:pt x="2019" y="4696"/>
                        <a:pt x="2104" y="4760"/>
                        <a:pt x="2202" y="4760"/>
                      </a:cubicBezTo>
                      <a:cubicBezTo>
                        <a:pt x="2264" y="4760"/>
                        <a:pt x="2321" y="4735"/>
                        <a:pt x="2365" y="4689"/>
                      </a:cubicBezTo>
                      <a:lnTo>
                        <a:pt x="3337" y="3649"/>
                      </a:lnTo>
                      <a:lnTo>
                        <a:pt x="4721" y="3967"/>
                      </a:lnTo>
                      <a:cubicBezTo>
                        <a:pt x="4739" y="3971"/>
                        <a:pt x="4755" y="3972"/>
                        <a:pt x="4773" y="3972"/>
                      </a:cubicBezTo>
                      <a:cubicBezTo>
                        <a:pt x="4849" y="3972"/>
                        <a:pt x="4920" y="3934"/>
                        <a:pt x="4960" y="3869"/>
                      </a:cubicBezTo>
                      <a:cubicBezTo>
                        <a:pt x="4983" y="3832"/>
                        <a:pt x="4982" y="3787"/>
                        <a:pt x="4958" y="3751"/>
                      </a:cubicBezTo>
                      <a:cubicBezTo>
                        <a:pt x="4656" y="3286"/>
                        <a:pt x="4318" y="2839"/>
                        <a:pt x="3959" y="2428"/>
                      </a:cubicBezTo>
                      <a:cubicBezTo>
                        <a:pt x="3949" y="2416"/>
                        <a:pt x="3939" y="2405"/>
                        <a:pt x="3929" y="2394"/>
                      </a:cubicBezTo>
                      <a:lnTo>
                        <a:pt x="3916" y="2378"/>
                      </a:lnTo>
                      <a:cubicBezTo>
                        <a:pt x="3368" y="1760"/>
                        <a:pt x="2770" y="1225"/>
                        <a:pt x="2139" y="789"/>
                      </a:cubicBezTo>
                      <a:cubicBezTo>
                        <a:pt x="1705" y="486"/>
                        <a:pt x="1245" y="224"/>
                        <a:pt x="775" y="11"/>
                      </a:cubicBezTo>
                      <a:cubicBezTo>
                        <a:pt x="760" y="4"/>
                        <a:pt x="745" y="1"/>
                        <a:pt x="730" y="1"/>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8" name="Google Shape;2918;p36">
                  <a:extLst>
                    <a:ext uri="{FF2B5EF4-FFF2-40B4-BE49-F238E27FC236}">
                      <a16:creationId xmlns:a16="http://schemas.microsoft.com/office/drawing/2014/main" id="{9D227B71-DF0E-8C93-3818-945DC28A7317}"/>
                    </a:ext>
                  </a:extLst>
                </p:cNvPr>
                <p:cNvSpPr/>
                <p:nvPr/>
              </p:nvSpPr>
              <p:spPr>
                <a:xfrm>
                  <a:off x="5609400" y="2533300"/>
                  <a:ext cx="103450" cy="132800"/>
                </a:xfrm>
                <a:custGeom>
                  <a:avLst/>
                  <a:gdLst/>
                  <a:ahLst/>
                  <a:cxnLst/>
                  <a:rect l="l" t="t" r="r" b="b"/>
                  <a:pathLst>
                    <a:path w="4138" h="5312" extrusionOk="0">
                      <a:moveTo>
                        <a:pt x="2390" y="0"/>
                      </a:moveTo>
                      <a:cubicBezTo>
                        <a:pt x="2361" y="0"/>
                        <a:pt x="2332" y="12"/>
                        <a:pt x="2311" y="34"/>
                      </a:cubicBezTo>
                      <a:cubicBezTo>
                        <a:pt x="2063" y="298"/>
                        <a:pt x="1836" y="578"/>
                        <a:pt x="1633" y="865"/>
                      </a:cubicBezTo>
                      <a:cubicBezTo>
                        <a:pt x="1509" y="1040"/>
                        <a:pt x="1398" y="1206"/>
                        <a:pt x="1296" y="1375"/>
                      </a:cubicBezTo>
                      <a:cubicBezTo>
                        <a:pt x="1295" y="1379"/>
                        <a:pt x="1293" y="1381"/>
                        <a:pt x="1291" y="1384"/>
                      </a:cubicBezTo>
                      <a:cubicBezTo>
                        <a:pt x="917" y="2003"/>
                        <a:pt x="612" y="2690"/>
                        <a:pt x="385" y="3427"/>
                      </a:cubicBezTo>
                      <a:cubicBezTo>
                        <a:pt x="217" y="3969"/>
                        <a:pt x="90" y="4548"/>
                        <a:pt x="5" y="5149"/>
                      </a:cubicBezTo>
                      <a:cubicBezTo>
                        <a:pt x="1" y="5180"/>
                        <a:pt x="10" y="5212"/>
                        <a:pt x="31" y="5236"/>
                      </a:cubicBezTo>
                      <a:cubicBezTo>
                        <a:pt x="73" y="5284"/>
                        <a:pt x="135" y="5312"/>
                        <a:pt x="199" y="5312"/>
                      </a:cubicBezTo>
                      <a:cubicBezTo>
                        <a:pt x="248" y="5312"/>
                        <a:pt x="295" y="5296"/>
                        <a:pt x="332" y="5266"/>
                      </a:cubicBezTo>
                      <a:lnTo>
                        <a:pt x="1469" y="4408"/>
                      </a:lnTo>
                      <a:lnTo>
                        <a:pt x="2778" y="4958"/>
                      </a:lnTo>
                      <a:cubicBezTo>
                        <a:pt x="2806" y="4970"/>
                        <a:pt x="2836" y="4977"/>
                        <a:pt x="2865" y="4977"/>
                      </a:cubicBezTo>
                      <a:cubicBezTo>
                        <a:pt x="2928" y="4977"/>
                        <a:pt x="2989" y="4949"/>
                        <a:pt x="3031" y="4901"/>
                      </a:cubicBezTo>
                      <a:cubicBezTo>
                        <a:pt x="3073" y="4853"/>
                        <a:pt x="3093" y="4790"/>
                        <a:pt x="3085" y="4727"/>
                      </a:cubicBezTo>
                      <a:lnTo>
                        <a:pt x="2910" y="3313"/>
                      </a:lnTo>
                      <a:lnTo>
                        <a:pt x="4042" y="2455"/>
                      </a:lnTo>
                      <a:cubicBezTo>
                        <a:pt x="4105" y="2405"/>
                        <a:pt x="4137" y="2329"/>
                        <a:pt x="4127" y="2249"/>
                      </a:cubicBezTo>
                      <a:cubicBezTo>
                        <a:pt x="4116" y="2170"/>
                        <a:pt x="4066" y="2105"/>
                        <a:pt x="3993" y="2073"/>
                      </a:cubicBezTo>
                      <a:lnTo>
                        <a:pt x="2681" y="1518"/>
                      </a:lnTo>
                      <a:lnTo>
                        <a:pt x="2503" y="107"/>
                      </a:lnTo>
                      <a:cubicBezTo>
                        <a:pt x="2502" y="98"/>
                        <a:pt x="2499" y="73"/>
                        <a:pt x="2481" y="48"/>
                      </a:cubicBezTo>
                      <a:cubicBezTo>
                        <a:pt x="2462" y="20"/>
                        <a:pt x="2432" y="2"/>
                        <a:pt x="2399" y="0"/>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9" name="Google Shape;2919;p36">
                  <a:extLst>
                    <a:ext uri="{FF2B5EF4-FFF2-40B4-BE49-F238E27FC236}">
                      <a16:creationId xmlns:a16="http://schemas.microsoft.com/office/drawing/2014/main" id="{27F14094-82C8-9E18-19FE-E260A04DE3F1}"/>
                    </a:ext>
                  </a:extLst>
                </p:cNvPr>
                <p:cNvSpPr/>
                <p:nvPr/>
              </p:nvSpPr>
              <p:spPr>
                <a:xfrm>
                  <a:off x="5800900" y="2578925"/>
                  <a:ext cx="26800" cy="45500"/>
                </a:xfrm>
                <a:custGeom>
                  <a:avLst/>
                  <a:gdLst/>
                  <a:ahLst/>
                  <a:cxnLst/>
                  <a:rect l="l" t="t" r="r" b="b"/>
                  <a:pathLst>
                    <a:path w="1072" h="1820" extrusionOk="0">
                      <a:moveTo>
                        <a:pt x="369" y="0"/>
                      </a:moveTo>
                      <a:cubicBezTo>
                        <a:pt x="345" y="0"/>
                        <a:pt x="320" y="3"/>
                        <a:pt x="293" y="9"/>
                      </a:cubicBezTo>
                      <a:cubicBezTo>
                        <a:pt x="117" y="46"/>
                        <a:pt x="0" y="210"/>
                        <a:pt x="21" y="388"/>
                      </a:cubicBezTo>
                      <a:lnTo>
                        <a:pt x="151" y="1514"/>
                      </a:lnTo>
                      <a:cubicBezTo>
                        <a:pt x="171" y="1688"/>
                        <a:pt x="319" y="1820"/>
                        <a:pt x="495" y="1820"/>
                      </a:cubicBezTo>
                      <a:cubicBezTo>
                        <a:pt x="519" y="1820"/>
                        <a:pt x="545" y="1817"/>
                        <a:pt x="568" y="1812"/>
                      </a:cubicBezTo>
                      <a:lnTo>
                        <a:pt x="784" y="1765"/>
                      </a:lnTo>
                      <a:cubicBezTo>
                        <a:pt x="879" y="1746"/>
                        <a:pt x="962" y="1685"/>
                        <a:pt x="1011" y="1601"/>
                      </a:cubicBezTo>
                      <a:cubicBezTo>
                        <a:pt x="1059" y="1517"/>
                        <a:pt x="1072" y="1415"/>
                        <a:pt x="1042" y="1322"/>
                      </a:cubicBezTo>
                      <a:lnTo>
                        <a:pt x="699" y="242"/>
                      </a:lnTo>
                      <a:cubicBezTo>
                        <a:pt x="654" y="97"/>
                        <a:pt x="521" y="0"/>
                        <a:pt x="369" y="0"/>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0" name="Google Shape;2920;p36">
                  <a:extLst>
                    <a:ext uri="{FF2B5EF4-FFF2-40B4-BE49-F238E27FC236}">
                      <a16:creationId xmlns:a16="http://schemas.microsoft.com/office/drawing/2014/main" id="{F78174BD-FD86-41C9-832F-F74CC89DF14F}"/>
                    </a:ext>
                  </a:extLst>
                </p:cNvPr>
                <p:cNvSpPr/>
                <p:nvPr/>
              </p:nvSpPr>
              <p:spPr>
                <a:xfrm>
                  <a:off x="5675675" y="2951000"/>
                  <a:ext cx="71275" cy="57500"/>
                </a:xfrm>
                <a:custGeom>
                  <a:avLst/>
                  <a:gdLst/>
                  <a:ahLst/>
                  <a:cxnLst/>
                  <a:rect l="l" t="t" r="r" b="b"/>
                  <a:pathLst>
                    <a:path w="2851" h="2300" extrusionOk="0">
                      <a:moveTo>
                        <a:pt x="2580" y="0"/>
                      </a:moveTo>
                      <a:cubicBezTo>
                        <a:pt x="2385" y="557"/>
                        <a:pt x="1731" y="857"/>
                        <a:pt x="1088" y="912"/>
                      </a:cubicBezTo>
                      <a:cubicBezTo>
                        <a:pt x="1022" y="918"/>
                        <a:pt x="957" y="921"/>
                        <a:pt x="897" y="921"/>
                      </a:cubicBezTo>
                      <a:cubicBezTo>
                        <a:pt x="532" y="921"/>
                        <a:pt x="242" y="819"/>
                        <a:pt x="0" y="592"/>
                      </a:cubicBezTo>
                      <a:lnTo>
                        <a:pt x="0" y="592"/>
                      </a:lnTo>
                      <a:cubicBezTo>
                        <a:pt x="22" y="703"/>
                        <a:pt x="111" y="1142"/>
                        <a:pt x="203" y="1383"/>
                      </a:cubicBezTo>
                      <a:cubicBezTo>
                        <a:pt x="409" y="1908"/>
                        <a:pt x="678" y="2264"/>
                        <a:pt x="1325" y="2296"/>
                      </a:cubicBezTo>
                      <a:cubicBezTo>
                        <a:pt x="1365" y="2297"/>
                        <a:pt x="1405" y="2299"/>
                        <a:pt x="1445" y="2299"/>
                      </a:cubicBezTo>
                      <a:cubicBezTo>
                        <a:pt x="2114" y="2299"/>
                        <a:pt x="2829" y="2007"/>
                        <a:pt x="2839" y="1193"/>
                      </a:cubicBezTo>
                      <a:cubicBezTo>
                        <a:pt x="2844" y="856"/>
                        <a:pt x="2850" y="296"/>
                        <a:pt x="2580" y="0"/>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1" name="Google Shape;2921;p36">
                  <a:extLst>
                    <a:ext uri="{FF2B5EF4-FFF2-40B4-BE49-F238E27FC236}">
                      <a16:creationId xmlns:a16="http://schemas.microsoft.com/office/drawing/2014/main" id="{CE8D35A7-E774-20EC-2FC7-BEEE31570FDC}"/>
                    </a:ext>
                  </a:extLst>
                </p:cNvPr>
                <p:cNvSpPr/>
                <p:nvPr/>
              </p:nvSpPr>
              <p:spPr>
                <a:xfrm>
                  <a:off x="6020300" y="2877500"/>
                  <a:ext cx="76350" cy="58150"/>
                </a:xfrm>
                <a:custGeom>
                  <a:avLst/>
                  <a:gdLst/>
                  <a:ahLst/>
                  <a:cxnLst/>
                  <a:rect l="l" t="t" r="r" b="b"/>
                  <a:pathLst>
                    <a:path w="3054" h="2326" extrusionOk="0">
                      <a:moveTo>
                        <a:pt x="2697" y="0"/>
                      </a:moveTo>
                      <a:cubicBezTo>
                        <a:pt x="2697" y="1"/>
                        <a:pt x="2697" y="1"/>
                        <a:pt x="2697" y="2"/>
                      </a:cubicBezTo>
                      <a:lnTo>
                        <a:pt x="2697" y="2"/>
                      </a:lnTo>
                      <a:cubicBezTo>
                        <a:pt x="2697" y="1"/>
                        <a:pt x="2698" y="1"/>
                        <a:pt x="2698" y="0"/>
                      </a:cubicBezTo>
                      <a:close/>
                      <a:moveTo>
                        <a:pt x="2697" y="2"/>
                      </a:moveTo>
                      <a:cubicBezTo>
                        <a:pt x="2462" y="533"/>
                        <a:pt x="1899" y="832"/>
                        <a:pt x="1098" y="832"/>
                      </a:cubicBezTo>
                      <a:cubicBezTo>
                        <a:pt x="1006" y="832"/>
                        <a:pt x="911" y="828"/>
                        <a:pt x="818" y="819"/>
                      </a:cubicBezTo>
                      <a:cubicBezTo>
                        <a:pt x="508" y="794"/>
                        <a:pt x="289" y="688"/>
                        <a:pt x="127" y="519"/>
                      </a:cubicBezTo>
                      <a:cubicBezTo>
                        <a:pt x="125" y="524"/>
                        <a:pt x="124" y="530"/>
                        <a:pt x="122" y="535"/>
                      </a:cubicBezTo>
                      <a:cubicBezTo>
                        <a:pt x="0" y="1008"/>
                        <a:pt x="292" y="1738"/>
                        <a:pt x="475" y="1980"/>
                      </a:cubicBezTo>
                      <a:cubicBezTo>
                        <a:pt x="645" y="2207"/>
                        <a:pt x="913" y="2326"/>
                        <a:pt x="1248" y="2326"/>
                      </a:cubicBezTo>
                      <a:cubicBezTo>
                        <a:pt x="1680" y="2326"/>
                        <a:pt x="2140" y="2134"/>
                        <a:pt x="2428" y="1954"/>
                      </a:cubicBezTo>
                      <a:cubicBezTo>
                        <a:pt x="3054" y="1562"/>
                        <a:pt x="2824" y="532"/>
                        <a:pt x="2697" y="2"/>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2" name="Google Shape;2922;p36">
                  <a:extLst>
                    <a:ext uri="{FF2B5EF4-FFF2-40B4-BE49-F238E27FC236}">
                      <a16:creationId xmlns:a16="http://schemas.microsoft.com/office/drawing/2014/main" id="{8FC7EB88-8C74-E133-D93E-3C7B14E8479D}"/>
                    </a:ext>
                  </a:extLst>
                </p:cNvPr>
                <p:cNvSpPr/>
                <p:nvPr/>
              </p:nvSpPr>
              <p:spPr>
                <a:xfrm>
                  <a:off x="5738525" y="2835050"/>
                  <a:ext cx="262150" cy="103050"/>
                </a:xfrm>
                <a:custGeom>
                  <a:avLst/>
                  <a:gdLst/>
                  <a:ahLst/>
                  <a:cxnLst/>
                  <a:rect l="l" t="t" r="r" b="b"/>
                  <a:pathLst>
                    <a:path w="10486" h="4122" extrusionOk="0">
                      <a:moveTo>
                        <a:pt x="10449" y="0"/>
                      </a:moveTo>
                      <a:cubicBezTo>
                        <a:pt x="10282" y="391"/>
                        <a:pt x="9929" y="652"/>
                        <a:pt x="9216" y="934"/>
                      </a:cubicBezTo>
                      <a:cubicBezTo>
                        <a:pt x="7612" y="1570"/>
                        <a:pt x="6391" y="1827"/>
                        <a:pt x="4702" y="2179"/>
                      </a:cubicBezTo>
                      <a:lnTo>
                        <a:pt x="4577" y="2205"/>
                      </a:lnTo>
                      <a:cubicBezTo>
                        <a:pt x="4013" y="2325"/>
                        <a:pt x="3230" y="2472"/>
                        <a:pt x="2190" y="2542"/>
                      </a:cubicBezTo>
                      <a:cubicBezTo>
                        <a:pt x="2113" y="2547"/>
                        <a:pt x="2037" y="2553"/>
                        <a:pt x="1960" y="2559"/>
                      </a:cubicBezTo>
                      <a:cubicBezTo>
                        <a:pt x="1702" y="2578"/>
                        <a:pt x="1454" y="2594"/>
                        <a:pt x="1220" y="2594"/>
                      </a:cubicBezTo>
                      <a:cubicBezTo>
                        <a:pt x="743" y="2594"/>
                        <a:pt x="410" y="2519"/>
                        <a:pt x="145" y="2347"/>
                      </a:cubicBezTo>
                      <a:cubicBezTo>
                        <a:pt x="94" y="2314"/>
                        <a:pt x="45" y="2278"/>
                        <a:pt x="1" y="2237"/>
                      </a:cubicBezTo>
                      <a:lnTo>
                        <a:pt x="1" y="2237"/>
                      </a:lnTo>
                      <a:cubicBezTo>
                        <a:pt x="3" y="2281"/>
                        <a:pt x="14" y="2326"/>
                        <a:pt x="34" y="2378"/>
                      </a:cubicBezTo>
                      <a:cubicBezTo>
                        <a:pt x="61" y="2443"/>
                        <a:pt x="200" y="2714"/>
                        <a:pt x="241" y="2788"/>
                      </a:cubicBezTo>
                      <a:cubicBezTo>
                        <a:pt x="684" y="3595"/>
                        <a:pt x="1094" y="4121"/>
                        <a:pt x="2703" y="4121"/>
                      </a:cubicBezTo>
                      <a:cubicBezTo>
                        <a:pt x="2849" y="4121"/>
                        <a:pt x="3007" y="4118"/>
                        <a:pt x="3178" y="4109"/>
                      </a:cubicBezTo>
                      <a:cubicBezTo>
                        <a:pt x="4257" y="4015"/>
                        <a:pt x="5388" y="3824"/>
                        <a:pt x="6542" y="3544"/>
                      </a:cubicBezTo>
                      <a:cubicBezTo>
                        <a:pt x="8223" y="3135"/>
                        <a:pt x="9987" y="2557"/>
                        <a:pt x="10323" y="1385"/>
                      </a:cubicBezTo>
                      <a:cubicBezTo>
                        <a:pt x="10435" y="999"/>
                        <a:pt x="10486" y="412"/>
                        <a:pt x="10468" y="91"/>
                      </a:cubicBezTo>
                      <a:cubicBezTo>
                        <a:pt x="10466" y="56"/>
                        <a:pt x="10460" y="26"/>
                        <a:pt x="10449" y="0"/>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3" name="Google Shape;2923;p36">
                  <a:extLst>
                    <a:ext uri="{FF2B5EF4-FFF2-40B4-BE49-F238E27FC236}">
                      <a16:creationId xmlns:a16="http://schemas.microsoft.com/office/drawing/2014/main" id="{2B3B4E4A-3854-6710-4A7A-550FDCE89550}"/>
                    </a:ext>
                  </a:extLst>
                </p:cNvPr>
                <p:cNvSpPr/>
                <p:nvPr/>
              </p:nvSpPr>
              <p:spPr>
                <a:xfrm>
                  <a:off x="5930375" y="2499525"/>
                  <a:ext cx="70300" cy="68375"/>
                </a:xfrm>
                <a:custGeom>
                  <a:avLst/>
                  <a:gdLst/>
                  <a:ahLst/>
                  <a:cxnLst/>
                  <a:rect l="l" t="t" r="r" b="b"/>
                  <a:pathLst>
                    <a:path w="2812" h="2735" extrusionOk="0">
                      <a:moveTo>
                        <a:pt x="438" y="1"/>
                      </a:moveTo>
                      <a:cubicBezTo>
                        <a:pt x="394" y="1"/>
                        <a:pt x="359" y="43"/>
                        <a:pt x="372" y="86"/>
                      </a:cubicBezTo>
                      <a:lnTo>
                        <a:pt x="616" y="880"/>
                      </a:lnTo>
                      <a:cubicBezTo>
                        <a:pt x="623" y="904"/>
                        <a:pt x="618" y="928"/>
                        <a:pt x="601" y="944"/>
                      </a:cubicBezTo>
                      <a:lnTo>
                        <a:pt x="35" y="1552"/>
                      </a:lnTo>
                      <a:cubicBezTo>
                        <a:pt x="0" y="1590"/>
                        <a:pt x="20" y="1650"/>
                        <a:pt x="69" y="1661"/>
                      </a:cubicBezTo>
                      <a:lnTo>
                        <a:pt x="878" y="1848"/>
                      </a:lnTo>
                      <a:cubicBezTo>
                        <a:pt x="900" y="1853"/>
                        <a:pt x="919" y="1870"/>
                        <a:pt x="927" y="1893"/>
                      </a:cubicBezTo>
                      <a:lnTo>
                        <a:pt x="1169" y="2688"/>
                      </a:lnTo>
                      <a:cubicBezTo>
                        <a:pt x="1178" y="2717"/>
                        <a:pt x="1206" y="2734"/>
                        <a:pt x="1233" y="2734"/>
                      </a:cubicBezTo>
                      <a:cubicBezTo>
                        <a:pt x="1251" y="2734"/>
                        <a:pt x="1268" y="2728"/>
                        <a:pt x="1282" y="2713"/>
                      </a:cubicBezTo>
                      <a:lnTo>
                        <a:pt x="1847" y="2106"/>
                      </a:lnTo>
                      <a:cubicBezTo>
                        <a:pt x="1859" y="2092"/>
                        <a:pt x="1877" y="2084"/>
                        <a:pt x="1895" y="2084"/>
                      </a:cubicBezTo>
                      <a:cubicBezTo>
                        <a:pt x="1900" y="2084"/>
                        <a:pt x="1905" y="2085"/>
                        <a:pt x="1910" y="2086"/>
                      </a:cubicBezTo>
                      <a:lnTo>
                        <a:pt x="2720" y="2272"/>
                      </a:lnTo>
                      <a:cubicBezTo>
                        <a:pt x="2725" y="2274"/>
                        <a:pt x="2730" y="2274"/>
                        <a:pt x="2735" y="2274"/>
                      </a:cubicBezTo>
                      <a:cubicBezTo>
                        <a:pt x="2778" y="2274"/>
                        <a:pt x="2811" y="2232"/>
                        <a:pt x="2797" y="2188"/>
                      </a:cubicBezTo>
                      <a:lnTo>
                        <a:pt x="2653" y="1713"/>
                      </a:lnTo>
                      <a:cubicBezTo>
                        <a:pt x="2640" y="1698"/>
                        <a:pt x="2627" y="1685"/>
                        <a:pt x="2614" y="1669"/>
                      </a:cubicBezTo>
                      <a:cubicBezTo>
                        <a:pt x="2078" y="1064"/>
                        <a:pt x="1490" y="534"/>
                        <a:pt x="857" y="96"/>
                      </a:cubicBezTo>
                      <a:lnTo>
                        <a:pt x="452" y="2"/>
                      </a:lnTo>
                      <a:cubicBezTo>
                        <a:pt x="447" y="1"/>
                        <a:pt x="443" y="1"/>
                        <a:pt x="438" y="1"/>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0" name="Google Shape;2924;p36">
                  <a:extLst>
                    <a:ext uri="{FF2B5EF4-FFF2-40B4-BE49-F238E27FC236}">
                      <a16:creationId xmlns:a16="http://schemas.microsoft.com/office/drawing/2014/main" id="{2FDD6DC4-6E97-ACF1-6D50-A298631D1674}"/>
                    </a:ext>
                  </a:extLst>
                </p:cNvPr>
                <p:cNvSpPr/>
                <p:nvPr/>
              </p:nvSpPr>
              <p:spPr>
                <a:xfrm>
                  <a:off x="5621625" y="2560775"/>
                  <a:ext cx="59775" cy="75725"/>
                </a:xfrm>
                <a:custGeom>
                  <a:avLst/>
                  <a:gdLst/>
                  <a:ahLst/>
                  <a:cxnLst/>
                  <a:rect l="l" t="t" r="r" b="b"/>
                  <a:pathLst>
                    <a:path w="2391" h="3029" extrusionOk="0">
                      <a:moveTo>
                        <a:pt x="1362" y="1"/>
                      </a:moveTo>
                      <a:cubicBezTo>
                        <a:pt x="1348" y="1"/>
                        <a:pt x="1334" y="5"/>
                        <a:pt x="1323" y="15"/>
                      </a:cubicBezTo>
                      <a:lnTo>
                        <a:pt x="901" y="333"/>
                      </a:lnTo>
                      <a:lnTo>
                        <a:pt x="901" y="335"/>
                      </a:lnTo>
                      <a:cubicBezTo>
                        <a:pt x="513" y="975"/>
                        <a:pt x="219" y="1653"/>
                        <a:pt x="1" y="2359"/>
                      </a:cubicBezTo>
                      <a:lnTo>
                        <a:pt x="0" y="2361"/>
                      </a:lnTo>
                      <a:lnTo>
                        <a:pt x="79" y="2971"/>
                      </a:lnTo>
                      <a:cubicBezTo>
                        <a:pt x="82" y="3006"/>
                        <a:pt x="113" y="3028"/>
                        <a:pt x="144" y="3028"/>
                      </a:cubicBezTo>
                      <a:cubicBezTo>
                        <a:pt x="157" y="3028"/>
                        <a:pt x="171" y="3024"/>
                        <a:pt x="182" y="3015"/>
                      </a:cubicBezTo>
                      <a:lnTo>
                        <a:pt x="845" y="2514"/>
                      </a:lnTo>
                      <a:cubicBezTo>
                        <a:pt x="856" y="2504"/>
                        <a:pt x="870" y="2500"/>
                        <a:pt x="885" y="2500"/>
                      </a:cubicBezTo>
                      <a:cubicBezTo>
                        <a:pt x="894" y="2500"/>
                        <a:pt x="902" y="2501"/>
                        <a:pt x="910" y="2505"/>
                      </a:cubicBezTo>
                      <a:lnTo>
                        <a:pt x="1675" y="2826"/>
                      </a:lnTo>
                      <a:cubicBezTo>
                        <a:pt x="1684" y="2830"/>
                        <a:pt x="1693" y="2832"/>
                        <a:pt x="1701" y="2832"/>
                      </a:cubicBezTo>
                      <a:cubicBezTo>
                        <a:pt x="1739" y="2832"/>
                        <a:pt x="1772" y="2799"/>
                        <a:pt x="1767" y="2758"/>
                      </a:cubicBezTo>
                      <a:lnTo>
                        <a:pt x="1663" y="1934"/>
                      </a:lnTo>
                      <a:cubicBezTo>
                        <a:pt x="1660" y="1910"/>
                        <a:pt x="1669" y="1886"/>
                        <a:pt x="1689" y="1873"/>
                      </a:cubicBezTo>
                      <a:lnTo>
                        <a:pt x="2350" y="1371"/>
                      </a:lnTo>
                      <a:cubicBezTo>
                        <a:pt x="2391" y="1339"/>
                        <a:pt x="2383" y="1277"/>
                        <a:pt x="2336" y="1257"/>
                      </a:cubicBezTo>
                      <a:lnTo>
                        <a:pt x="1571" y="936"/>
                      </a:lnTo>
                      <a:cubicBezTo>
                        <a:pt x="1549" y="926"/>
                        <a:pt x="1534" y="906"/>
                        <a:pt x="1530" y="883"/>
                      </a:cubicBezTo>
                      <a:lnTo>
                        <a:pt x="1426" y="59"/>
                      </a:lnTo>
                      <a:cubicBezTo>
                        <a:pt x="1423" y="23"/>
                        <a:pt x="1392" y="1"/>
                        <a:pt x="1362" y="1"/>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1" name="Google Shape;2925;p36">
                  <a:extLst>
                    <a:ext uri="{FF2B5EF4-FFF2-40B4-BE49-F238E27FC236}">
                      <a16:creationId xmlns:a16="http://schemas.microsoft.com/office/drawing/2014/main" id="{0AAF03E7-1A99-44B9-881F-A1606D4467C8}"/>
                    </a:ext>
                  </a:extLst>
                </p:cNvPr>
                <p:cNvSpPr/>
                <p:nvPr/>
              </p:nvSpPr>
              <p:spPr>
                <a:xfrm>
                  <a:off x="5886450" y="2669025"/>
                  <a:ext cx="96000" cy="108500"/>
                </a:xfrm>
                <a:custGeom>
                  <a:avLst/>
                  <a:gdLst/>
                  <a:ahLst/>
                  <a:cxnLst/>
                  <a:rect l="l" t="t" r="r" b="b"/>
                  <a:pathLst>
                    <a:path w="3840" h="4340" extrusionOk="0">
                      <a:moveTo>
                        <a:pt x="922" y="1"/>
                      </a:moveTo>
                      <a:cubicBezTo>
                        <a:pt x="826" y="1"/>
                        <a:pt x="744" y="64"/>
                        <a:pt x="655" y="140"/>
                      </a:cubicBezTo>
                      <a:cubicBezTo>
                        <a:pt x="621" y="168"/>
                        <a:pt x="585" y="196"/>
                        <a:pt x="545" y="227"/>
                      </a:cubicBezTo>
                      <a:cubicBezTo>
                        <a:pt x="315" y="410"/>
                        <a:pt x="1" y="658"/>
                        <a:pt x="41" y="985"/>
                      </a:cubicBezTo>
                      <a:cubicBezTo>
                        <a:pt x="71" y="1213"/>
                        <a:pt x="161" y="1447"/>
                        <a:pt x="247" y="1673"/>
                      </a:cubicBezTo>
                      <a:cubicBezTo>
                        <a:pt x="280" y="1758"/>
                        <a:pt x="312" y="1842"/>
                        <a:pt x="340" y="1923"/>
                      </a:cubicBezTo>
                      <a:cubicBezTo>
                        <a:pt x="478" y="2327"/>
                        <a:pt x="607" y="2657"/>
                        <a:pt x="748" y="2957"/>
                      </a:cubicBezTo>
                      <a:cubicBezTo>
                        <a:pt x="889" y="3258"/>
                        <a:pt x="1284" y="3517"/>
                        <a:pt x="1883" y="3909"/>
                      </a:cubicBezTo>
                      <a:lnTo>
                        <a:pt x="2080" y="4040"/>
                      </a:lnTo>
                      <a:cubicBezTo>
                        <a:pt x="2164" y="4094"/>
                        <a:pt x="2250" y="4140"/>
                        <a:pt x="2334" y="4186"/>
                      </a:cubicBezTo>
                      <a:cubicBezTo>
                        <a:pt x="2387" y="4213"/>
                        <a:pt x="2439" y="4241"/>
                        <a:pt x="2489" y="4271"/>
                      </a:cubicBezTo>
                      <a:cubicBezTo>
                        <a:pt x="2567" y="4316"/>
                        <a:pt x="2645" y="4339"/>
                        <a:pt x="2723" y="4339"/>
                      </a:cubicBezTo>
                      <a:cubicBezTo>
                        <a:pt x="2818" y="4339"/>
                        <a:pt x="2911" y="4306"/>
                        <a:pt x="3009" y="4239"/>
                      </a:cubicBezTo>
                      <a:cubicBezTo>
                        <a:pt x="3181" y="4120"/>
                        <a:pt x="3512" y="3861"/>
                        <a:pt x="3662" y="3707"/>
                      </a:cubicBezTo>
                      <a:cubicBezTo>
                        <a:pt x="3839" y="3526"/>
                        <a:pt x="3709" y="3338"/>
                        <a:pt x="3666" y="3276"/>
                      </a:cubicBezTo>
                      <a:lnTo>
                        <a:pt x="3552" y="3111"/>
                      </a:lnTo>
                      <a:cubicBezTo>
                        <a:pt x="3077" y="2422"/>
                        <a:pt x="2360" y="1383"/>
                        <a:pt x="1191" y="162"/>
                      </a:cubicBezTo>
                      <a:cubicBezTo>
                        <a:pt x="1106" y="74"/>
                        <a:pt x="1027" y="1"/>
                        <a:pt x="922" y="1"/>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2" name="Google Shape;2926;p36">
                  <a:extLst>
                    <a:ext uri="{FF2B5EF4-FFF2-40B4-BE49-F238E27FC236}">
                      <a16:creationId xmlns:a16="http://schemas.microsoft.com/office/drawing/2014/main" id="{DCD69EDD-9EEE-E4DD-ACA2-FB588B219E06}"/>
                    </a:ext>
                  </a:extLst>
                </p:cNvPr>
                <p:cNvSpPr/>
                <p:nvPr/>
              </p:nvSpPr>
              <p:spPr>
                <a:xfrm>
                  <a:off x="5723075" y="2701975"/>
                  <a:ext cx="64800" cy="118850"/>
                </a:xfrm>
                <a:custGeom>
                  <a:avLst/>
                  <a:gdLst/>
                  <a:ahLst/>
                  <a:cxnLst/>
                  <a:rect l="l" t="t" r="r" b="b"/>
                  <a:pathLst>
                    <a:path w="2592" h="4754" extrusionOk="0">
                      <a:moveTo>
                        <a:pt x="1318" y="1"/>
                      </a:moveTo>
                      <a:cubicBezTo>
                        <a:pt x="1136" y="1"/>
                        <a:pt x="1079" y="161"/>
                        <a:pt x="1037" y="279"/>
                      </a:cubicBezTo>
                      <a:cubicBezTo>
                        <a:pt x="472" y="1871"/>
                        <a:pt x="244" y="3113"/>
                        <a:pt x="93" y="3935"/>
                      </a:cubicBezTo>
                      <a:lnTo>
                        <a:pt x="56" y="4135"/>
                      </a:lnTo>
                      <a:cubicBezTo>
                        <a:pt x="43" y="4208"/>
                        <a:pt x="1" y="4432"/>
                        <a:pt x="237" y="4526"/>
                      </a:cubicBezTo>
                      <a:cubicBezTo>
                        <a:pt x="436" y="4604"/>
                        <a:pt x="845" y="4705"/>
                        <a:pt x="1050" y="4742"/>
                      </a:cubicBezTo>
                      <a:cubicBezTo>
                        <a:pt x="1092" y="4750"/>
                        <a:pt x="1131" y="4753"/>
                        <a:pt x="1169" y="4753"/>
                      </a:cubicBezTo>
                      <a:cubicBezTo>
                        <a:pt x="1321" y="4753"/>
                        <a:pt x="1445" y="4688"/>
                        <a:pt x="1537" y="4559"/>
                      </a:cubicBezTo>
                      <a:cubicBezTo>
                        <a:pt x="1571" y="4511"/>
                        <a:pt x="1607" y="4464"/>
                        <a:pt x="1644" y="4418"/>
                      </a:cubicBezTo>
                      <a:cubicBezTo>
                        <a:pt x="1702" y="4342"/>
                        <a:pt x="1762" y="4264"/>
                        <a:pt x="1816" y="4180"/>
                      </a:cubicBezTo>
                      <a:lnTo>
                        <a:pt x="1942" y="3982"/>
                      </a:lnTo>
                      <a:cubicBezTo>
                        <a:pt x="2326" y="3378"/>
                        <a:pt x="2582" y="2978"/>
                        <a:pt x="2586" y="2647"/>
                      </a:cubicBezTo>
                      <a:cubicBezTo>
                        <a:pt x="2592" y="2314"/>
                        <a:pt x="2576" y="1962"/>
                        <a:pt x="2535" y="1535"/>
                      </a:cubicBezTo>
                      <a:cubicBezTo>
                        <a:pt x="2528" y="1451"/>
                        <a:pt x="2522" y="1362"/>
                        <a:pt x="2518" y="1270"/>
                      </a:cubicBezTo>
                      <a:cubicBezTo>
                        <a:pt x="2503" y="1028"/>
                        <a:pt x="2489" y="777"/>
                        <a:pt x="2423" y="558"/>
                      </a:cubicBezTo>
                      <a:cubicBezTo>
                        <a:pt x="2326" y="243"/>
                        <a:pt x="1938" y="144"/>
                        <a:pt x="1653" y="74"/>
                      </a:cubicBezTo>
                      <a:cubicBezTo>
                        <a:pt x="1604" y="62"/>
                        <a:pt x="1559" y="49"/>
                        <a:pt x="1518" y="38"/>
                      </a:cubicBezTo>
                      <a:cubicBezTo>
                        <a:pt x="1439" y="15"/>
                        <a:pt x="1375" y="1"/>
                        <a:pt x="1318" y="1"/>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3" name="Google Shape;2927;p36">
                  <a:extLst>
                    <a:ext uri="{FF2B5EF4-FFF2-40B4-BE49-F238E27FC236}">
                      <a16:creationId xmlns:a16="http://schemas.microsoft.com/office/drawing/2014/main" id="{9F116391-931B-9556-3F34-D7B1E55BD43F}"/>
                    </a:ext>
                  </a:extLst>
                </p:cNvPr>
                <p:cNvSpPr/>
                <p:nvPr/>
              </p:nvSpPr>
              <p:spPr>
                <a:xfrm>
                  <a:off x="5709725" y="2427875"/>
                  <a:ext cx="155700" cy="153800"/>
                </a:xfrm>
                <a:custGeom>
                  <a:avLst/>
                  <a:gdLst/>
                  <a:ahLst/>
                  <a:cxnLst/>
                  <a:rect l="l" t="t" r="r" b="b"/>
                  <a:pathLst>
                    <a:path w="6228" h="6152" extrusionOk="0">
                      <a:moveTo>
                        <a:pt x="4695" y="0"/>
                      </a:moveTo>
                      <a:cubicBezTo>
                        <a:pt x="4637" y="0"/>
                        <a:pt x="4577" y="7"/>
                        <a:pt x="4519" y="16"/>
                      </a:cubicBezTo>
                      <a:cubicBezTo>
                        <a:pt x="4512" y="16"/>
                        <a:pt x="4507" y="16"/>
                        <a:pt x="4500" y="17"/>
                      </a:cubicBezTo>
                      <a:cubicBezTo>
                        <a:pt x="4458" y="25"/>
                        <a:pt x="4417" y="33"/>
                        <a:pt x="4375" y="46"/>
                      </a:cubicBezTo>
                      <a:cubicBezTo>
                        <a:pt x="4363" y="49"/>
                        <a:pt x="4351" y="52"/>
                        <a:pt x="4339" y="57"/>
                      </a:cubicBezTo>
                      <a:cubicBezTo>
                        <a:pt x="4309" y="65"/>
                        <a:pt x="4278" y="75"/>
                        <a:pt x="4248" y="86"/>
                      </a:cubicBezTo>
                      <a:cubicBezTo>
                        <a:pt x="4234" y="92"/>
                        <a:pt x="4220" y="97"/>
                        <a:pt x="4207" y="103"/>
                      </a:cubicBezTo>
                      <a:cubicBezTo>
                        <a:pt x="4178" y="115"/>
                        <a:pt x="4150" y="127"/>
                        <a:pt x="4122" y="142"/>
                      </a:cubicBezTo>
                      <a:cubicBezTo>
                        <a:pt x="4107" y="148"/>
                        <a:pt x="4091" y="156"/>
                        <a:pt x="4076" y="164"/>
                      </a:cubicBezTo>
                      <a:cubicBezTo>
                        <a:pt x="4068" y="167"/>
                        <a:pt x="4061" y="170"/>
                        <a:pt x="4055" y="175"/>
                      </a:cubicBezTo>
                      <a:cubicBezTo>
                        <a:pt x="4023" y="191"/>
                        <a:pt x="3991" y="209"/>
                        <a:pt x="3959" y="229"/>
                      </a:cubicBezTo>
                      <a:cubicBezTo>
                        <a:pt x="3728" y="370"/>
                        <a:pt x="3324" y="751"/>
                        <a:pt x="3238" y="838"/>
                      </a:cubicBezTo>
                      <a:cubicBezTo>
                        <a:pt x="3083" y="990"/>
                        <a:pt x="2929" y="1062"/>
                        <a:pt x="2753" y="1062"/>
                      </a:cubicBezTo>
                      <a:cubicBezTo>
                        <a:pt x="2578" y="1062"/>
                        <a:pt x="2401" y="998"/>
                        <a:pt x="2193" y="923"/>
                      </a:cubicBezTo>
                      <a:cubicBezTo>
                        <a:pt x="2161" y="912"/>
                        <a:pt x="2129" y="901"/>
                        <a:pt x="2096" y="888"/>
                      </a:cubicBezTo>
                      <a:cubicBezTo>
                        <a:pt x="1865" y="808"/>
                        <a:pt x="1607" y="729"/>
                        <a:pt x="1309" y="729"/>
                      </a:cubicBezTo>
                      <a:lnTo>
                        <a:pt x="1283" y="729"/>
                      </a:lnTo>
                      <a:cubicBezTo>
                        <a:pt x="1169" y="732"/>
                        <a:pt x="1060" y="747"/>
                        <a:pt x="959" y="776"/>
                      </a:cubicBezTo>
                      <a:cubicBezTo>
                        <a:pt x="281" y="966"/>
                        <a:pt x="0" y="1697"/>
                        <a:pt x="25" y="2338"/>
                      </a:cubicBezTo>
                      <a:cubicBezTo>
                        <a:pt x="27" y="2401"/>
                        <a:pt x="32" y="2462"/>
                        <a:pt x="39" y="2526"/>
                      </a:cubicBezTo>
                      <a:cubicBezTo>
                        <a:pt x="211" y="3911"/>
                        <a:pt x="1626" y="5209"/>
                        <a:pt x="2869" y="5829"/>
                      </a:cubicBezTo>
                      <a:lnTo>
                        <a:pt x="2953" y="5871"/>
                      </a:lnTo>
                      <a:cubicBezTo>
                        <a:pt x="3213" y="6002"/>
                        <a:pt x="3508" y="6151"/>
                        <a:pt x="3801" y="6151"/>
                      </a:cubicBezTo>
                      <a:cubicBezTo>
                        <a:pt x="3978" y="6151"/>
                        <a:pt x="4142" y="6095"/>
                        <a:pt x="4284" y="5986"/>
                      </a:cubicBezTo>
                      <a:cubicBezTo>
                        <a:pt x="5040" y="5400"/>
                        <a:pt x="6165" y="3599"/>
                        <a:pt x="6207" y="2110"/>
                      </a:cubicBezTo>
                      <a:cubicBezTo>
                        <a:pt x="6228" y="1354"/>
                        <a:pt x="5985" y="748"/>
                        <a:pt x="5483" y="312"/>
                      </a:cubicBezTo>
                      <a:cubicBezTo>
                        <a:pt x="5250" y="109"/>
                        <a:pt x="4977" y="0"/>
                        <a:pt x="4695" y="0"/>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4" name="Google Shape;2928;p36">
                  <a:extLst>
                    <a:ext uri="{FF2B5EF4-FFF2-40B4-BE49-F238E27FC236}">
                      <a16:creationId xmlns:a16="http://schemas.microsoft.com/office/drawing/2014/main" id="{EA885F7D-028F-12C3-F253-B0E7A0B80A8D}"/>
                    </a:ext>
                  </a:extLst>
                </p:cNvPr>
                <p:cNvSpPr/>
                <p:nvPr/>
              </p:nvSpPr>
              <p:spPr>
                <a:xfrm>
                  <a:off x="5747000" y="2473350"/>
                  <a:ext cx="81800" cy="85725"/>
                </a:xfrm>
                <a:custGeom>
                  <a:avLst/>
                  <a:gdLst/>
                  <a:ahLst/>
                  <a:cxnLst/>
                  <a:rect l="l" t="t" r="r" b="b"/>
                  <a:pathLst>
                    <a:path w="3272" h="3429" extrusionOk="0">
                      <a:moveTo>
                        <a:pt x="3161" y="1"/>
                      </a:moveTo>
                      <a:cubicBezTo>
                        <a:pt x="3136" y="1"/>
                        <a:pt x="3112" y="10"/>
                        <a:pt x="3092" y="26"/>
                      </a:cubicBezTo>
                      <a:cubicBezTo>
                        <a:pt x="2682" y="365"/>
                        <a:pt x="1902" y="754"/>
                        <a:pt x="1436" y="770"/>
                      </a:cubicBezTo>
                      <a:cubicBezTo>
                        <a:pt x="1340" y="773"/>
                        <a:pt x="1251" y="774"/>
                        <a:pt x="1168" y="774"/>
                      </a:cubicBezTo>
                      <a:cubicBezTo>
                        <a:pt x="624" y="774"/>
                        <a:pt x="354" y="710"/>
                        <a:pt x="194" y="671"/>
                      </a:cubicBezTo>
                      <a:lnTo>
                        <a:pt x="141" y="659"/>
                      </a:lnTo>
                      <a:cubicBezTo>
                        <a:pt x="133" y="657"/>
                        <a:pt x="126" y="656"/>
                        <a:pt x="117" y="656"/>
                      </a:cubicBezTo>
                      <a:cubicBezTo>
                        <a:pt x="85" y="656"/>
                        <a:pt x="53" y="671"/>
                        <a:pt x="32" y="698"/>
                      </a:cubicBezTo>
                      <a:cubicBezTo>
                        <a:pt x="5" y="730"/>
                        <a:pt x="1" y="775"/>
                        <a:pt x="18" y="813"/>
                      </a:cubicBezTo>
                      <a:cubicBezTo>
                        <a:pt x="586" y="1982"/>
                        <a:pt x="1300" y="2921"/>
                        <a:pt x="1927" y="3325"/>
                      </a:cubicBezTo>
                      <a:cubicBezTo>
                        <a:pt x="2038" y="3396"/>
                        <a:pt x="2128" y="3429"/>
                        <a:pt x="2211" y="3429"/>
                      </a:cubicBezTo>
                      <a:cubicBezTo>
                        <a:pt x="2379" y="3429"/>
                        <a:pt x="2485" y="3298"/>
                        <a:pt x="2558" y="3185"/>
                      </a:cubicBezTo>
                      <a:cubicBezTo>
                        <a:pt x="3024" y="2461"/>
                        <a:pt x="3231" y="1124"/>
                        <a:pt x="3270" y="115"/>
                      </a:cubicBezTo>
                      <a:cubicBezTo>
                        <a:pt x="3272" y="71"/>
                        <a:pt x="3248" y="32"/>
                        <a:pt x="3209" y="12"/>
                      </a:cubicBezTo>
                      <a:cubicBezTo>
                        <a:pt x="3194" y="4"/>
                        <a:pt x="3178" y="1"/>
                        <a:pt x="3161"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5" name="Google Shape;2929;p36">
                  <a:extLst>
                    <a:ext uri="{FF2B5EF4-FFF2-40B4-BE49-F238E27FC236}">
                      <a16:creationId xmlns:a16="http://schemas.microsoft.com/office/drawing/2014/main" id="{7EF8B5EC-7862-E1ED-EE21-EC938894834D}"/>
                    </a:ext>
                  </a:extLst>
                </p:cNvPr>
                <p:cNvSpPr/>
                <p:nvPr/>
              </p:nvSpPr>
              <p:spPr>
                <a:xfrm>
                  <a:off x="5911775" y="2718875"/>
                  <a:ext cx="24275" cy="22850"/>
                </a:xfrm>
                <a:custGeom>
                  <a:avLst/>
                  <a:gdLst/>
                  <a:ahLst/>
                  <a:cxnLst/>
                  <a:rect l="l" t="t" r="r" b="b"/>
                  <a:pathLst>
                    <a:path w="971" h="914" extrusionOk="0">
                      <a:moveTo>
                        <a:pt x="472" y="1"/>
                      </a:moveTo>
                      <a:cubicBezTo>
                        <a:pt x="440" y="1"/>
                        <a:pt x="408" y="4"/>
                        <a:pt x="376" y="12"/>
                      </a:cubicBezTo>
                      <a:cubicBezTo>
                        <a:pt x="258" y="37"/>
                        <a:pt x="155" y="107"/>
                        <a:pt x="89" y="210"/>
                      </a:cubicBezTo>
                      <a:cubicBezTo>
                        <a:pt x="23" y="311"/>
                        <a:pt x="1" y="434"/>
                        <a:pt x="26" y="552"/>
                      </a:cubicBezTo>
                      <a:cubicBezTo>
                        <a:pt x="71" y="761"/>
                        <a:pt x="258" y="913"/>
                        <a:pt x="472" y="913"/>
                      </a:cubicBezTo>
                      <a:cubicBezTo>
                        <a:pt x="504" y="913"/>
                        <a:pt x="536" y="910"/>
                        <a:pt x="567" y="902"/>
                      </a:cubicBezTo>
                      <a:cubicBezTo>
                        <a:pt x="814" y="850"/>
                        <a:pt x="971" y="607"/>
                        <a:pt x="917" y="361"/>
                      </a:cubicBezTo>
                      <a:lnTo>
                        <a:pt x="917" y="361"/>
                      </a:lnTo>
                      <a:lnTo>
                        <a:pt x="917" y="362"/>
                      </a:lnTo>
                      <a:cubicBezTo>
                        <a:pt x="873" y="153"/>
                        <a:pt x="685" y="1"/>
                        <a:pt x="472" y="1"/>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6" name="Google Shape;2930;p36">
                  <a:extLst>
                    <a:ext uri="{FF2B5EF4-FFF2-40B4-BE49-F238E27FC236}">
                      <a16:creationId xmlns:a16="http://schemas.microsoft.com/office/drawing/2014/main" id="{D3757E6D-3630-CE46-6A1B-E404267E598C}"/>
                    </a:ext>
                  </a:extLst>
                </p:cNvPr>
                <p:cNvSpPr/>
                <p:nvPr/>
              </p:nvSpPr>
              <p:spPr>
                <a:xfrm>
                  <a:off x="5753275" y="2752750"/>
                  <a:ext cx="24925" cy="22800"/>
                </a:xfrm>
                <a:custGeom>
                  <a:avLst/>
                  <a:gdLst/>
                  <a:ahLst/>
                  <a:cxnLst/>
                  <a:rect l="l" t="t" r="r" b="b"/>
                  <a:pathLst>
                    <a:path w="997" h="912" extrusionOk="0">
                      <a:moveTo>
                        <a:pt x="500" y="0"/>
                      </a:moveTo>
                      <a:cubicBezTo>
                        <a:pt x="468" y="0"/>
                        <a:pt x="435" y="4"/>
                        <a:pt x="404" y="10"/>
                      </a:cubicBezTo>
                      <a:cubicBezTo>
                        <a:pt x="157" y="63"/>
                        <a:pt x="0" y="305"/>
                        <a:pt x="53" y="552"/>
                      </a:cubicBezTo>
                      <a:cubicBezTo>
                        <a:pt x="98" y="760"/>
                        <a:pt x="285" y="912"/>
                        <a:pt x="499" y="912"/>
                      </a:cubicBezTo>
                      <a:cubicBezTo>
                        <a:pt x="531" y="912"/>
                        <a:pt x="563" y="908"/>
                        <a:pt x="595" y="902"/>
                      </a:cubicBezTo>
                      <a:cubicBezTo>
                        <a:pt x="840" y="849"/>
                        <a:pt x="997" y="606"/>
                        <a:pt x="945" y="360"/>
                      </a:cubicBezTo>
                      <a:cubicBezTo>
                        <a:pt x="900" y="152"/>
                        <a:pt x="713" y="0"/>
                        <a:pt x="500" y="0"/>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7" name="Google Shape;2931;p36">
                  <a:extLst>
                    <a:ext uri="{FF2B5EF4-FFF2-40B4-BE49-F238E27FC236}">
                      <a16:creationId xmlns:a16="http://schemas.microsoft.com/office/drawing/2014/main" id="{E646EF05-5C4A-4439-847E-F0840A35F6B9}"/>
                    </a:ext>
                  </a:extLst>
                </p:cNvPr>
                <p:cNvSpPr/>
                <p:nvPr/>
              </p:nvSpPr>
              <p:spPr>
                <a:xfrm>
                  <a:off x="6010675" y="2627650"/>
                  <a:ext cx="47525" cy="133750"/>
                </a:xfrm>
                <a:custGeom>
                  <a:avLst/>
                  <a:gdLst/>
                  <a:ahLst/>
                  <a:cxnLst/>
                  <a:rect l="l" t="t" r="r" b="b"/>
                  <a:pathLst>
                    <a:path w="1901" h="5350" extrusionOk="0">
                      <a:moveTo>
                        <a:pt x="115" y="1"/>
                      </a:moveTo>
                      <a:cubicBezTo>
                        <a:pt x="97" y="1"/>
                        <a:pt x="80" y="5"/>
                        <a:pt x="64" y="15"/>
                      </a:cubicBezTo>
                      <a:cubicBezTo>
                        <a:pt x="16" y="44"/>
                        <a:pt x="1" y="106"/>
                        <a:pt x="29" y="152"/>
                      </a:cubicBezTo>
                      <a:lnTo>
                        <a:pt x="34" y="160"/>
                      </a:lnTo>
                      <a:cubicBezTo>
                        <a:pt x="469" y="878"/>
                        <a:pt x="841" y="1806"/>
                        <a:pt x="1081" y="2615"/>
                      </a:cubicBezTo>
                      <a:cubicBezTo>
                        <a:pt x="1657" y="4747"/>
                        <a:pt x="1506" y="5342"/>
                        <a:pt x="1713" y="5349"/>
                      </a:cubicBezTo>
                      <a:cubicBezTo>
                        <a:pt x="1714" y="5349"/>
                        <a:pt x="1716" y="5349"/>
                        <a:pt x="1717" y="5349"/>
                      </a:cubicBezTo>
                      <a:cubicBezTo>
                        <a:pt x="1774" y="5349"/>
                        <a:pt x="1821" y="5303"/>
                        <a:pt x="1823" y="5246"/>
                      </a:cubicBezTo>
                      <a:cubicBezTo>
                        <a:pt x="1901" y="2963"/>
                        <a:pt x="1105" y="1025"/>
                        <a:pt x="188" y="33"/>
                      </a:cubicBezTo>
                      <a:cubicBezTo>
                        <a:pt x="170" y="12"/>
                        <a:pt x="143" y="1"/>
                        <a:pt x="115" y="1"/>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48" name="Google Shape;2932;p36">
                <a:extLst>
                  <a:ext uri="{FF2B5EF4-FFF2-40B4-BE49-F238E27FC236}">
                    <a16:creationId xmlns:a16="http://schemas.microsoft.com/office/drawing/2014/main" id="{891DC471-5DBC-6439-AA6F-E54A2DC7AFAC}"/>
                  </a:ext>
                </a:extLst>
              </p:cNvPr>
              <p:cNvGrpSpPr/>
              <p:nvPr/>
            </p:nvGrpSpPr>
            <p:grpSpPr>
              <a:xfrm>
                <a:off x="2948888" y="3732425"/>
                <a:ext cx="264725" cy="173025"/>
                <a:chOff x="5720300" y="2666275"/>
                <a:chExt cx="264725" cy="173025"/>
              </a:xfrm>
            </p:grpSpPr>
            <p:sp>
              <p:nvSpPr>
                <p:cNvPr id="49" name="Google Shape;2933;p36">
                  <a:extLst>
                    <a:ext uri="{FF2B5EF4-FFF2-40B4-BE49-F238E27FC236}">
                      <a16:creationId xmlns:a16="http://schemas.microsoft.com/office/drawing/2014/main" id="{4218DC32-8534-77A7-F3A8-C869A4FD313C}"/>
                    </a:ext>
                  </a:extLst>
                </p:cNvPr>
                <p:cNvSpPr/>
                <p:nvPr/>
              </p:nvSpPr>
              <p:spPr>
                <a:xfrm>
                  <a:off x="5883550" y="2666275"/>
                  <a:ext cx="101475" cy="113950"/>
                </a:xfrm>
                <a:custGeom>
                  <a:avLst/>
                  <a:gdLst/>
                  <a:ahLst/>
                  <a:cxnLst/>
                  <a:rect l="l" t="t" r="r" b="b"/>
                  <a:pathLst>
                    <a:path w="4059" h="4558" extrusionOk="0">
                      <a:moveTo>
                        <a:pt x="1038" y="220"/>
                      </a:moveTo>
                      <a:cubicBezTo>
                        <a:pt x="1092" y="220"/>
                        <a:pt x="1146" y="261"/>
                        <a:pt x="1228" y="347"/>
                      </a:cubicBezTo>
                      <a:cubicBezTo>
                        <a:pt x="2491" y="1666"/>
                        <a:pt x="3226" y="2777"/>
                        <a:pt x="3693" y="3449"/>
                      </a:cubicBezTo>
                      <a:cubicBezTo>
                        <a:pt x="3769" y="3557"/>
                        <a:pt x="3792" y="3647"/>
                        <a:pt x="3700" y="3741"/>
                      </a:cubicBezTo>
                      <a:cubicBezTo>
                        <a:pt x="3553" y="3891"/>
                        <a:pt x="3225" y="4146"/>
                        <a:pt x="3063" y="4259"/>
                      </a:cubicBezTo>
                      <a:cubicBezTo>
                        <a:pt x="2987" y="4311"/>
                        <a:pt x="2914" y="4340"/>
                        <a:pt x="2839" y="4340"/>
                      </a:cubicBezTo>
                      <a:cubicBezTo>
                        <a:pt x="2781" y="4340"/>
                        <a:pt x="2723" y="4323"/>
                        <a:pt x="2661" y="4287"/>
                      </a:cubicBezTo>
                      <a:cubicBezTo>
                        <a:pt x="2526" y="4208"/>
                        <a:pt x="2386" y="4145"/>
                        <a:pt x="2256" y="4058"/>
                      </a:cubicBezTo>
                      <a:cubicBezTo>
                        <a:pt x="1560" y="3600"/>
                        <a:pt x="1104" y="3322"/>
                        <a:pt x="964" y="3021"/>
                      </a:cubicBezTo>
                      <a:cubicBezTo>
                        <a:pt x="807" y="2688"/>
                        <a:pt x="678" y="2345"/>
                        <a:pt x="558" y="1999"/>
                      </a:cubicBezTo>
                      <a:cubicBezTo>
                        <a:pt x="461" y="1712"/>
                        <a:pt x="304" y="1381"/>
                        <a:pt x="267" y="1081"/>
                      </a:cubicBezTo>
                      <a:cubicBezTo>
                        <a:pt x="225" y="766"/>
                        <a:pt x="631" y="510"/>
                        <a:pt x="840" y="333"/>
                      </a:cubicBezTo>
                      <a:cubicBezTo>
                        <a:pt x="928" y="259"/>
                        <a:pt x="985" y="220"/>
                        <a:pt x="1038" y="220"/>
                      </a:cubicBezTo>
                      <a:close/>
                      <a:moveTo>
                        <a:pt x="1038" y="0"/>
                      </a:moveTo>
                      <a:cubicBezTo>
                        <a:pt x="905" y="0"/>
                        <a:pt x="803" y="80"/>
                        <a:pt x="700" y="167"/>
                      </a:cubicBezTo>
                      <a:cubicBezTo>
                        <a:pt x="668" y="194"/>
                        <a:pt x="631" y="222"/>
                        <a:pt x="594" y="252"/>
                      </a:cubicBezTo>
                      <a:cubicBezTo>
                        <a:pt x="356" y="439"/>
                        <a:pt x="1" y="721"/>
                        <a:pt x="49" y="1110"/>
                      </a:cubicBezTo>
                      <a:cubicBezTo>
                        <a:pt x="80" y="1349"/>
                        <a:pt x="172" y="1590"/>
                        <a:pt x="261" y="1823"/>
                      </a:cubicBezTo>
                      <a:cubicBezTo>
                        <a:pt x="294" y="1908"/>
                        <a:pt x="325" y="1990"/>
                        <a:pt x="352" y="2067"/>
                      </a:cubicBezTo>
                      <a:cubicBezTo>
                        <a:pt x="491" y="2476"/>
                        <a:pt x="622" y="2807"/>
                        <a:pt x="766" y="3114"/>
                      </a:cubicBezTo>
                      <a:cubicBezTo>
                        <a:pt x="920" y="3443"/>
                        <a:pt x="1326" y="3708"/>
                        <a:pt x="1939" y="4111"/>
                      </a:cubicBezTo>
                      <a:lnTo>
                        <a:pt x="2136" y="4241"/>
                      </a:lnTo>
                      <a:cubicBezTo>
                        <a:pt x="2223" y="4298"/>
                        <a:pt x="2313" y="4345"/>
                        <a:pt x="2399" y="4392"/>
                      </a:cubicBezTo>
                      <a:cubicBezTo>
                        <a:pt x="2449" y="4418"/>
                        <a:pt x="2502" y="4447"/>
                        <a:pt x="2550" y="4476"/>
                      </a:cubicBezTo>
                      <a:cubicBezTo>
                        <a:pt x="2645" y="4531"/>
                        <a:pt x="2741" y="4557"/>
                        <a:pt x="2839" y="4557"/>
                      </a:cubicBezTo>
                      <a:cubicBezTo>
                        <a:pt x="2957" y="4557"/>
                        <a:pt x="3071" y="4520"/>
                        <a:pt x="3187" y="4439"/>
                      </a:cubicBezTo>
                      <a:cubicBezTo>
                        <a:pt x="3359" y="4320"/>
                        <a:pt x="3696" y="4058"/>
                        <a:pt x="3855" y="3893"/>
                      </a:cubicBezTo>
                      <a:cubicBezTo>
                        <a:pt x="3967" y="3781"/>
                        <a:pt x="4058" y="3591"/>
                        <a:pt x="3873" y="3323"/>
                      </a:cubicBezTo>
                      <a:lnTo>
                        <a:pt x="3758" y="3158"/>
                      </a:lnTo>
                      <a:cubicBezTo>
                        <a:pt x="3282" y="2468"/>
                        <a:pt x="2561" y="1424"/>
                        <a:pt x="1386" y="197"/>
                      </a:cubicBezTo>
                      <a:cubicBezTo>
                        <a:pt x="1312" y="119"/>
                        <a:pt x="1198" y="0"/>
                        <a:pt x="1038"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0" name="Google Shape;2934;p36">
                  <a:extLst>
                    <a:ext uri="{FF2B5EF4-FFF2-40B4-BE49-F238E27FC236}">
                      <a16:creationId xmlns:a16="http://schemas.microsoft.com/office/drawing/2014/main" id="{3180D1AD-94B3-531C-A344-484684FF3DDA}"/>
                    </a:ext>
                  </a:extLst>
                </p:cNvPr>
                <p:cNvSpPr/>
                <p:nvPr/>
              </p:nvSpPr>
              <p:spPr>
                <a:xfrm>
                  <a:off x="5908100" y="2716175"/>
                  <a:ext cx="30075" cy="28250"/>
                </a:xfrm>
                <a:custGeom>
                  <a:avLst/>
                  <a:gdLst/>
                  <a:ahLst/>
                  <a:cxnLst/>
                  <a:rect l="l" t="t" r="r" b="b"/>
                  <a:pathLst>
                    <a:path w="1203" h="1130" extrusionOk="0">
                      <a:moveTo>
                        <a:pt x="619" y="219"/>
                      </a:moveTo>
                      <a:cubicBezTo>
                        <a:pt x="778" y="219"/>
                        <a:pt x="923" y="330"/>
                        <a:pt x="957" y="492"/>
                      </a:cubicBezTo>
                      <a:cubicBezTo>
                        <a:pt x="998" y="679"/>
                        <a:pt x="879" y="865"/>
                        <a:pt x="692" y="904"/>
                      </a:cubicBezTo>
                      <a:cubicBezTo>
                        <a:pt x="667" y="909"/>
                        <a:pt x="642" y="912"/>
                        <a:pt x="619" y="912"/>
                      </a:cubicBezTo>
                      <a:cubicBezTo>
                        <a:pt x="459" y="912"/>
                        <a:pt x="315" y="800"/>
                        <a:pt x="280" y="638"/>
                      </a:cubicBezTo>
                      <a:cubicBezTo>
                        <a:pt x="239" y="450"/>
                        <a:pt x="360" y="266"/>
                        <a:pt x="546" y="225"/>
                      </a:cubicBezTo>
                      <a:cubicBezTo>
                        <a:pt x="570" y="220"/>
                        <a:pt x="595" y="219"/>
                        <a:pt x="619" y="219"/>
                      </a:cubicBezTo>
                      <a:close/>
                      <a:moveTo>
                        <a:pt x="619" y="1"/>
                      </a:moveTo>
                      <a:cubicBezTo>
                        <a:pt x="580" y="1"/>
                        <a:pt x="540" y="4"/>
                        <a:pt x="500" y="12"/>
                      </a:cubicBezTo>
                      <a:cubicBezTo>
                        <a:pt x="195" y="78"/>
                        <a:pt x="1" y="378"/>
                        <a:pt x="67" y="684"/>
                      </a:cubicBezTo>
                      <a:cubicBezTo>
                        <a:pt x="122" y="942"/>
                        <a:pt x="353" y="1130"/>
                        <a:pt x="619" y="1130"/>
                      </a:cubicBezTo>
                      <a:cubicBezTo>
                        <a:pt x="659" y="1130"/>
                        <a:pt x="698" y="1125"/>
                        <a:pt x="737" y="1118"/>
                      </a:cubicBezTo>
                      <a:cubicBezTo>
                        <a:pt x="884" y="1085"/>
                        <a:pt x="1011" y="999"/>
                        <a:pt x="1093" y="872"/>
                      </a:cubicBezTo>
                      <a:cubicBezTo>
                        <a:pt x="1176" y="746"/>
                        <a:pt x="1203" y="594"/>
                        <a:pt x="1172" y="447"/>
                      </a:cubicBezTo>
                      <a:cubicBezTo>
                        <a:pt x="1115" y="187"/>
                        <a:pt x="883" y="1"/>
                        <a:pt x="619"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1" name="Google Shape;2935;p36">
                  <a:extLst>
                    <a:ext uri="{FF2B5EF4-FFF2-40B4-BE49-F238E27FC236}">
                      <a16:creationId xmlns:a16="http://schemas.microsoft.com/office/drawing/2014/main" id="{C054744E-7EB1-ACBE-D55C-85E5139B26AB}"/>
                    </a:ext>
                  </a:extLst>
                </p:cNvPr>
                <p:cNvSpPr/>
                <p:nvPr/>
              </p:nvSpPr>
              <p:spPr>
                <a:xfrm>
                  <a:off x="5720300" y="2699250"/>
                  <a:ext cx="70300" cy="124300"/>
                </a:xfrm>
                <a:custGeom>
                  <a:avLst/>
                  <a:gdLst/>
                  <a:ahLst/>
                  <a:cxnLst/>
                  <a:rect l="l" t="t" r="r" b="b"/>
                  <a:pathLst>
                    <a:path w="2812" h="4972" extrusionOk="0">
                      <a:moveTo>
                        <a:pt x="1429" y="219"/>
                      </a:moveTo>
                      <a:cubicBezTo>
                        <a:pt x="1472" y="219"/>
                        <a:pt x="1525" y="231"/>
                        <a:pt x="1598" y="252"/>
                      </a:cubicBezTo>
                      <a:cubicBezTo>
                        <a:pt x="1861" y="329"/>
                        <a:pt x="2337" y="395"/>
                        <a:pt x="2429" y="699"/>
                      </a:cubicBezTo>
                      <a:cubicBezTo>
                        <a:pt x="2517" y="988"/>
                        <a:pt x="2509" y="1353"/>
                        <a:pt x="2538" y="1654"/>
                      </a:cubicBezTo>
                      <a:cubicBezTo>
                        <a:pt x="2572" y="2019"/>
                        <a:pt x="2594" y="2387"/>
                        <a:pt x="2589" y="2753"/>
                      </a:cubicBezTo>
                      <a:cubicBezTo>
                        <a:pt x="2583" y="3087"/>
                        <a:pt x="2282" y="3527"/>
                        <a:pt x="1834" y="4230"/>
                      </a:cubicBezTo>
                      <a:cubicBezTo>
                        <a:pt x="1751" y="4362"/>
                        <a:pt x="1649" y="4479"/>
                        <a:pt x="1559" y="4604"/>
                      </a:cubicBezTo>
                      <a:cubicBezTo>
                        <a:pt x="1483" y="4710"/>
                        <a:pt x="1391" y="4754"/>
                        <a:pt x="1281" y="4754"/>
                      </a:cubicBezTo>
                      <a:cubicBezTo>
                        <a:pt x="1249" y="4754"/>
                        <a:pt x="1216" y="4750"/>
                        <a:pt x="1180" y="4743"/>
                      </a:cubicBezTo>
                      <a:cubicBezTo>
                        <a:pt x="986" y="4708"/>
                        <a:pt x="583" y="4610"/>
                        <a:pt x="388" y="4533"/>
                      </a:cubicBezTo>
                      <a:cubicBezTo>
                        <a:pt x="264" y="4483"/>
                        <a:pt x="250" y="4394"/>
                        <a:pt x="274" y="4264"/>
                      </a:cubicBezTo>
                      <a:cubicBezTo>
                        <a:pt x="425" y="3458"/>
                        <a:pt x="640" y="2145"/>
                        <a:pt x="1250" y="425"/>
                      </a:cubicBezTo>
                      <a:cubicBezTo>
                        <a:pt x="1304" y="274"/>
                        <a:pt x="1340" y="219"/>
                        <a:pt x="1429" y="219"/>
                      </a:cubicBezTo>
                      <a:close/>
                      <a:moveTo>
                        <a:pt x="1429" y="0"/>
                      </a:moveTo>
                      <a:cubicBezTo>
                        <a:pt x="1169" y="0"/>
                        <a:pt x="1089" y="228"/>
                        <a:pt x="1044" y="351"/>
                      </a:cubicBezTo>
                      <a:cubicBezTo>
                        <a:pt x="477" y="1952"/>
                        <a:pt x="248" y="3199"/>
                        <a:pt x="98" y="4025"/>
                      </a:cubicBezTo>
                      <a:lnTo>
                        <a:pt x="59" y="4223"/>
                      </a:lnTo>
                      <a:cubicBezTo>
                        <a:pt x="0" y="4542"/>
                        <a:pt x="162" y="4678"/>
                        <a:pt x="308" y="4736"/>
                      </a:cubicBezTo>
                      <a:cubicBezTo>
                        <a:pt x="521" y="4820"/>
                        <a:pt x="935" y="4920"/>
                        <a:pt x="1142" y="4958"/>
                      </a:cubicBezTo>
                      <a:cubicBezTo>
                        <a:pt x="1190" y="4967"/>
                        <a:pt x="1237" y="4972"/>
                        <a:pt x="1281" y="4972"/>
                      </a:cubicBezTo>
                      <a:cubicBezTo>
                        <a:pt x="1469" y="4972"/>
                        <a:pt x="1623" y="4891"/>
                        <a:pt x="1738" y="4732"/>
                      </a:cubicBezTo>
                      <a:cubicBezTo>
                        <a:pt x="1771" y="4684"/>
                        <a:pt x="1806" y="4638"/>
                        <a:pt x="1842" y="4593"/>
                      </a:cubicBezTo>
                      <a:cubicBezTo>
                        <a:pt x="1901" y="4515"/>
                        <a:pt x="1962" y="4436"/>
                        <a:pt x="2019" y="4348"/>
                      </a:cubicBezTo>
                      <a:lnTo>
                        <a:pt x="2146" y="4149"/>
                      </a:lnTo>
                      <a:cubicBezTo>
                        <a:pt x="2539" y="3530"/>
                        <a:pt x="2801" y="3120"/>
                        <a:pt x="2806" y="2758"/>
                      </a:cubicBezTo>
                      <a:cubicBezTo>
                        <a:pt x="2812" y="2421"/>
                        <a:pt x="2795" y="2063"/>
                        <a:pt x="2755" y="1633"/>
                      </a:cubicBezTo>
                      <a:cubicBezTo>
                        <a:pt x="2747" y="1553"/>
                        <a:pt x="2742" y="1465"/>
                        <a:pt x="2737" y="1372"/>
                      </a:cubicBezTo>
                      <a:cubicBezTo>
                        <a:pt x="2722" y="1124"/>
                        <a:pt x="2709" y="868"/>
                        <a:pt x="2637" y="635"/>
                      </a:cubicBezTo>
                      <a:cubicBezTo>
                        <a:pt x="2524" y="260"/>
                        <a:pt x="2082" y="150"/>
                        <a:pt x="1791" y="77"/>
                      </a:cubicBezTo>
                      <a:cubicBezTo>
                        <a:pt x="1744" y="66"/>
                        <a:pt x="1698" y="52"/>
                        <a:pt x="1659" y="41"/>
                      </a:cubicBezTo>
                      <a:cubicBezTo>
                        <a:pt x="1571" y="17"/>
                        <a:pt x="1498" y="0"/>
                        <a:pt x="1429"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2" name="Google Shape;2936;p36">
                  <a:extLst>
                    <a:ext uri="{FF2B5EF4-FFF2-40B4-BE49-F238E27FC236}">
                      <a16:creationId xmlns:a16="http://schemas.microsoft.com/office/drawing/2014/main" id="{078C97DD-08C1-E90B-842A-C9E82EA77071}"/>
                    </a:ext>
                  </a:extLst>
                </p:cNvPr>
                <p:cNvSpPr/>
                <p:nvPr/>
              </p:nvSpPr>
              <p:spPr>
                <a:xfrm>
                  <a:off x="5750300" y="2749975"/>
                  <a:ext cx="30925" cy="28325"/>
                </a:xfrm>
                <a:custGeom>
                  <a:avLst/>
                  <a:gdLst/>
                  <a:ahLst/>
                  <a:cxnLst/>
                  <a:rect l="l" t="t" r="r" b="b"/>
                  <a:pathLst>
                    <a:path w="1237" h="1133" extrusionOk="0">
                      <a:moveTo>
                        <a:pt x="618" y="220"/>
                      </a:moveTo>
                      <a:cubicBezTo>
                        <a:pt x="778" y="220"/>
                        <a:pt x="922" y="332"/>
                        <a:pt x="957" y="495"/>
                      </a:cubicBezTo>
                      <a:cubicBezTo>
                        <a:pt x="998" y="681"/>
                        <a:pt x="877" y="867"/>
                        <a:pt x="691" y="906"/>
                      </a:cubicBezTo>
                      <a:cubicBezTo>
                        <a:pt x="665" y="911"/>
                        <a:pt x="642" y="914"/>
                        <a:pt x="618" y="914"/>
                      </a:cubicBezTo>
                      <a:cubicBezTo>
                        <a:pt x="459" y="914"/>
                        <a:pt x="315" y="802"/>
                        <a:pt x="280" y="640"/>
                      </a:cubicBezTo>
                      <a:cubicBezTo>
                        <a:pt x="239" y="452"/>
                        <a:pt x="359" y="268"/>
                        <a:pt x="546" y="227"/>
                      </a:cubicBezTo>
                      <a:cubicBezTo>
                        <a:pt x="570" y="223"/>
                        <a:pt x="595" y="220"/>
                        <a:pt x="618" y="220"/>
                      </a:cubicBezTo>
                      <a:close/>
                      <a:moveTo>
                        <a:pt x="618" y="1"/>
                      </a:moveTo>
                      <a:cubicBezTo>
                        <a:pt x="579" y="1"/>
                        <a:pt x="539" y="6"/>
                        <a:pt x="499" y="14"/>
                      </a:cubicBezTo>
                      <a:cubicBezTo>
                        <a:pt x="195" y="80"/>
                        <a:pt x="0" y="381"/>
                        <a:pt x="66" y="686"/>
                      </a:cubicBezTo>
                      <a:cubicBezTo>
                        <a:pt x="122" y="944"/>
                        <a:pt x="354" y="1132"/>
                        <a:pt x="618" y="1132"/>
                      </a:cubicBezTo>
                      <a:cubicBezTo>
                        <a:pt x="657" y="1132"/>
                        <a:pt x="697" y="1128"/>
                        <a:pt x="737" y="1120"/>
                      </a:cubicBezTo>
                      <a:cubicBezTo>
                        <a:pt x="1041" y="1055"/>
                        <a:pt x="1236" y="753"/>
                        <a:pt x="1170" y="449"/>
                      </a:cubicBezTo>
                      <a:cubicBezTo>
                        <a:pt x="1115" y="190"/>
                        <a:pt x="883" y="1"/>
                        <a:pt x="618"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3" name="Google Shape;2937;p36">
                  <a:extLst>
                    <a:ext uri="{FF2B5EF4-FFF2-40B4-BE49-F238E27FC236}">
                      <a16:creationId xmlns:a16="http://schemas.microsoft.com/office/drawing/2014/main" id="{410929D3-3672-E05D-4162-1CD134F9BBAB}"/>
                    </a:ext>
                  </a:extLst>
                </p:cNvPr>
                <p:cNvSpPr/>
                <p:nvPr/>
              </p:nvSpPr>
              <p:spPr>
                <a:xfrm>
                  <a:off x="5780775" y="2724400"/>
                  <a:ext cx="53275" cy="114900"/>
                </a:xfrm>
                <a:custGeom>
                  <a:avLst/>
                  <a:gdLst/>
                  <a:ahLst/>
                  <a:cxnLst/>
                  <a:rect l="l" t="t" r="r" b="b"/>
                  <a:pathLst>
                    <a:path w="2131" h="4596" extrusionOk="0">
                      <a:moveTo>
                        <a:pt x="1511" y="0"/>
                      </a:moveTo>
                      <a:cubicBezTo>
                        <a:pt x="1500" y="0"/>
                        <a:pt x="1487" y="2"/>
                        <a:pt x="1476" y="6"/>
                      </a:cubicBezTo>
                      <a:lnTo>
                        <a:pt x="1476" y="7"/>
                      </a:lnTo>
                      <a:cubicBezTo>
                        <a:pt x="1419" y="27"/>
                        <a:pt x="1389" y="91"/>
                        <a:pt x="1409" y="148"/>
                      </a:cubicBezTo>
                      <a:cubicBezTo>
                        <a:pt x="1752" y="1092"/>
                        <a:pt x="1870" y="2465"/>
                        <a:pt x="1367" y="3401"/>
                      </a:cubicBezTo>
                      <a:cubicBezTo>
                        <a:pt x="1093" y="3913"/>
                        <a:pt x="665" y="4241"/>
                        <a:pt x="94" y="4380"/>
                      </a:cubicBezTo>
                      <a:cubicBezTo>
                        <a:pt x="35" y="4394"/>
                        <a:pt x="1" y="4455"/>
                        <a:pt x="14" y="4514"/>
                      </a:cubicBezTo>
                      <a:cubicBezTo>
                        <a:pt x="25" y="4562"/>
                        <a:pt x="70" y="4595"/>
                        <a:pt x="120" y="4595"/>
                      </a:cubicBezTo>
                      <a:cubicBezTo>
                        <a:pt x="128" y="4595"/>
                        <a:pt x="137" y="4595"/>
                        <a:pt x="146" y="4592"/>
                      </a:cubicBezTo>
                      <a:cubicBezTo>
                        <a:pt x="779" y="4440"/>
                        <a:pt x="1255" y="4072"/>
                        <a:pt x="1560" y="3504"/>
                      </a:cubicBezTo>
                      <a:cubicBezTo>
                        <a:pt x="2131" y="2440"/>
                        <a:pt x="1946" y="991"/>
                        <a:pt x="1615" y="74"/>
                      </a:cubicBezTo>
                      <a:cubicBezTo>
                        <a:pt x="1599" y="28"/>
                        <a:pt x="1556" y="0"/>
                        <a:pt x="1511"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4" name="Google Shape;2938;p36">
                  <a:extLst>
                    <a:ext uri="{FF2B5EF4-FFF2-40B4-BE49-F238E27FC236}">
                      <a16:creationId xmlns:a16="http://schemas.microsoft.com/office/drawing/2014/main" id="{6D1D3AB7-CF4D-7077-0094-DC5E3DBA0D05}"/>
                    </a:ext>
                  </a:extLst>
                </p:cNvPr>
                <p:cNvSpPr/>
                <p:nvPr/>
              </p:nvSpPr>
              <p:spPr>
                <a:xfrm>
                  <a:off x="5856700" y="2715625"/>
                  <a:ext cx="82450" cy="92150"/>
                </a:xfrm>
                <a:custGeom>
                  <a:avLst/>
                  <a:gdLst/>
                  <a:ahLst/>
                  <a:cxnLst/>
                  <a:rect l="l" t="t" r="r" b="b"/>
                  <a:pathLst>
                    <a:path w="3298" h="3686" extrusionOk="0">
                      <a:moveTo>
                        <a:pt x="111" y="0"/>
                      </a:moveTo>
                      <a:cubicBezTo>
                        <a:pt x="109" y="0"/>
                        <a:pt x="107" y="0"/>
                        <a:pt x="105" y="1"/>
                      </a:cubicBezTo>
                      <a:cubicBezTo>
                        <a:pt x="45" y="5"/>
                        <a:pt x="1" y="58"/>
                        <a:pt x="5" y="118"/>
                      </a:cubicBezTo>
                      <a:cubicBezTo>
                        <a:pt x="101" y="1422"/>
                        <a:pt x="690" y="2656"/>
                        <a:pt x="1501" y="3259"/>
                      </a:cubicBezTo>
                      <a:cubicBezTo>
                        <a:pt x="1882" y="3542"/>
                        <a:pt x="2306" y="3686"/>
                        <a:pt x="2746" y="3686"/>
                      </a:cubicBezTo>
                      <a:cubicBezTo>
                        <a:pt x="2896" y="3686"/>
                        <a:pt x="3049" y="3669"/>
                        <a:pt x="3202" y="3636"/>
                      </a:cubicBezTo>
                      <a:cubicBezTo>
                        <a:pt x="3261" y="3623"/>
                        <a:pt x="3297" y="3564"/>
                        <a:pt x="3284" y="3506"/>
                      </a:cubicBezTo>
                      <a:cubicBezTo>
                        <a:pt x="3273" y="3454"/>
                        <a:pt x="3228" y="3420"/>
                        <a:pt x="3177" y="3420"/>
                      </a:cubicBezTo>
                      <a:cubicBezTo>
                        <a:pt x="3170" y="3420"/>
                        <a:pt x="3162" y="3420"/>
                        <a:pt x="3155" y="3422"/>
                      </a:cubicBezTo>
                      <a:cubicBezTo>
                        <a:pt x="3014" y="3453"/>
                        <a:pt x="2875" y="3469"/>
                        <a:pt x="2739" y="3469"/>
                      </a:cubicBezTo>
                      <a:cubicBezTo>
                        <a:pt x="2348" y="3469"/>
                        <a:pt x="1977" y="3340"/>
                        <a:pt x="1632" y="3084"/>
                      </a:cubicBezTo>
                      <a:cubicBezTo>
                        <a:pt x="869" y="2517"/>
                        <a:pt x="316" y="1347"/>
                        <a:pt x="222" y="102"/>
                      </a:cubicBezTo>
                      <a:cubicBezTo>
                        <a:pt x="217" y="44"/>
                        <a:pt x="169" y="0"/>
                        <a:pt x="111"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sp>
          <p:nvSpPr>
            <p:cNvPr id="46" name="Google Shape;2939;p36">
              <a:extLst>
                <a:ext uri="{FF2B5EF4-FFF2-40B4-BE49-F238E27FC236}">
                  <a16:creationId xmlns:a16="http://schemas.microsoft.com/office/drawing/2014/main" id="{DE481E91-C39F-84D6-DC92-3C622C11CB04}"/>
                </a:ext>
              </a:extLst>
            </p:cNvPr>
            <p:cNvSpPr/>
            <p:nvPr/>
          </p:nvSpPr>
          <p:spPr>
            <a:xfrm>
              <a:off x="2830788" y="3491300"/>
              <a:ext cx="497225" cy="586050"/>
            </a:xfrm>
            <a:custGeom>
              <a:avLst/>
              <a:gdLst/>
              <a:ahLst/>
              <a:cxnLst/>
              <a:rect l="l" t="t" r="r" b="b"/>
              <a:pathLst>
                <a:path w="19889" h="23442" extrusionOk="0">
                  <a:moveTo>
                    <a:pt x="8819" y="234"/>
                  </a:moveTo>
                  <a:cubicBezTo>
                    <a:pt x="8933" y="700"/>
                    <a:pt x="8971" y="1339"/>
                    <a:pt x="8959" y="1771"/>
                  </a:cubicBezTo>
                  <a:cubicBezTo>
                    <a:pt x="8753" y="1941"/>
                    <a:pt x="8520" y="2081"/>
                    <a:pt x="8286" y="2206"/>
                  </a:cubicBezTo>
                  <a:cubicBezTo>
                    <a:pt x="7849" y="2441"/>
                    <a:pt x="7499" y="2601"/>
                    <a:pt x="6924" y="2601"/>
                  </a:cubicBezTo>
                  <a:cubicBezTo>
                    <a:pt x="6674" y="2601"/>
                    <a:pt x="6380" y="2571"/>
                    <a:pt x="6018" y="2502"/>
                  </a:cubicBezTo>
                  <a:cubicBezTo>
                    <a:pt x="5985" y="2495"/>
                    <a:pt x="5797" y="2454"/>
                    <a:pt x="5797" y="2454"/>
                  </a:cubicBezTo>
                  <a:cubicBezTo>
                    <a:pt x="5608" y="2046"/>
                    <a:pt x="5395" y="1481"/>
                    <a:pt x="5289" y="990"/>
                  </a:cubicBezTo>
                  <a:cubicBezTo>
                    <a:pt x="5407" y="957"/>
                    <a:pt x="5520" y="944"/>
                    <a:pt x="5630" y="944"/>
                  </a:cubicBezTo>
                  <a:cubicBezTo>
                    <a:pt x="6173" y="944"/>
                    <a:pt x="6621" y="1277"/>
                    <a:pt x="7051" y="1277"/>
                  </a:cubicBezTo>
                  <a:cubicBezTo>
                    <a:pt x="7240" y="1277"/>
                    <a:pt x="7426" y="1212"/>
                    <a:pt x="7614" y="1025"/>
                  </a:cubicBezTo>
                  <a:cubicBezTo>
                    <a:pt x="7714" y="927"/>
                    <a:pt x="8104" y="563"/>
                    <a:pt x="8317" y="432"/>
                  </a:cubicBezTo>
                  <a:cubicBezTo>
                    <a:pt x="8347" y="413"/>
                    <a:pt x="8377" y="395"/>
                    <a:pt x="8408" y="379"/>
                  </a:cubicBezTo>
                  <a:cubicBezTo>
                    <a:pt x="8485" y="338"/>
                    <a:pt x="8560" y="305"/>
                    <a:pt x="8635" y="279"/>
                  </a:cubicBezTo>
                  <a:cubicBezTo>
                    <a:pt x="8663" y="271"/>
                    <a:pt x="8690" y="262"/>
                    <a:pt x="8717" y="256"/>
                  </a:cubicBezTo>
                  <a:cubicBezTo>
                    <a:pt x="8752" y="246"/>
                    <a:pt x="8785" y="240"/>
                    <a:pt x="8819" y="234"/>
                  </a:cubicBezTo>
                  <a:close/>
                  <a:moveTo>
                    <a:pt x="8953" y="2039"/>
                  </a:moveTo>
                  <a:cubicBezTo>
                    <a:pt x="8908" y="3194"/>
                    <a:pt x="8664" y="4424"/>
                    <a:pt x="8258" y="5054"/>
                  </a:cubicBezTo>
                  <a:cubicBezTo>
                    <a:pt x="8175" y="5186"/>
                    <a:pt x="8097" y="5248"/>
                    <a:pt x="8003" y="5248"/>
                  </a:cubicBezTo>
                  <a:cubicBezTo>
                    <a:pt x="7939" y="5248"/>
                    <a:pt x="7867" y="5219"/>
                    <a:pt x="7778" y="5161"/>
                  </a:cubicBezTo>
                  <a:cubicBezTo>
                    <a:pt x="7735" y="5135"/>
                    <a:pt x="7692" y="5105"/>
                    <a:pt x="7650" y="5073"/>
                  </a:cubicBezTo>
                  <a:cubicBezTo>
                    <a:pt x="7610" y="5043"/>
                    <a:pt x="7570" y="5011"/>
                    <a:pt x="7529" y="4977"/>
                  </a:cubicBezTo>
                  <a:cubicBezTo>
                    <a:pt x="7405" y="4871"/>
                    <a:pt x="7280" y="4748"/>
                    <a:pt x="7154" y="4609"/>
                  </a:cubicBezTo>
                  <a:cubicBezTo>
                    <a:pt x="7134" y="4587"/>
                    <a:pt x="7113" y="4564"/>
                    <a:pt x="7093" y="4539"/>
                  </a:cubicBezTo>
                  <a:cubicBezTo>
                    <a:pt x="7023" y="4459"/>
                    <a:pt x="6952" y="4374"/>
                    <a:pt x="6882" y="4283"/>
                  </a:cubicBezTo>
                  <a:cubicBezTo>
                    <a:pt x="6849" y="4242"/>
                    <a:pt x="6817" y="4200"/>
                    <a:pt x="6786" y="4157"/>
                  </a:cubicBezTo>
                  <a:cubicBezTo>
                    <a:pt x="6776" y="4144"/>
                    <a:pt x="6767" y="4132"/>
                    <a:pt x="6757" y="4117"/>
                  </a:cubicBezTo>
                  <a:cubicBezTo>
                    <a:pt x="6717" y="4065"/>
                    <a:pt x="6680" y="4010"/>
                    <a:pt x="6642" y="3955"/>
                  </a:cubicBezTo>
                  <a:cubicBezTo>
                    <a:pt x="6489" y="3735"/>
                    <a:pt x="6341" y="3497"/>
                    <a:pt x="6204" y="3253"/>
                  </a:cubicBezTo>
                  <a:cubicBezTo>
                    <a:pt x="6109" y="3087"/>
                    <a:pt x="5994" y="2870"/>
                    <a:pt x="5910" y="2694"/>
                  </a:cubicBezTo>
                  <a:lnTo>
                    <a:pt x="5910" y="2694"/>
                  </a:lnTo>
                  <a:cubicBezTo>
                    <a:pt x="5916" y="2707"/>
                    <a:pt x="6374" y="2811"/>
                    <a:pt x="6906" y="2811"/>
                  </a:cubicBezTo>
                  <a:cubicBezTo>
                    <a:pt x="7216" y="2811"/>
                    <a:pt x="7551" y="2776"/>
                    <a:pt x="7838" y="2667"/>
                  </a:cubicBezTo>
                  <a:cubicBezTo>
                    <a:pt x="8401" y="2451"/>
                    <a:pt x="8951" y="2073"/>
                    <a:pt x="8953" y="2039"/>
                  </a:cubicBezTo>
                  <a:close/>
                  <a:moveTo>
                    <a:pt x="13625" y="3100"/>
                  </a:moveTo>
                  <a:lnTo>
                    <a:pt x="14251" y="3264"/>
                  </a:lnTo>
                  <a:cubicBezTo>
                    <a:pt x="14742" y="3630"/>
                    <a:pt x="15204" y="4052"/>
                    <a:pt x="15633" y="4525"/>
                  </a:cubicBezTo>
                  <a:lnTo>
                    <a:pt x="15673" y="4733"/>
                  </a:lnTo>
                  <a:cubicBezTo>
                    <a:pt x="15676" y="4736"/>
                    <a:pt x="15679" y="4739"/>
                    <a:pt x="15682" y="4740"/>
                  </a:cubicBezTo>
                  <a:lnTo>
                    <a:pt x="15797" y="5124"/>
                  </a:lnTo>
                  <a:lnTo>
                    <a:pt x="15061" y="4954"/>
                  </a:lnTo>
                  <a:cubicBezTo>
                    <a:pt x="15048" y="4951"/>
                    <a:pt x="15035" y="4949"/>
                    <a:pt x="15022" y="4949"/>
                  </a:cubicBezTo>
                  <a:cubicBezTo>
                    <a:pt x="14972" y="4949"/>
                    <a:pt x="14925" y="4970"/>
                    <a:pt x="14894" y="5007"/>
                  </a:cubicBezTo>
                  <a:lnTo>
                    <a:pt x="14379" y="5560"/>
                  </a:lnTo>
                  <a:lnTo>
                    <a:pt x="14157" y="4833"/>
                  </a:lnTo>
                  <a:cubicBezTo>
                    <a:pt x="14138" y="4775"/>
                    <a:pt x="14090" y="4730"/>
                    <a:pt x="14031" y="4716"/>
                  </a:cubicBezTo>
                  <a:lnTo>
                    <a:pt x="13293" y="4547"/>
                  </a:lnTo>
                  <a:lnTo>
                    <a:pt x="13809" y="3994"/>
                  </a:lnTo>
                  <a:cubicBezTo>
                    <a:pt x="13850" y="3949"/>
                    <a:pt x="13864" y="3886"/>
                    <a:pt x="13848" y="3824"/>
                  </a:cubicBezTo>
                  <a:lnTo>
                    <a:pt x="13625" y="3100"/>
                  </a:lnTo>
                  <a:close/>
                  <a:moveTo>
                    <a:pt x="9038" y="221"/>
                  </a:moveTo>
                  <a:cubicBezTo>
                    <a:pt x="9287" y="231"/>
                    <a:pt x="9515" y="330"/>
                    <a:pt x="9712" y="503"/>
                  </a:cubicBezTo>
                  <a:cubicBezTo>
                    <a:pt x="10013" y="763"/>
                    <a:pt x="10203" y="1078"/>
                    <a:pt x="10303" y="1425"/>
                  </a:cubicBezTo>
                  <a:cubicBezTo>
                    <a:pt x="10325" y="1499"/>
                    <a:pt x="10345" y="1575"/>
                    <a:pt x="10357" y="1653"/>
                  </a:cubicBezTo>
                  <a:cubicBezTo>
                    <a:pt x="10655" y="3264"/>
                    <a:pt x="9299" y="5401"/>
                    <a:pt x="8518" y="6007"/>
                  </a:cubicBezTo>
                  <a:cubicBezTo>
                    <a:pt x="8493" y="6027"/>
                    <a:pt x="8466" y="6045"/>
                    <a:pt x="8439" y="6060"/>
                  </a:cubicBezTo>
                  <a:cubicBezTo>
                    <a:pt x="8401" y="6048"/>
                    <a:pt x="8360" y="6042"/>
                    <a:pt x="8317" y="6042"/>
                  </a:cubicBezTo>
                  <a:cubicBezTo>
                    <a:pt x="8285" y="6042"/>
                    <a:pt x="8254" y="6045"/>
                    <a:pt x="8222" y="6053"/>
                  </a:cubicBezTo>
                  <a:cubicBezTo>
                    <a:pt x="8146" y="6069"/>
                    <a:pt x="8078" y="6102"/>
                    <a:pt x="8023" y="6147"/>
                  </a:cubicBezTo>
                  <a:cubicBezTo>
                    <a:pt x="7750" y="6121"/>
                    <a:pt x="7472" y="5967"/>
                    <a:pt x="7219" y="5840"/>
                  </a:cubicBezTo>
                  <a:cubicBezTo>
                    <a:pt x="6131" y="5297"/>
                    <a:pt x="4844" y="4179"/>
                    <a:pt x="4512" y="2946"/>
                  </a:cubicBezTo>
                  <a:cubicBezTo>
                    <a:pt x="4492" y="2872"/>
                    <a:pt x="4477" y="2796"/>
                    <a:pt x="4463" y="2720"/>
                  </a:cubicBezTo>
                  <a:cubicBezTo>
                    <a:pt x="4457" y="2687"/>
                    <a:pt x="4453" y="2653"/>
                    <a:pt x="4448" y="2620"/>
                  </a:cubicBezTo>
                  <a:cubicBezTo>
                    <a:pt x="4442" y="2562"/>
                    <a:pt x="4437" y="2502"/>
                    <a:pt x="4434" y="2444"/>
                  </a:cubicBezTo>
                  <a:cubicBezTo>
                    <a:pt x="4413" y="1874"/>
                    <a:pt x="4629" y="1313"/>
                    <a:pt x="5086" y="1071"/>
                  </a:cubicBezTo>
                  <a:lnTo>
                    <a:pt x="5086" y="1073"/>
                  </a:lnTo>
                  <a:cubicBezTo>
                    <a:pt x="5160" y="1414"/>
                    <a:pt x="5287" y="1803"/>
                    <a:pt x="5452" y="2205"/>
                  </a:cubicBezTo>
                  <a:cubicBezTo>
                    <a:pt x="5479" y="2271"/>
                    <a:pt x="5508" y="2338"/>
                    <a:pt x="5537" y="2406"/>
                  </a:cubicBezTo>
                  <a:cubicBezTo>
                    <a:pt x="5592" y="2532"/>
                    <a:pt x="5651" y="2660"/>
                    <a:pt x="5713" y="2788"/>
                  </a:cubicBezTo>
                  <a:cubicBezTo>
                    <a:pt x="5754" y="2876"/>
                    <a:pt x="5797" y="2959"/>
                    <a:pt x="5841" y="3043"/>
                  </a:cubicBezTo>
                  <a:cubicBezTo>
                    <a:pt x="5873" y="3103"/>
                    <a:pt x="5904" y="3164"/>
                    <a:pt x="5936" y="3221"/>
                  </a:cubicBezTo>
                  <a:cubicBezTo>
                    <a:pt x="5980" y="3304"/>
                    <a:pt x="6027" y="3386"/>
                    <a:pt x="6072" y="3465"/>
                  </a:cubicBezTo>
                  <a:cubicBezTo>
                    <a:pt x="6105" y="3521"/>
                    <a:pt x="6137" y="3576"/>
                    <a:pt x="6171" y="3630"/>
                  </a:cubicBezTo>
                  <a:cubicBezTo>
                    <a:pt x="6205" y="3686"/>
                    <a:pt x="6240" y="3744"/>
                    <a:pt x="6277" y="3799"/>
                  </a:cubicBezTo>
                  <a:cubicBezTo>
                    <a:pt x="6300" y="3839"/>
                    <a:pt x="6325" y="3876"/>
                    <a:pt x="6351" y="3915"/>
                  </a:cubicBezTo>
                  <a:cubicBezTo>
                    <a:pt x="6389" y="3971"/>
                    <a:pt x="6427" y="4029"/>
                    <a:pt x="6464" y="4084"/>
                  </a:cubicBezTo>
                  <a:cubicBezTo>
                    <a:pt x="6483" y="4113"/>
                    <a:pt x="6503" y="4139"/>
                    <a:pt x="6523" y="4166"/>
                  </a:cubicBezTo>
                  <a:cubicBezTo>
                    <a:pt x="6542" y="4195"/>
                    <a:pt x="6562" y="4220"/>
                    <a:pt x="6581" y="4246"/>
                  </a:cubicBezTo>
                  <a:cubicBezTo>
                    <a:pt x="6628" y="4308"/>
                    <a:pt x="6673" y="4369"/>
                    <a:pt x="6717" y="4428"/>
                  </a:cubicBezTo>
                  <a:cubicBezTo>
                    <a:pt x="6752" y="4470"/>
                    <a:pt x="6785" y="4513"/>
                    <a:pt x="6819" y="4554"/>
                  </a:cubicBezTo>
                  <a:cubicBezTo>
                    <a:pt x="6844" y="4586"/>
                    <a:pt x="6870" y="4615"/>
                    <a:pt x="6896" y="4644"/>
                  </a:cubicBezTo>
                  <a:cubicBezTo>
                    <a:pt x="6926" y="4682"/>
                    <a:pt x="6958" y="4718"/>
                    <a:pt x="6991" y="4752"/>
                  </a:cubicBezTo>
                  <a:cubicBezTo>
                    <a:pt x="7038" y="4803"/>
                    <a:pt x="7083" y="4853"/>
                    <a:pt x="7127" y="4898"/>
                  </a:cubicBezTo>
                  <a:cubicBezTo>
                    <a:pt x="7270" y="5044"/>
                    <a:pt x="7412" y="5169"/>
                    <a:pt x="7549" y="5268"/>
                  </a:cubicBezTo>
                  <a:cubicBezTo>
                    <a:pt x="7586" y="5297"/>
                    <a:pt x="7622" y="5320"/>
                    <a:pt x="7659" y="5345"/>
                  </a:cubicBezTo>
                  <a:cubicBezTo>
                    <a:pt x="7789" y="5426"/>
                    <a:pt x="7897" y="5466"/>
                    <a:pt x="8003" y="5466"/>
                  </a:cubicBezTo>
                  <a:cubicBezTo>
                    <a:pt x="8226" y="5466"/>
                    <a:pt x="8361" y="5297"/>
                    <a:pt x="8442" y="5170"/>
                  </a:cubicBezTo>
                  <a:cubicBezTo>
                    <a:pt x="8919" y="4429"/>
                    <a:pt x="9131" y="3070"/>
                    <a:pt x="9171" y="2047"/>
                  </a:cubicBezTo>
                  <a:lnTo>
                    <a:pt x="9171" y="2038"/>
                  </a:lnTo>
                  <a:cubicBezTo>
                    <a:pt x="9178" y="1883"/>
                    <a:pt x="9179" y="1732"/>
                    <a:pt x="9178" y="1584"/>
                  </a:cubicBezTo>
                  <a:cubicBezTo>
                    <a:pt x="9178" y="1510"/>
                    <a:pt x="9175" y="1437"/>
                    <a:pt x="9173" y="1366"/>
                  </a:cubicBezTo>
                  <a:cubicBezTo>
                    <a:pt x="9160" y="934"/>
                    <a:pt x="9115" y="540"/>
                    <a:pt x="9038" y="221"/>
                  </a:cubicBezTo>
                  <a:close/>
                  <a:moveTo>
                    <a:pt x="12637" y="2302"/>
                  </a:moveTo>
                  <a:lnTo>
                    <a:pt x="12637" y="2302"/>
                  </a:lnTo>
                  <a:cubicBezTo>
                    <a:pt x="13013" y="2473"/>
                    <a:pt x="13377" y="2673"/>
                    <a:pt x="13728" y="2899"/>
                  </a:cubicBezTo>
                  <a:lnTo>
                    <a:pt x="13600" y="2871"/>
                  </a:lnTo>
                  <a:cubicBezTo>
                    <a:pt x="13587" y="2868"/>
                    <a:pt x="13573" y="2867"/>
                    <a:pt x="13560" y="2867"/>
                  </a:cubicBezTo>
                  <a:cubicBezTo>
                    <a:pt x="13513" y="2867"/>
                    <a:pt x="13468" y="2887"/>
                    <a:pt x="13434" y="2924"/>
                  </a:cubicBezTo>
                  <a:cubicBezTo>
                    <a:pt x="13391" y="2971"/>
                    <a:pt x="13377" y="3033"/>
                    <a:pt x="13397" y="3094"/>
                  </a:cubicBezTo>
                  <a:lnTo>
                    <a:pt x="13632" y="3862"/>
                  </a:lnTo>
                  <a:lnTo>
                    <a:pt x="13083" y="4453"/>
                  </a:lnTo>
                  <a:cubicBezTo>
                    <a:pt x="13040" y="4501"/>
                    <a:pt x="13024" y="4564"/>
                    <a:pt x="13043" y="4623"/>
                  </a:cubicBezTo>
                  <a:cubicBezTo>
                    <a:pt x="13062" y="4684"/>
                    <a:pt x="13112" y="4729"/>
                    <a:pt x="13171" y="4744"/>
                  </a:cubicBezTo>
                  <a:lnTo>
                    <a:pt x="13956" y="4924"/>
                  </a:lnTo>
                  <a:lnTo>
                    <a:pt x="14192" y="5696"/>
                  </a:lnTo>
                  <a:cubicBezTo>
                    <a:pt x="14212" y="5756"/>
                    <a:pt x="14262" y="5801"/>
                    <a:pt x="14323" y="5814"/>
                  </a:cubicBezTo>
                  <a:cubicBezTo>
                    <a:pt x="14336" y="5817"/>
                    <a:pt x="14349" y="5820"/>
                    <a:pt x="14361" y="5820"/>
                  </a:cubicBezTo>
                  <a:cubicBezTo>
                    <a:pt x="14409" y="5820"/>
                    <a:pt x="14455" y="5799"/>
                    <a:pt x="14488" y="5762"/>
                  </a:cubicBezTo>
                  <a:lnTo>
                    <a:pt x="15038" y="5172"/>
                  </a:lnTo>
                  <a:lnTo>
                    <a:pt x="15823" y="5355"/>
                  </a:lnTo>
                  <a:cubicBezTo>
                    <a:pt x="15836" y="5358"/>
                    <a:pt x="15849" y="5359"/>
                    <a:pt x="15861" y="5359"/>
                  </a:cubicBezTo>
                  <a:cubicBezTo>
                    <a:pt x="15910" y="5359"/>
                    <a:pt x="15956" y="5338"/>
                    <a:pt x="15991" y="5302"/>
                  </a:cubicBezTo>
                  <a:cubicBezTo>
                    <a:pt x="16032" y="5254"/>
                    <a:pt x="16047" y="5190"/>
                    <a:pt x="16028" y="5132"/>
                  </a:cubicBezTo>
                  <a:lnTo>
                    <a:pt x="15957" y="4901"/>
                  </a:lnTo>
                  <a:lnTo>
                    <a:pt x="15957" y="4901"/>
                  </a:lnTo>
                  <a:cubicBezTo>
                    <a:pt x="16251" y="5252"/>
                    <a:pt x="16523" y="5620"/>
                    <a:pt x="16775" y="6004"/>
                  </a:cubicBezTo>
                  <a:cubicBezTo>
                    <a:pt x="16754" y="6036"/>
                    <a:pt x="16720" y="6056"/>
                    <a:pt x="16680" y="6056"/>
                  </a:cubicBezTo>
                  <a:cubicBezTo>
                    <a:pt x="16671" y="6056"/>
                    <a:pt x="16662" y="6056"/>
                    <a:pt x="16653" y="6054"/>
                  </a:cubicBezTo>
                  <a:lnTo>
                    <a:pt x="15269" y="5736"/>
                  </a:lnTo>
                  <a:cubicBezTo>
                    <a:pt x="15259" y="5732"/>
                    <a:pt x="15250" y="5732"/>
                    <a:pt x="15243" y="5732"/>
                  </a:cubicBezTo>
                  <a:cubicBezTo>
                    <a:pt x="15212" y="5732"/>
                    <a:pt x="15182" y="5745"/>
                    <a:pt x="15160" y="5769"/>
                  </a:cubicBezTo>
                  <a:lnTo>
                    <a:pt x="14192" y="6807"/>
                  </a:lnTo>
                  <a:cubicBezTo>
                    <a:pt x="14168" y="6833"/>
                    <a:pt x="14140" y="6844"/>
                    <a:pt x="14109" y="6844"/>
                  </a:cubicBezTo>
                  <a:cubicBezTo>
                    <a:pt x="14064" y="6844"/>
                    <a:pt x="14017" y="6814"/>
                    <a:pt x="14002" y="6763"/>
                  </a:cubicBezTo>
                  <a:lnTo>
                    <a:pt x="13586" y="5404"/>
                  </a:lnTo>
                  <a:cubicBezTo>
                    <a:pt x="13573" y="5367"/>
                    <a:pt x="13541" y="5337"/>
                    <a:pt x="13502" y="5329"/>
                  </a:cubicBezTo>
                  <a:lnTo>
                    <a:pt x="12118" y="5009"/>
                  </a:lnTo>
                  <a:cubicBezTo>
                    <a:pt x="12034" y="4989"/>
                    <a:pt x="12001" y="4886"/>
                    <a:pt x="12061" y="4822"/>
                  </a:cubicBezTo>
                  <a:lnTo>
                    <a:pt x="13029" y="3784"/>
                  </a:lnTo>
                  <a:cubicBezTo>
                    <a:pt x="13057" y="3753"/>
                    <a:pt x="13067" y="3712"/>
                    <a:pt x="13054" y="3672"/>
                  </a:cubicBezTo>
                  <a:lnTo>
                    <a:pt x="12639" y="2315"/>
                  </a:lnTo>
                  <a:cubicBezTo>
                    <a:pt x="12639" y="2311"/>
                    <a:pt x="12635" y="2308"/>
                    <a:pt x="12637" y="2302"/>
                  </a:cubicBezTo>
                  <a:close/>
                  <a:moveTo>
                    <a:pt x="8317" y="6260"/>
                  </a:moveTo>
                  <a:cubicBezTo>
                    <a:pt x="8337" y="6260"/>
                    <a:pt x="8358" y="6264"/>
                    <a:pt x="8379" y="6270"/>
                  </a:cubicBezTo>
                  <a:cubicBezTo>
                    <a:pt x="8402" y="6275"/>
                    <a:pt x="8426" y="6286"/>
                    <a:pt x="8446" y="6300"/>
                  </a:cubicBezTo>
                  <a:cubicBezTo>
                    <a:pt x="8490" y="6329"/>
                    <a:pt x="8526" y="6373"/>
                    <a:pt x="8543" y="6426"/>
                  </a:cubicBezTo>
                  <a:lnTo>
                    <a:pt x="8886" y="7507"/>
                  </a:lnTo>
                  <a:cubicBezTo>
                    <a:pt x="8928" y="7640"/>
                    <a:pt x="8847" y="7781"/>
                    <a:pt x="8709" y="7810"/>
                  </a:cubicBezTo>
                  <a:lnTo>
                    <a:pt x="8494" y="7857"/>
                  </a:lnTo>
                  <a:cubicBezTo>
                    <a:pt x="8477" y="7860"/>
                    <a:pt x="8460" y="7861"/>
                    <a:pt x="8443" y="7861"/>
                  </a:cubicBezTo>
                  <a:cubicBezTo>
                    <a:pt x="8326" y="7861"/>
                    <a:pt x="8222" y="7774"/>
                    <a:pt x="8208" y="7652"/>
                  </a:cubicBezTo>
                  <a:lnTo>
                    <a:pt x="8076" y="6527"/>
                  </a:lnTo>
                  <a:cubicBezTo>
                    <a:pt x="8070" y="6469"/>
                    <a:pt x="8084" y="6414"/>
                    <a:pt x="8115" y="6370"/>
                  </a:cubicBezTo>
                  <a:cubicBezTo>
                    <a:pt x="8127" y="6348"/>
                    <a:pt x="8145" y="6330"/>
                    <a:pt x="8163" y="6315"/>
                  </a:cubicBezTo>
                  <a:cubicBezTo>
                    <a:pt x="8192" y="6290"/>
                    <a:pt x="8225" y="6275"/>
                    <a:pt x="8263" y="6267"/>
                  </a:cubicBezTo>
                  <a:lnTo>
                    <a:pt x="8267" y="6267"/>
                  </a:lnTo>
                  <a:cubicBezTo>
                    <a:pt x="8284" y="6262"/>
                    <a:pt x="8302" y="6260"/>
                    <a:pt x="8317" y="6260"/>
                  </a:cubicBezTo>
                  <a:close/>
                  <a:moveTo>
                    <a:pt x="2105" y="5572"/>
                  </a:moveTo>
                  <a:lnTo>
                    <a:pt x="2199" y="6322"/>
                  </a:lnTo>
                  <a:cubicBezTo>
                    <a:pt x="2207" y="6384"/>
                    <a:pt x="2246" y="6436"/>
                    <a:pt x="2306" y="6461"/>
                  </a:cubicBezTo>
                  <a:lnTo>
                    <a:pt x="3002" y="6754"/>
                  </a:lnTo>
                  <a:lnTo>
                    <a:pt x="2401" y="7209"/>
                  </a:lnTo>
                  <a:cubicBezTo>
                    <a:pt x="2350" y="7248"/>
                    <a:pt x="2324" y="7310"/>
                    <a:pt x="2332" y="7373"/>
                  </a:cubicBezTo>
                  <a:lnTo>
                    <a:pt x="2427" y="8123"/>
                  </a:lnTo>
                  <a:lnTo>
                    <a:pt x="2427" y="8123"/>
                  </a:lnTo>
                  <a:lnTo>
                    <a:pt x="1732" y="7830"/>
                  </a:lnTo>
                  <a:cubicBezTo>
                    <a:pt x="1709" y="7820"/>
                    <a:pt x="1685" y="7815"/>
                    <a:pt x="1661" y="7815"/>
                  </a:cubicBezTo>
                  <a:cubicBezTo>
                    <a:pt x="1622" y="7815"/>
                    <a:pt x="1584" y="7828"/>
                    <a:pt x="1556" y="7852"/>
                  </a:cubicBezTo>
                  <a:lnTo>
                    <a:pt x="954" y="8308"/>
                  </a:lnTo>
                  <a:lnTo>
                    <a:pt x="863" y="7521"/>
                  </a:lnTo>
                  <a:cubicBezTo>
                    <a:pt x="1039" y="7003"/>
                    <a:pt x="1258" y="6498"/>
                    <a:pt x="1530" y="6015"/>
                  </a:cubicBezTo>
                  <a:lnTo>
                    <a:pt x="2105" y="5572"/>
                  </a:lnTo>
                  <a:close/>
                  <a:moveTo>
                    <a:pt x="2680" y="4435"/>
                  </a:moveTo>
                  <a:cubicBezTo>
                    <a:pt x="2683" y="4440"/>
                    <a:pt x="2683" y="4446"/>
                    <a:pt x="2684" y="4450"/>
                  </a:cubicBezTo>
                  <a:lnTo>
                    <a:pt x="2862" y="5858"/>
                  </a:lnTo>
                  <a:cubicBezTo>
                    <a:pt x="2864" y="5898"/>
                    <a:pt x="2892" y="5933"/>
                    <a:pt x="2929" y="5949"/>
                  </a:cubicBezTo>
                  <a:lnTo>
                    <a:pt x="4239" y="6499"/>
                  </a:lnTo>
                  <a:cubicBezTo>
                    <a:pt x="4318" y="6532"/>
                    <a:pt x="4332" y="6640"/>
                    <a:pt x="4263" y="6693"/>
                  </a:cubicBezTo>
                  <a:lnTo>
                    <a:pt x="3132" y="7553"/>
                  </a:lnTo>
                  <a:cubicBezTo>
                    <a:pt x="3098" y="7576"/>
                    <a:pt x="3083" y="7616"/>
                    <a:pt x="3087" y="7657"/>
                  </a:cubicBezTo>
                  <a:lnTo>
                    <a:pt x="3265" y="9066"/>
                  </a:lnTo>
                  <a:cubicBezTo>
                    <a:pt x="3274" y="9136"/>
                    <a:pt x="3218" y="9194"/>
                    <a:pt x="3155" y="9194"/>
                  </a:cubicBezTo>
                  <a:cubicBezTo>
                    <a:pt x="3138" y="9194"/>
                    <a:pt x="3124" y="9190"/>
                    <a:pt x="3109" y="9184"/>
                  </a:cubicBezTo>
                  <a:lnTo>
                    <a:pt x="1800" y="8633"/>
                  </a:lnTo>
                  <a:cubicBezTo>
                    <a:pt x="1786" y="8627"/>
                    <a:pt x="1771" y="8626"/>
                    <a:pt x="1756" y="8626"/>
                  </a:cubicBezTo>
                  <a:cubicBezTo>
                    <a:pt x="1732" y="8626"/>
                    <a:pt x="1706" y="8631"/>
                    <a:pt x="1687" y="8648"/>
                  </a:cubicBezTo>
                  <a:lnTo>
                    <a:pt x="555" y="9506"/>
                  </a:lnTo>
                  <a:cubicBezTo>
                    <a:pt x="534" y="9523"/>
                    <a:pt x="511" y="9528"/>
                    <a:pt x="487" y="9528"/>
                  </a:cubicBezTo>
                  <a:cubicBezTo>
                    <a:pt x="456" y="9528"/>
                    <a:pt x="421" y="9514"/>
                    <a:pt x="402" y="9491"/>
                  </a:cubicBezTo>
                  <a:cubicBezTo>
                    <a:pt x="471" y="9001"/>
                    <a:pt x="567" y="8521"/>
                    <a:pt x="701" y="8049"/>
                  </a:cubicBezTo>
                  <a:lnTo>
                    <a:pt x="701" y="8050"/>
                  </a:lnTo>
                  <a:lnTo>
                    <a:pt x="746" y="8409"/>
                  </a:lnTo>
                  <a:cubicBezTo>
                    <a:pt x="753" y="8470"/>
                    <a:pt x="794" y="8524"/>
                    <a:pt x="851" y="8548"/>
                  </a:cubicBezTo>
                  <a:cubicBezTo>
                    <a:pt x="873" y="8557"/>
                    <a:pt x="896" y="8562"/>
                    <a:pt x="921" y="8562"/>
                  </a:cubicBezTo>
                  <a:cubicBezTo>
                    <a:pt x="958" y="8562"/>
                    <a:pt x="995" y="8551"/>
                    <a:pt x="1025" y="8527"/>
                  </a:cubicBezTo>
                  <a:lnTo>
                    <a:pt x="1668" y="8040"/>
                  </a:lnTo>
                  <a:lnTo>
                    <a:pt x="2411" y="8353"/>
                  </a:lnTo>
                  <a:cubicBezTo>
                    <a:pt x="2432" y="8362"/>
                    <a:pt x="2454" y="8366"/>
                    <a:pt x="2477" y="8366"/>
                  </a:cubicBezTo>
                  <a:cubicBezTo>
                    <a:pt x="2515" y="8366"/>
                    <a:pt x="2554" y="8353"/>
                    <a:pt x="2585" y="8330"/>
                  </a:cubicBezTo>
                  <a:cubicBezTo>
                    <a:pt x="2635" y="8292"/>
                    <a:pt x="2661" y="8231"/>
                    <a:pt x="2653" y="8168"/>
                  </a:cubicBezTo>
                  <a:lnTo>
                    <a:pt x="2551" y="7371"/>
                  </a:lnTo>
                  <a:lnTo>
                    <a:pt x="3193" y="6882"/>
                  </a:lnTo>
                  <a:cubicBezTo>
                    <a:pt x="3243" y="6844"/>
                    <a:pt x="3269" y="6783"/>
                    <a:pt x="3262" y="6721"/>
                  </a:cubicBezTo>
                  <a:cubicBezTo>
                    <a:pt x="3254" y="6658"/>
                    <a:pt x="3213" y="6605"/>
                    <a:pt x="3156" y="6582"/>
                  </a:cubicBezTo>
                  <a:lnTo>
                    <a:pt x="2412" y="6270"/>
                  </a:lnTo>
                  <a:lnTo>
                    <a:pt x="2313" y="5473"/>
                  </a:lnTo>
                  <a:cubicBezTo>
                    <a:pt x="2306" y="5410"/>
                    <a:pt x="2265" y="5356"/>
                    <a:pt x="2207" y="5330"/>
                  </a:cubicBezTo>
                  <a:cubicBezTo>
                    <a:pt x="2185" y="5321"/>
                    <a:pt x="2161" y="5317"/>
                    <a:pt x="2138" y="5317"/>
                  </a:cubicBezTo>
                  <a:cubicBezTo>
                    <a:pt x="2100" y="5317"/>
                    <a:pt x="2063" y="5329"/>
                    <a:pt x="2032" y="5352"/>
                  </a:cubicBezTo>
                  <a:lnTo>
                    <a:pt x="1844" y="5495"/>
                  </a:lnTo>
                  <a:cubicBezTo>
                    <a:pt x="1898" y="5414"/>
                    <a:pt x="1952" y="5334"/>
                    <a:pt x="2009" y="5255"/>
                  </a:cubicBezTo>
                  <a:cubicBezTo>
                    <a:pt x="2213" y="4966"/>
                    <a:pt x="2438" y="4693"/>
                    <a:pt x="2680" y="4435"/>
                  </a:cubicBezTo>
                  <a:close/>
                  <a:moveTo>
                    <a:pt x="19375" y="18396"/>
                  </a:moveTo>
                  <a:lnTo>
                    <a:pt x="19375" y="18396"/>
                  </a:lnTo>
                  <a:cubicBezTo>
                    <a:pt x="19494" y="18980"/>
                    <a:pt x="19551" y="19670"/>
                    <a:pt x="19094" y="19956"/>
                  </a:cubicBezTo>
                  <a:cubicBezTo>
                    <a:pt x="18809" y="20135"/>
                    <a:pt x="18368" y="20310"/>
                    <a:pt x="17972" y="20310"/>
                  </a:cubicBezTo>
                  <a:cubicBezTo>
                    <a:pt x="17702" y="20310"/>
                    <a:pt x="17452" y="20228"/>
                    <a:pt x="17286" y="20010"/>
                  </a:cubicBezTo>
                  <a:cubicBezTo>
                    <a:pt x="17129" y="19801"/>
                    <a:pt x="16906" y="19241"/>
                    <a:pt x="16928" y="18821"/>
                  </a:cubicBezTo>
                  <a:lnTo>
                    <a:pt x="16928" y="18821"/>
                  </a:lnTo>
                  <a:cubicBezTo>
                    <a:pt x="17085" y="18931"/>
                    <a:pt x="17281" y="19000"/>
                    <a:pt x="17533" y="19022"/>
                  </a:cubicBezTo>
                  <a:cubicBezTo>
                    <a:pt x="17629" y="19030"/>
                    <a:pt x="17727" y="19036"/>
                    <a:pt x="17822" y="19036"/>
                  </a:cubicBezTo>
                  <a:cubicBezTo>
                    <a:pt x="18536" y="19036"/>
                    <a:pt x="19074" y="18809"/>
                    <a:pt x="19375" y="18396"/>
                  </a:cubicBezTo>
                  <a:close/>
                  <a:moveTo>
                    <a:pt x="15813" y="16753"/>
                  </a:moveTo>
                  <a:cubicBezTo>
                    <a:pt x="15802" y="17055"/>
                    <a:pt x="15756" y="17455"/>
                    <a:pt x="15671" y="17751"/>
                  </a:cubicBezTo>
                  <a:cubicBezTo>
                    <a:pt x="15321" y="18969"/>
                    <a:pt x="13203" y="19532"/>
                    <a:pt x="11968" y="19834"/>
                  </a:cubicBezTo>
                  <a:cubicBezTo>
                    <a:pt x="10868" y="20102"/>
                    <a:pt x="9749" y="20297"/>
                    <a:pt x="8621" y="20396"/>
                  </a:cubicBezTo>
                  <a:cubicBezTo>
                    <a:pt x="8454" y="20405"/>
                    <a:pt x="8302" y="20409"/>
                    <a:pt x="8156" y="20409"/>
                  </a:cubicBezTo>
                  <a:cubicBezTo>
                    <a:pt x="6651" y="20409"/>
                    <a:pt x="6248" y="19967"/>
                    <a:pt x="5789" y="19132"/>
                  </a:cubicBezTo>
                  <a:cubicBezTo>
                    <a:pt x="5767" y="19091"/>
                    <a:pt x="5720" y="18999"/>
                    <a:pt x="5676" y="18912"/>
                  </a:cubicBezTo>
                  <a:lnTo>
                    <a:pt x="5676" y="18912"/>
                  </a:lnTo>
                  <a:cubicBezTo>
                    <a:pt x="5933" y="19041"/>
                    <a:pt x="6249" y="19100"/>
                    <a:pt x="6672" y="19100"/>
                  </a:cubicBezTo>
                  <a:cubicBezTo>
                    <a:pt x="6912" y="19100"/>
                    <a:pt x="7160" y="19083"/>
                    <a:pt x="7422" y="19064"/>
                  </a:cubicBezTo>
                  <a:cubicBezTo>
                    <a:pt x="7497" y="19058"/>
                    <a:pt x="7574" y="19053"/>
                    <a:pt x="7650" y="19048"/>
                  </a:cubicBezTo>
                  <a:cubicBezTo>
                    <a:pt x="8697" y="18975"/>
                    <a:pt x="9485" y="18828"/>
                    <a:pt x="10053" y="18708"/>
                  </a:cubicBezTo>
                  <a:lnTo>
                    <a:pt x="10175" y="18682"/>
                  </a:lnTo>
                  <a:cubicBezTo>
                    <a:pt x="11871" y="18326"/>
                    <a:pt x="13097" y="18070"/>
                    <a:pt x="14710" y="17432"/>
                  </a:cubicBezTo>
                  <a:cubicBezTo>
                    <a:pt x="15250" y="17218"/>
                    <a:pt x="15595" y="17011"/>
                    <a:pt x="15813" y="16753"/>
                  </a:cubicBezTo>
                  <a:close/>
                  <a:moveTo>
                    <a:pt x="10584" y="1685"/>
                  </a:moveTo>
                  <a:lnTo>
                    <a:pt x="10584" y="1685"/>
                  </a:lnTo>
                  <a:cubicBezTo>
                    <a:pt x="11228" y="1787"/>
                    <a:pt x="11847" y="1966"/>
                    <a:pt x="12437" y="2216"/>
                  </a:cubicBezTo>
                  <a:cubicBezTo>
                    <a:pt x="12429" y="2233"/>
                    <a:pt x="12424" y="2248"/>
                    <a:pt x="12421" y="2266"/>
                  </a:cubicBezTo>
                  <a:cubicBezTo>
                    <a:pt x="12414" y="2300"/>
                    <a:pt x="12416" y="2335"/>
                    <a:pt x="12426" y="2368"/>
                  </a:cubicBezTo>
                  <a:cubicBezTo>
                    <a:pt x="12427" y="2372"/>
                    <a:pt x="12429" y="2376"/>
                    <a:pt x="12429" y="2379"/>
                  </a:cubicBezTo>
                  <a:lnTo>
                    <a:pt x="12828" y="3680"/>
                  </a:lnTo>
                  <a:lnTo>
                    <a:pt x="11901" y="4674"/>
                  </a:lnTo>
                  <a:cubicBezTo>
                    <a:pt x="11820" y="4760"/>
                    <a:pt x="11791" y="4880"/>
                    <a:pt x="11825" y="4994"/>
                  </a:cubicBezTo>
                  <a:cubicBezTo>
                    <a:pt x="11859" y="5108"/>
                    <a:pt x="11950" y="5194"/>
                    <a:pt x="12066" y="5223"/>
                  </a:cubicBezTo>
                  <a:lnTo>
                    <a:pt x="13393" y="5529"/>
                  </a:lnTo>
                  <a:lnTo>
                    <a:pt x="13792" y="6827"/>
                  </a:lnTo>
                  <a:cubicBezTo>
                    <a:pt x="13833" y="6967"/>
                    <a:pt x="13961" y="7062"/>
                    <a:pt x="14109" y="7062"/>
                  </a:cubicBezTo>
                  <a:cubicBezTo>
                    <a:pt x="14201" y="7062"/>
                    <a:pt x="14287" y="7025"/>
                    <a:pt x="14351" y="6956"/>
                  </a:cubicBezTo>
                  <a:lnTo>
                    <a:pt x="15278" y="5962"/>
                  </a:lnTo>
                  <a:lnTo>
                    <a:pt x="16604" y="6267"/>
                  </a:lnTo>
                  <a:cubicBezTo>
                    <a:pt x="16628" y="6271"/>
                    <a:pt x="16653" y="6275"/>
                    <a:pt x="16679" y="6275"/>
                  </a:cubicBezTo>
                  <a:cubicBezTo>
                    <a:pt x="16759" y="6275"/>
                    <a:pt x="16836" y="6247"/>
                    <a:pt x="16894" y="6194"/>
                  </a:cubicBezTo>
                  <a:cubicBezTo>
                    <a:pt x="18630" y="8939"/>
                    <a:pt x="19373" y="12402"/>
                    <a:pt x="19476" y="15574"/>
                  </a:cubicBezTo>
                  <a:cubicBezTo>
                    <a:pt x="19480" y="15690"/>
                    <a:pt x="19487" y="15824"/>
                    <a:pt x="19491" y="15972"/>
                  </a:cubicBezTo>
                  <a:cubicBezTo>
                    <a:pt x="19510" y="16439"/>
                    <a:pt x="19520" y="17057"/>
                    <a:pt x="19417" y="17723"/>
                  </a:cubicBezTo>
                  <a:lnTo>
                    <a:pt x="19419" y="17722"/>
                  </a:lnTo>
                  <a:lnTo>
                    <a:pt x="19419" y="17722"/>
                  </a:lnTo>
                  <a:cubicBezTo>
                    <a:pt x="19415" y="17747"/>
                    <a:pt x="19410" y="17773"/>
                    <a:pt x="19404" y="17798"/>
                  </a:cubicBezTo>
                  <a:cubicBezTo>
                    <a:pt x="19382" y="17904"/>
                    <a:pt x="19349" y="18000"/>
                    <a:pt x="19306" y="18088"/>
                  </a:cubicBezTo>
                  <a:cubicBezTo>
                    <a:pt x="19046" y="18626"/>
                    <a:pt x="18434" y="18817"/>
                    <a:pt x="17822" y="18817"/>
                  </a:cubicBezTo>
                  <a:cubicBezTo>
                    <a:pt x="17732" y="18817"/>
                    <a:pt x="17640" y="18812"/>
                    <a:pt x="17552" y="18805"/>
                  </a:cubicBezTo>
                  <a:cubicBezTo>
                    <a:pt x="17303" y="18784"/>
                    <a:pt x="17118" y="18706"/>
                    <a:pt x="16977" y="18582"/>
                  </a:cubicBezTo>
                  <a:cubicBezTo>
                    <a:pt x="16918" y="18531"/>
                    <a:pt x="16868" y="18469"/>
                    <a:pt x="16822" y="18402"/>
                  </a:cubicBezTo>
                  <a:cubicBezTo>
                    <a:pt x="16578" y="18037"/>
                    <a:pt x="16500" y="17450"/>
                    <a:pt x="16343" y="16718"/>
                  </a:cubicBezTo>
                  <a:lnTo>
                    <a:pt x="16336" y="16719"/>
                  </a:lnTo>
                  <a:cubicBezTo>
                    <a:pt x="16146" y="15836"/>
                    <a:pt x="16177" y="15957"/>
                    <a:pt x="16135" y="15812"/>
                  </a:cubicBezTo>
                  <a:lnTo>
                    <a:pt x="16135" y="15810"/>
                  </a:lnTo>
                  <a:cubicBezTo>
                    <a:pt x="16142" y="15794"/>
                    <a:pt x="16145" y="15777"/>
                    <a:pt x="16142" y="15759"/>
                  </a:cubicBezTo>
                  <a:cubicBezTo>
                    <a:pt x="15992" y="14528"/>
                    <a:pt x="15397" y="12036"/>
                    <a:pt x="14870" y="10421"/>
                  </a:cubicBezTo>
                  <a:cubicBezTo>
                    <a:pt x="14471" y="9198"/>
                    <a:pt x="13999" y="7983"/>
                    <a:pt x="13467" y="6813"/>
                  </a:cubicBezTo>
                  <a:cubicBezTo>
                    <a:pt x="13450" y="6772"/>
                    <a:pt x="13411" y="6749"/>
                    <a:pt x="13369" y="6749"/>
                  </a:cubicBezTo>
                  <a:cubicBezTo>
                    <a:pt x="13354" y="6749"/>
                    <a:pt x="13339" y="6752"/>
                    <a:pt x="13324" y="6759"/>
                  </a:cubicBezTo>
                  <a:cubicBezTo>
                    <a:pt x="13268" y="6784"/>
                    <a:pt x="13244" y="6849"/>
                    <a:pt x="13270" y="6902"/>
                  </a:cubicBezTo>
                  <a:cubicBezTo>
                    <a:pt x="13798" y="8067"/>
                    <a:pt x="14266" y="9274"/>
                    <a:pt x="14663" y="10488"/>
                  </a:cubicBezTo>
                  <a:cubicBezTo>
                    <a:pt x="15184" y="12081"/>
                    <a:pt x="15768" y="14532"/>
                    <a:pt x="15922" y="15758"/>
                  </a:cubicBezTo>
                  <a:lnTo>
                    <a:pt x="15922" y="15759"/>
                  </a:lnTo>
                  <a:cubicBezTo>
                    <a:pt x="15913" y="15922"/>
                    <a:pt x="15892" y="16063"/>
                    <a:pt x="15857" y="16191"/>
                  </a:cubicBezTo>
                  <a:cubicBezTo>
                    <a:pt x="15837" y="16265"/>
                    <a:pt x="15809" y="16335"/>
                    <a:pt x="15778" y="16400"/>
                  </a:cubicBezTo>
                  <a:cubicBezTo>
                    <a:pt x="15612" y="16740"/>
                    <a:pt x="15277" y="16972"/>
                    <a:pt x="14629" y="17228"/>
                  </a:cubicBezTo>
                  <a:cubicBezTo>
                    <a:pt x="12996" y="17876"/>
                    <a:pt x="11749" y="18129"/>
                    <a:pt x="10007" y="18494"/>
                  </a:cubicBezTo>
                  <a:cubicBezTo>
                    <a:pt x="9413" y="18620"/>
                    <a:pt x="8643" y="18759"/>
                    <a:pt x="7635" y="18829"/>
                  </a:cubicBezTo>
                  <a:cubicBezTo>
                    <a:pt x="7298" y="18851"/>
                    <a:pt x="6973" y="18882"/>
                    <a:pt x="6672" y="18882"/>
                  </a:cubicBezTo>
                  <a:cubicBezTo>
                    <a:pt x="6284" y="18882"/>
                    <a:pt x="5936" y="18831"/>
                    <a:pt x="5658" y="18651"/>
                  </a:cubicBezTo>
                  <a:cubicBezTo>
                    <a:pt x="5626" y="18631"/>
                    <a:pt x="5597" y="18609"/>
                    <a:pt x="5567" y="18587"/>
                  </a:cubicBezTo>
                  <a:cubicBezTo>
                    <a:pt x="5511" y="18543"/>
                    <a:pt x="5457" y="18491"/>
                    <a:pt x="5408" y="18432"/>
                  </a:cubicBezTo>
                  <a:cubicBezTo>
                    <a:pt x="5363" y="18378"/>
                    <a:pt x="5322" y="18320"/>
                    <a:pt x="5282" y="18256"/>
                  </a:cubicBezTo>
                  <a:cubicBezTo>
                    <a:pt x="5270" y="18234"/>
                    <a:pt x="5258" y="18213"/>
                    <a:pt x="5247" y="18192"/>
                  </a:cubicBezTo>
                  <a:cubicBezTo>
                    <a:pt x="5247" y="18192"/>
                    <a:pt x="5245" y="18192"/>
                    <a:pt x="5245" y="18190"/>
                  </a:cubicBezTo>
                  <a:cubicBezTo>
                    <a:pt x="4527" y="15454"/>
                    <a:pt x="3879" y="11550"/>
                    <a:pt x="4025" y="8851"/>
                  </a:cubicBezTo>
                  <a:cubicBezTo>
                    <a:pt x="4028" y="8791"/>
                    <a:pt x="3982" y="8739"/>
                    <a:pt x="3922" y="8736"/>
                  </a:cubicBezTo>
                  <a:cubicBezTo>
                    <a:pt x="3920" y="8736"/>
                    <a:pt x="3917" y="8736"/>
                    <a:pt x="3914" y="8736"/>
                  </a:cubicBezTo>
                  <a:cubicBezTo>
                    <a:pt x="3856" y="8736"/>
                    <a:pt x="3810" y="8782"/>
                    <a:pt x="3807" y="8840"/>
                  </a:cubicBezTo>
                  <a:cubicBezTo>
                    <a:pt x="3666" y="11463"/>
                    <a:pt x="4266" y="15210"/>
                    <a:pt x="4955" y="17942"/>
                  </a:cubicBezTo>
                  <a:lnTo>
                    <a:pt x="4955" y="17945"/>
                  </a:lnTo>
                  <a:cubicBezTo>
                    <a:pt x="5068" y="18651"/>
                    <a:pt x="5476" y="20288"/>
                    <a:pt x="5468" y="20697"/>
                  </a:cubicBezTo>
                  <a:cubicBezTo>
                    <a:pt x="5467" y="20747"/>
                    <a:pt x="5463" y="20794"/>
                    <a:pt x="5455" y="20840"/>
                  </a:cubicBezTo>
                  <a:cubicBezTo>
                    <a:pt x="5442" y="20919"/>
                    <a:pt x="5420" y="20992"/>
                    <a:pt x="5391" y="21062"/>
                  </a:cubicBezTo>
                  <a:cubicBezTo>
                    <a:pt x="5172" y="21557"/>
                    <a:pt x="4539" y="21794"/>
                    <a:pt x="4017" y="21838"/>
                  </a:cubicBezTo>
                  <a:cubicBezTo>
                    <a:pt x="3954" y="21843"/>
                    <a:pt x="3894" y="21846"/>
                    <a:pt x="3835" y="21846"/>
                  </a:cubicBezTo>
                  <a:cubicBezTo>
                    <a:pt x="3511" y="21846"/>
                    <a:pt x="3255" y="21761"/>
                    <a:pt x="3040" y="21572"/>
                  </a:cubicBezTo>
                  <a:cubicBezTo>
                    <a:pt x="2967" y="21509"/>
                    <a:pt x="2899" y="21435"/>
                    <a:pt x="2835" y="21348"/>
                  </a:cubicBezTo>
                  <a:lnTo>
                    <a:pt x="2835" y="21346"/>
                  </a:lnTo>
                  <a:cubicBezTo>
                    <a:pt x="2792" y="21293"/>
                    <a:pt x="2755" y="21234"/>
                    <a:pt x="2717" y="21171"/>
                  </a:cubicBezTo>
                  <a:cubicBezTo>
                    <a:pt x="1366" y="18910"/>
                    <a:pt x="663" y="16066"/>
                    <a:pt x="376" y="13459"/>
                  </a:cubicBezTo>
                  <a:cubicBezTo>
                    <a:pt x="239" y="12235"/>
                    <a:pt x="215" y="10963"/>
                    <a:pt x="370" y="9725"/>
                  </a:cubicBezTo>
                  <a:lnTo>
                    <a:pt x="370" y="9725"/>
                  </a:lnTo>
                  <a:cubicBezTo>
                    <a:pt x="406" y="9739"/>
                    <a:pt x="446" y="9747"/>
                    <a:pt x="487" y="9747"/>
                  </a:cubicBezTo>
                  <a:cubicBezTo>
                    <a:pt x="561" y="9747"/>
                    <a:pt x="630" y="9723"/>
                    <a:pt x="688" y="9678"/>
                  </a:cubicBezTo>
                  <a:lnTo>
                    <a:pt x="1770" y="8858"/>
                  </a:lnTo>
                  <a:lnTo>
                    <a:pt x="3023" y="9386"/>
                  </a:lnTo>
                  <a:cubicBezTo>
                    <a:pt x="3065" y="9403"/>
                    <a:pt x="3107" y="9411"/>
                    <a:pt x="3153" y="9411"/>
                  </a:cubicBezTo>
                  <a:cubicBezTo>
                    <a:pt x="3246" y="9411"/>
                    <a:pt x="3338" y="9370"/>
                    <a:pt x="3400" y="9298"/>
                  </a:cubicBezTo>
                  <a:cubicBezTo>
                    <a:pt x="3463" y="9228"/>
                    <a:pt x="3494" y="9135"/>
                    <a:pt x="3480" y="9040"/>
                  </a:cubicBezTo>
                  <a:lnTo>
                    <a:pt x="3311" y="7690"/>
                  </a:lnTo>
                  <a:lnTo>
                    <a:pt x="4395" y="6868"/>
                  </a:lnTo>
                  <a:cubicBezTo>
                    <a:pt x="4490" y="6794"/>
                    <a:pt x="4538" y="6679"/>
                    <a:pt x="4523" y="6561"/>
                  </a:cubicBezTo>
                  <a:cubicBezTo>
                    <a:pt x="4507" y="6444"/>
                    <a:pt x="4433" y="6345"/>
                    <a:pt x="4323" y="6298"/>
                  </a:cubicBezTo>
                  <a:lnTo>
                    <a:pt x="3070" y="5770"/>
                  </a:lnTo>
                  <a:lnTo>
                    <a:pt x="2898" y="4422"/>
                  </a:lnTo>
                  <a:cubicBezTo>
                    <a:pt x="2897" y="4403"/>
                    <a:pt x="2891" y="4358"/>
                    <a:pt x="2857" y="4311"/>
                  </a:cubicBezTo>
                  <a:cubicBezTo>
                    <a:pt x="2850" y="4300"/>
                    <a:pt x="2840" y="4288"/>
                    <a:pt x="2829" y="4279"/>
                  </a:cubicBezTo>
                  <a:cubicBezTo>
                    <a:pt x="3278" y="3820"/>
                    <a:pt x="3780" y="3415"/>
                    <a:pt x="4319" y="3067"/>
                  </a:cubicBezTo>
                  <a:cubicBezTo>
                    <a:pt x="4692" y="4329"/>
                    <a:pt x="5978" y="5466"/>
                    <a:pt x="7121" y="6036"/>
                  </a:cubicBezTo>
                  <a:lnTo>
                    <a:pt x="7205" y="6077"/>
                  </a:lnTo>
                  <a:cubicBezTo>
                    <a:pt x="7413" y="6183"/>
                    <a:pt x="7642" y="6300"/>
                    <a:pt x="7883" y="6345"/>
                  </a:cubicBezTo>
                  <a:cubicBezTo>
                    <a:pt x="7859" y="6410"/>
                    <a:pt x="7851" y="6480"/>
                    <a:pt x="7859" y="6552"/>
                  </a:cubicBezTo>
                  <a:lnTo>
                    <a:pt x="7990" y="7677"/>
                  </a:lnTo>
                  <a:cubicBezTo>
                    <a:pt x="8018" y="7908"/>
                    <a:pt x="8212" y="8080"/>
                    <a:pt x="8443" y="8080"/>
                  </a:cubicBezTo>
                  <a:cubicBezTo>
                    <a:pt x="8474" y="8080"/>
                    <a:pt x="8508" y="8077"/>
                    <a:pt x="8539" y="8070"/>
                  </a:cubicBezTo>
                  <a:lnTo>
                    <a:pt x="10443" y="16939"/>
                  </a:lnTo>
                  <a:lnTo>
                    <a:pt x="10487" y="17153"/>
                  </a:lnTo>
                  <a:lnTo>
                    <a:pt x="10710" y="18189"/>
                  </a:lnTo>
                  <a:cubicBezTo>
                    <a:pt x="10721" y="18239"/>
                    <a:pt x="10766" y="18276"/>
                    <a:pt x="10817" y="18276"/>
                  </a:cubicBezTo>
                  <a:cubicBezTo>
                    <a:pt x="10824" y="18276"/>
                    <a:pt x="10831" y="18274"/>
                    <a:pt x="10839" y="18272"/>
                  </a:cubicBezTo>
                  <a:cubicBezTo>
                    <a:pt x="10898" y="18260"/>
                    <a:pt x="10935" y="18202"/>
                    <a:pt x="10923" y="18143"/>
                  </a:cubicBezTo>
                  <a:lnTo>
                    <a:pt x="10701" y="17109"/>
                  </a:lnTo>
                  <a:lnTo>
                    <a:pt x="10656" y="16895"/>
                  </a:lnTo>
                  <a:lnTo>
                    <a:pt x="8754" y="8025"/>
                  </a:lnTo>
                  <a:cubicBezTo>
                    <a:pt x="8879" y="7997"/>
                    <a:pt x="8989" y="7919"/>
                    <a:pt x="9053" y="7808"/>
                  </a:cubicBezTo>
                  <a:cubicBezTo>
                    <a:pt x="9117" y="7697"/>
                    <a:pt x="9132" y="7563"/>
                    <a:pt x="9093" y="7440"/>
                  </a:cubicBezTo>
                  <a:lnTo>
                    <a:pt x="8751" y="6361"/>
                  </a:lnTo>
                  <a:cubicBezTo>
                    <a:pt x="8729" y="6292"/>
                    <a:pt x="8693" y="6233"/>
                    <a:pt x="8646" y="6183"/>
                  </a:cubicBezTo>
                  <a:cubicBezTo>
                    <a:pt x="8648" y="6183"/>
                    <a:pt x="8650" y="6182"/>
                    <a:pt x="8652" y="6180"/>
                  </a:cubicBezTo>
                  <a:cubicBezTo>
                    <a:pt x="9443" y="5568"/>
                    <a:pt x="10572" y="3766"/>
                    <a:pt x="10616" y="2224"/>
                  </a:cubicBezTo>
                  <a:cubicBezTo>
                    <a:pt x="10620" y="2036"/>
                    <a:pt x="10612" y="1856"/>
                    <a:pt x="10584" y="1685"/>
                  </a:cubicBezTo>
                  <a:close/>
                  <a:moveTo>
                    <a:pt x="5537" y="21256"/>
                  </a:moveTo>
                  <a:cubicBezTo>
                    <a:pt x="5677" y="21541"/>
                    <a:pt x="5672" y="21959"/>
                    <a:pt x="5669" y="22226"/>
                  </a:cubicBezTo>
                  <a:cubicBezTo>
                    <a:pt x="5661" y="22955"/>
                    <a:pt x="5027" y="23224"/>
                    <a:pt x="4384" y="23224"/>
                  </a:cubicBezTo>
                  <a:cubicBezTo>
                    <a:pt x="4347" y="23224"/>
                    <a:pt x="4309" y="23223"/>
                    <a:pt x="4269" y="23220"/>
                  </a:cubicBezTo>
                  <a:cubicBezTo>
                    <a:pt x="3695" y="23193"/>
                    <a:pt x="3446" y="22891"/>
                    <a:pt x="3246" y="22377"/>
                  </a:cubicBezTo>
                  <a:cubicBezTo>
                    <a:pt x="3195" y="22248"/>
                    <a:pt x="3145" y="22052"/>
                    <a:pt x="3107" y="21887"/>
                  </a:cubicBezTo>
                  <a:lnTo>
                    <a:pt x="3107" y="21887"/>
                  </a:lnTo>
                  <a:cubicBezTo>
                    <a:pt x="3316" y="22007"/>
                    <a:pt x="3556" y="22065"/>
                    <a:pt x="3836" y="22065"/>
                  </a:cubicBezTo>
                  <a:cubicBezTo>
                    <a:pt x="3899" y="22065"/>
                    <a:pt x="3968" y="22062"/>
                    <a:pt x="4036" y="22055"/>
                  </a:cubicBezTo>
                  <a:cubicBezTo>
                    <a:pt x="4646" y="22004"/>
                    <a:pt x="5262" y="21740"/>
                    <a:pt x="5537" y="21256"/>
                  </a:cubicBezTo>
                  <a:close/>
                  <a:moveTo>
                    <a:pt x="8998" y="1"/>
                  </a:moveTo>
                  <a:cubicBezTo>
                    <a:pt x="8937" y="1"/>
                    <a:pt x="8878" y="4"/>
                    <a:pt x="8819" y="15"/>
                  </a:cubicBezTo>
                  <a:cubicBezTo>
                    <a:pt x="8809" y="15"/>
                    <a:pt x="8800" y="16"/>
                    <a:pt x="8789" y="19"/>
                  </a:cubicBezTo>
                  <a:lnTo>
                    <a:pt x="8782" y="19"/>
                  </a:lnTo>
                  <a:cubicBezTo>
                    <a:pt x="8753" y="23"/>
                    <a:pt x="8726" y="30"/>
                    <a:pt x="8697" y="36"/>
                  </a:cubicBezTo>
                  <a:cubicBezTo>
                    <a:pt x="8678" y="41"/>
                    <a:pt x="8658" y="45"/>
                    <a:pt x="8638" y="52"/>
                  </a:cubicBezTo>
                  <a:cubicBezTo>
                    <a:pt x="8558" y="74"/>
                    <a:pt x="8478" y="103"/>
                    <a:pt x="8398" y="140"/>
                  </a:cubicBezTo>
                  <a:cubicBezTo>
                    <a:pt x="8367" y="155"/>
                    <a:pt x="8335" y="170"/>
                    <a:pt x="8303" y="188"/>
                  </a:cubicBezTo>
                  <a:cubicBezTo>
                    <a:pt x="8270" y="205"/>
                    <a:pt x="8236" y="224"/>
                    <a:pt x="8202" y="244"/>
                  </a:cubicBezTo>
                  <a:cubicBezTo>
                    <a:pt x="7928" y="414"/>
                    <a:pt x="7466" y="865"/>
                    <a:pt x="7462" y="869"/>
                  </a:cubicBezTo>
                  <a:cubicBezTo>
                    <a:pt x="7289" y="1038"/>
                    <a:pt x="7153" y="1060"/>
                    <a:pt x="7055" y="1060"/>
                  </a:cubicBezTo>
                  <a:cubicBezTo>
                    <a:pt x="6900" y="1060"/>
                    <a:pt x="6730" y="1001"/>
                    <a:pt x="6532" y="929"/>
                  </a:cubicBezTo>
                  <a:cubicBezTo>
                    <a:pt x="6267" y="835"/>
                    <a:pt x="5969" y="729"/>
                    <a:pt x="5610" y="729"/>
                  </a:cubicBezTo>
                  <a:lnTo>
                    <a:pt x="5582" y="729"/>
                  </a:lnTo>
                  <a:cubicBezTo>
                    <a:pt x="5459" y="731"/>
                    <a:pt x="5340" y="748"/>
                    <a:pt x="5229" y="781"/>
                  </a:cubicBezTo>
                  <a:cubicBezTo>
                    <a:pt x="5217" y="784"/>
                    <a:pt x="5206" y="789"/>
                    <a:pt x="5195" y="793"/>
                  </a:cubicBezTo>
                  <a:cubicBezTo>
                    <a:pt x="4577" y="983"/>
                    <a:pt x="4185" y="1646"/>
                    <a:pt x="4215" y="2451"/>
                  </a:cubicBezTo>
                  <a:cubicBezTo>
                    <a:pt x="4218" y="2510"/>
                    <a:pt x="4224" y="2572"/>
                    <a:pt x="4232" y="2646"/>
                  </a:cubicBezTo>
                  <a:cubicBezTo>
                    <a:pt x="4239" y="2712"/>
                    <a:pt x="4250" y="2777"/>
                    <a:pt x="4265" y="2841"/>
                  </a:cubicBezTo>
                  <a:cubicBezTo>
                    <a:pt x="3621" y="3250"/>
                    <a:pt x="3031" y="3735"/>
                    <a:pt x="2519" y="4286"/>
                  </a:cubicBezTo>
                  <a:cubicBezTo>
                    <a:pt x="2270" y="4551"/>
                    <a:pt x="2038" y="4835"/>
                    <a:pt x="1832" y="5127"/>
                  </a:cubicBezTo>
                  <a:cubicBezTo>
                    <a:pt x="1705" y="5305"/>
                    <a:pt x="1595" y="5474"/>
                    <a:pt x="1492" y="5645"/>
                  </a:cubicBezTo>
                  <a:cubicBezTo>
                    <a:pt x="1489" y="5650"/>
                    <a:pt x="1488" y="5653"/>
                    <a:pt x="1484" y="5657"/>
                  </a:cubicBezTo>
                  <a:cubicBezTo>
                    <a:pt x="1353" y="5874"/>
                    <a:pt x="1229" y="6100"/>
                    <a:pt x="1117" y="6333"/>
                  </a:cubicBezTo>
                  <a:cubicBezTo>
                    <a:pt x="1005" y="6561"/>
                    <a:pt x="902" y="6796"/>
                    <a:pt x="808" y="7038"/>
                  </a:cubicBezTo>
                  <a:cubicBezTo>
                    <a:pt x="720" y="7260"/>
                    <a:pt x="641" y="7488"/>
                    <a:pt x="569" y="7720"/>
                  </a:cubicBezTo>
                  <a:cubicBezTo>
                    <a:pt x="568" y="7722"/>
                    <a:pt x="568" y="7725"/>
                    <a:pt x="566" y="7728"/>
                  </a:cubicBezTo>
                  <a:cubicBezTo>
                    <a:pt x="398" y="8273"/>
                    <a:pt x="270" y="8855"/>
                    <a:pt x="185" y="9459"/>
                  </a:cubicBezTo>
                  <a:lnTo>
                    <a:pt x="185" y="9462"/>
                  </a:lnTo>
                  <a:cubicBezTo>
                    <a:pt x="8" y="10686"/>
                    <a:pt x="1" y="12038"/>
                    <a:pt x="160" y="13482"/>
                  </a:cubicBezTo>
                  <a:cubicBezTo>
                    <a:pt x="397" y="15629"/>
                    <a:pt x="1001" y="18725"/>
                    <a:pt x="2529" y="21280"/>
                  </a:cubicBezTo>
                  <a:cubicBezTo>
                    <a:pt x="2624" y="21441"/>
                    <a:pt x="2727" y="21575"/>
                    <a:pt x="2841" y="21685"/>
                  </a:cubicBezTo>
                  <a:cubicBezTo>
                    <a:pt x="2871" y="21837"/>
                    <a:pt x="2954" y="22227"/>
                    <a:pt x="3042" y="22456"/>
                  </a:cubicBezTo>
                  <a:cubicBezTo>
                    <a:pt x="3233" y="22945"/>
                    <a:pt x="3511" y="23403"/>
                    <a:pt x="4260" y="23438"/>
                  </a:cubicBezTo>
                  <a:cubicBezTo>
                    <a:pt x="4301" y="23440"/>
                    <a:pt x="4343" y="23441"/>
                    <a:pt x="4385" y="23441"/>
                  </a:cubicBezTo>
                  <a:cubicBezTo>
                    <a:pt x="5304" y="23441"/>
                    <a:pt x="5880" y="22976"/>
                    <a:pt x="5888" y="22227"/>
                  </a:cubicBezTo>
                  <a:cubicBezTo>
                    <a:pt x="5892" y="21891"/>
                    <a:pt x="5899" y="21345"/>
                    <a:pt x="5640" y="21011"/>
                  </a:cubicBezTo>
                  <a:cubicBezTo>
                    <a:pt x="5669" y="20914"/>
                    <a:pt x="5686" y="20811"/>
                    <a:pt x="5687" y="20702"/>
                  </a:cubicBezTo>
                  <a:cubicBezTo>
                    <a:pt x="5691" y="20445"/>
                    <a:pt x="5574" y="19870"/>
                    <a:pt x="5393" y="19019"/>
                  </a:cubicBezTo>
                  <a:cubicBezTo>
                    <a:pt x="5367" y="18894"/>
                    <a:pt x="5340" y="18770"/>
                    <a:pt x="5314" y="18652"/>
                  </a:cubicBezTo>
                  <a:lnTo>
                    <a:pt x="5314" y="18652"/>
                  </a:lnTo>
                  <a:cubicBezTo>
                    <a:pt x="5325" y="18663"/>
                    <a:pt x="5336" y="18674"/>
                    <a:pt x="5350" y="18685"/>
                  </a:cubicBezTo>
                  <a:cubicBezTo>
                    <a:pt x="5356" y="18726"/>
                    <a:pt x="5367" y="18769"/>
                    <a:pt x="5386" y="18815"/>
                  </a:cubicBezTo>
                  <a:cubicBezTo>
                    <a:pt x="5415" y="18884"/>
                    <a:pt x="5555" y="19158"/>
                    <a:pt x="5598" y="19237"/>
                  </a:cubicBezTo>
                  <a:cubicBezTo>
                    <a:pt x="6126" y="20198"/>
                    <a:pt x="6621" y="20626"/>
                    <a:pt x="8156" y="20626"/>
                  </a:cubicBezTo>
                  <a:cubicBezTo>
                    <a:pt x="8303" y="20626"/>
                    <a:pt x="8463" y="20623"/>
                    <a:pt x="8632" y="20613"/>
                  </a:cubicBezTo>
                  <a:lnTo>
                    <a:pt x="8640" y="20613"/>
                  </a:lnTo>
                  <a:cubicBezTo>
                    <a:pt x="9724" y="20518"/>
                    <a:pt x="10862" y="20327"/>
                    <a:pt x="12020" y="20045"/>
                  </a:cubicBezTo>
                  <a:cubicBezTo>
                    <a:pt x="13731" y="19628"/>
                    <a:pt x="15530" y="19037"/>
                    <a:pt x="15881" y="17810"/>
                  </a:cubicBezTo>
                  <a:cubicBezTo>
                    <a:pt x="15995" y="17413"/>
                    <a:pt x="16048" y="16811"/>
                    <a:pt x="16030" y="16480"/>
                  </a:cubicBezTo>
                  <a:cubicBezTo>
                    <a:pt x="16028" y="16452"/>
                    <a:pt x="16026" y="16426"/>
                    <a:pt x="16019" y="16401"/>
                  </a:cubicBezTo>
                  <a:cubicBezTo>
                    <a:pt x="16026" y="16386"/>
                    <a:pt x="16031" y="16371"/>
                    <a:pt x="16037" y="16357"/>
                  </a:cubicBezTo>
                  <a:cubicBezTo>
                    <a:pt x="16059" y="16463"/>
                    <a:pt x="16088" y="16595"/>
                    <a:pt x="16123" y="16764"/>
                  </a:cubicBezTo>
                  <a:cubicBezTo>
                    <a:pt x="16126" y="16783"/>
                    <a:pt x="16133" y="16803"/>
                    <a:pt x="16143" y="16818"/>
                  </a:cubicBezTo>
                  <a:cubicBezTo>
                    <a:pt x="16166" y="16936"/>
                    <a:pt x="16190" y="17049"/>
                    <a:pt x="16213" y="17156"/>
                  </a:cubicBezTo>
                  <a:cubicBezTo>
                    <a:pt x="16335" y="17771"/>
                    <a:pt x="16443" y="18304"/>
                    <a:pt x="16733" y="18642"/>
                  </a:cubicBezTo>
                  <a:cubicBezTo>
                    <a:pt x="16625" y="19153"/>
                    <a:pt x="16917" y="19883"/>
                    <a:pt x="17112" y="20140"/>
                  </a:cubicBezTo>
                  <a:cubicBezTo>
                    <a:pt x="17305" y="20393"/>
                    <a:pt x="17602" y="20528"/>
                    <a:pt x="17972" y="20528"/>
                  </a:cubicBezTo>
                  <a:cubicBezTo>
                    <a:pt x="18428" y="20528"/>
                    <a:pt x="18910" y="20328"/>
                    <a:pt x="19211" y="20140"/>
                  </a:cubicBezTo>
                  <a:cubicBezTo>
                    <a:pt x="19888" y="19718"/>
                    <a:pt x="19669" y="18671"/>
                    <a:pt x="19537" y="18107"/>
                  </a:cubicBezTo>
                  <a:cubicBezTo>
                    <a:pt x="19583" y="17998"/>
                    <a:pt x="19616" y="17881"/>
                    <a:pt x="19635" y="17756"/>
                  </a:cubicBezTo>
                  <a:lnTo>
                    <a:pt x="19635" y="17757"/>
                  </a:lnTo>
                  <a:cubicBezTo>
                    <a:pt x="19739" y="17078"/>
                    <a:pt x="19730" y="16441"/>
                    <a:pt x="19711" y="15962"/>
                  </a:cubicBezTo>
                  <a:cubicBezTo>
                    <a:pt x="19709" y="15894"/>
                    <a:pt x="19706" y="15829"/>
                    <a:pt x="19702" y="15766"/>
                  </a:cubicBezTo>
                  <a:cubicBezTo>
                    <a:pt x="19700" y="15695"/>
                    <a:pt x="19698" y="15630"/>
                    <a:pt x="19695" y="15568"/>
                  </a:cubicBezTo>
                  <a:cubicBezTo>
                    <a:pt x="19575" y="11831"/>
                    <a:pt x="18602" y="8391"/>
                    <a:pt x="16957" y="5884"/>
                  </a:cubicBezTo>
                  <a:cubicBezTo>
                    <a:pt x="16653" y="5418"/>
                    <a:pt x="16313" y="4967"/>
                    <a:pt x="15946" y="4547"/>
                  </a:cubicBezTo>
                  <a:cubicBezTo>
                    <a:pt x="15939" y="4536"/>
                    <a:pt x="15929" y="4525"/>
                    <a:pt x="15918" y="4514"/>
                  </a:cubicBezTo>
                  <a:lnTo>
                    <a:pt x="15907" y="4502"/>
                  </a:lnTo>
                  <a:cubicBezTo>
                    <a:pt x="15792" y="4371"/>
                    <a:pt x="15676" y="4245"/>
                    <a:pt x="15554" y="4124"/>
                  </a:cubicBezTo>
                  <a:cubicBezTo>
                    <a:pt x="15306" y="3865"/>
                    <a:pt x="15046" y="3623"/>
                    <a:pt x="14779" y="3402"/>
                  </a:cubicBezTo>
                  <a:cubicBezTo>
                    <a:pt x="14561" y="3219"/>
                    <a:pt x="14336" y="3049"/>
                    <a:pt x="14108" y="2891"/>
                  </a:cubicBezTo>
                  <a:cubicBezTo>
                    <a:pt x="13669" y="2586"/>
                    <a:pt x="13204" y="2322"/>
                    <a:pt x="12727" y="2103"/>
                  </a:cubicBezTo>
                  <a:cubicBezTo>
                    <a:pt x="12027" y="1785"/>
                    <a:pt x="11294" y="1569"/>
                    <a:pt x="10541" y="1458"/>
                  </a:cubicBezTo>
                  <a:cubicBezTo>
                    <a:pt x="10430" y="1013"/>
                    <a:pt x="10201" y="638"/>
                    <a:pt x="9856" y="338"/>
                  </a:cubicBezTo>
                  <a:cubicBezTo>
                    <a:pt x="9603" y="118"/>
                    <a:pt x="9306" y="1"/>
                    <a:pt x="8998"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648" name="Google Shape;788;p24">
            <a:extLst>
              <a:ext uri="{FF2B5EF4-FFF2-40B4-BE49-F238E27FC236}">
                <a16:creationId xmlns:a16="http://schemas.microsoft.com/office/drawing/2014/main" id="{C9EA459E-9A95-92C3-F802-B53EE2D8983D}"/>
              </a:ext>
            </a:extLst>
          </p:cNvPr>
          <p:cNvGrpSpPr/>
          <p:nvPr/>
        </p:nvGrpSpPr>
        <p:grpSpPr>
          <a:xfrm>
            <a:off x="2393795" y="4430751"/>
            <a:ext cx="587297" cy="519355"/>
            <a:chOff x="726125" y="238125"/>
            <a:chExt cx="6167750" cy="5238750"/>
          </a:xfrm>
        </p:grpSpPr>
        <p:sp>
          <p:nvSpPr>
            <p:cNvPr id="649" name="Google Shape;789;p24">
              <a:extLst>
                <a:ext uri="{FF2B5EF4-FFF2-40B4-BE49-F238E27FC236}">
                  <a16:creationId xmlns:a16="http://schemas.microsoft.com/office/drawing/2014/main" id="{8BA308B0-4D7C-FBE3-EB3B-07606F7583F0}"/>
                </a:ext>
              </a:extLst>
            </p:cNvPr>
            <p:cNvSpPr/>
            <p:nvPr/>
          </p:nvSpPr>
          <p:spPr>
            <a:xfrm>
              <a:off x="726125" y="238125"/>
              <a:ext cx="6167750" cy="5238750"/>
            </a:xfrm>
            <a:custGeom>
              <a:avLst/>
              <a:gdLst/>
              <a:ahLst/>
              <a:cxnLst/>
              <a:rect l="l" t="t" r="r" b="b"/>
              <a:pathLst>
                <a:path w="246710" h="209550" extrusionOk="0">
                  <a:moveTo>
                    <a:pt x="113232" y="0"/>
                  </a:moveTo>
                  <a:lnTo>
                    <a:pt x="112679" y="26"/>
                  </a:lnTo>
                  <a:lnTo>
                    <a:pt x="112140" y="66"/>
                  </a:lnTo>
                  <a:lnTo>
                    <a:pt x="111587" y="118"/>
                  </a:lnTo>
                  <a:lnTo>
                    <a:pt x="111047" y="171"/>
                  </a:lnTo>
                  <a:lnTo>
                    <a:pt x="110507" y="250"/>
                  </a:lnTo>
                  <a:lnTo>
                    <a:pt x="109981" y="342"/>
                  </a:lnTo>
                  <a:lnTo>
                    <a:pt x="109441" y="448"/>
                  </a:lnTo>
                  <a:lnTo>
                    <a:pt x="108915" y="566"/>
                  </a:lnTo>
                  <a:lnTo>
                    <a:pt x="108388" y="698"/>
                  </a:lnTo>
                  <a:lnTo>
                    <a:pt x="107875" y="842"/>
                  </a:lnTo>
                  <a:lnTo>
                    <a:pt x="107361" y="1000"/>
                  </a:lnTo>
                  <a:lnTo>
                    <a:pt x="106848" y="1172"/>
                  </a:lnTo>
                  <a:lnTo>
                    <a:pt x="106335" y="1356"/>
                  </a:lnTo>
                  <a:lnTo>
                    <a:pt x="105834" y="1553"/>
                  </a:lnTo>
                  <a:lnTo>
                    <a:pt x="105347" y="1764"/>
                  </a:lnTo>
                  <a:lnTo>
                    <a:pt x="104847" y="1988"/>
                  </a:lnTo>
                  <a:lnTo>
                    <a:pt x="104373" y="2211"/>
                  </a:lnTo>
                  <a:lnTo>
                    <a:pt x="103886" y="2462"/>
                  </a:lnTo>
                  <a:lnTo>
                    <a:pt x="103412" y="2725"/>
                  </a:lnTo>
                  <a:lnTo>
                    <a:pt x="102952" y="2988"/>
                  </a:lnTo>
                  <a:lnTo>
                    <a:pt x="102491" y="3278"/>
                  </a:lnTo>
                  <a:lnTo>
                    <a:pt x="102043" y="3567"/>
                  </a:lnTo>
                  <a:lnTo>
                    <a:pt x="101596" y="3870"/>
                  </a:lnTo>
                  <a:lnTo>
                    <a:pt x="101161" y="4186"/>
                  </a:lnTo>
                  <a:lnTo>
                    <a:pt x="100740" y="4515"/>
                  </a:lnTo>
                  <a:lnTo>
                    <a:pt x="100319" y="4857"/>
                  </a:lnTo>
                  <a:lnTo>
                    <a:pt x="99898" y="5200"/>
                  </a:lnTo>
                  <a:lnTo>
                    <a:pt x="99503" y="5568"/>
                  </a:lnTo>
                  <a:lnTo>
                    <a:pt x="99108" y="5937"/>
                  </a:lnTo>
                  <a:lnTo>
                    <a:pt x="98726" y="6318"/>
                  </a:lnTo>
                  <a:lnTo>
                    <a:pt x="98344" y="6713"/>
                  </a:lnTo>
                  <a:lnTo>
                    <a:pt x="97923" y="6371"/>
                  </a:lnTo>
                  <a:lnTo>
                    <a:pt x="97489" y="6042"/>
                  </a:lnTo>
                  <a:lnTo>
                    <a:pt x="97068" y="5713"/>
                  </a:lnTo>
                  <a:lnTo>
                    <a:pt x="96620" y="5397"/>
                  </a:lnTo>
                  <a:lnTo>
                    <a:pt x="96186" y="5094"/>
                  </a:lnTo>
                  <a:lnTo>
                    <a:pt x="95738" y="4792"/>
                  </a:lnTo>
                  <a:lnTo>
                    <a:pt x="95277" y="4502"/>
                  </a:lnTo>
                  <a:lnTo>
                    <a:pt x="94817" y="4225"/>
                  </a:lnTo>
                  <a:lnTo>
                    <a:pt x="94356" y="3949"/>
                  </a:lnTo>
                  <a:lnTo>
                    <a:pt x="93895" y="3699"/>
                  </a:lnTo>
                  <a:lnTo>
                    <a:pt x="93421" y="3449"/>
                  </a:lnTo>
                  <a:lnTo>
                    <a:pt x="92934" y="3199"/>
                  </a:lnTo>
                  <a:lnTo>
                    <a:pt x="92460" y="2962"/>
                  </a:lnTo>
                  <a:lnTo>
                    <a:pt x="91973" y="2751"/>
                  </a:lnTo>
                  <a:lnTo>
                    <a:pt x="91486" y="2527"/>
                  </a:lnTo>
                  <a:lnTo>
                    <a:pt x="90986" y="2330"/>
                  </a:lnTo>
                  <a:lnTo>
                    <a:pt x="90499" y="2132"/>
                  </a:lnTo>
                  <a:lnTo>
                    <a:pt x="89999" y="1948"/>
                  </a:lnTo>
                  <a:lnTo>
                    <a:pt x="89485" y="1777"/>
                  </a:lnTo>
                  <a:lnTo>
                    <a:pt x="88985" y="1606"/>
                  </a:lnTo>
                  <a:lnTo>
                    <a:pt x="88472" y="1448"/>
                  </a:lnTo>
                  <a:lnTo>
                    <a:pt x="87958" y="1303"/>
                  </a:lnTo>
                  <a:lnTo>
                    <a:pt x="87432" y="1172"/>
                  </a:lnTo>
                  <a:lnTo>
                    <a:pt x="86918" y="1040"/>
                  </a:lnTo>
                  <a:lnTo>
                    <a:pt x="86392" y="921"/>
                  </a:lnTo>
                  <a:lnTo>
                    <a:pt x="85865" y="816"/>
                  </a:lnTo>
                  <a:lnTo>
                    <a:pt x="85326" y="724"/>
                  </a:lnTo>
                  <a:lnTo>
                    <a:pt x="84799" y="632"/>
                  </a:lnTo>
                  <a:lnTo>
                    <a:pt x="84259" y="553"/>
                  </a:lnTo>
                  <a:lnTo>
                    <a:pt x="83720" y="487"/>
                  </a:lnTo>
                  <a:lnTo>
                    <a:pt x="83180" y="434"/>
                  </a:lnTo>
                  <a:lnTo>
                    <a:pt x="82640" y="395"/>
                  </a:lnTo>
                  <a:lnTo>
                    <a:pt x="81956" y="316"/>
                  </a:lnTo>
                  <a:lnTo>
                    <a:pt x="81271" y="276"/>
                  </a:lnTo>
                  <a:lnTo>
                    <a:pt x="80587" y="237"/>
                  </a:lnTo>
                  <a:lnTo>
                    <a:pt x="79718" y="237"/>
                  </a:lnTo>
                  <a:lnTo>
                    <a:pt x="79547" y="263"/>
                  </a:lnTo>
                  <a:lnTo>
                    <a:pt x="79376" y="290"/>
                  </a:lnTo>
                  <a:lnTo>
                    <a:pt x="79205" y="342"/>
                  </a:lnTo>
                  <a:lnTo>
                    <a:pt x="78678" y="369"/>
                  </a:lnTo>
                  <a:lnTo>
                    <a:pt x="78138" y="408"/>
                  </a:lnTo>
                  <a:lnTo>
                    <a:pt x="77612" y="461"/>
                  </a:lnTo>
                  <a:lnTo>
                    <a:pt x="77085" y="513"/>
                  </a:lnTo>
                  <a:lnTo>
                    <a:pt x="76572" y="579"/>
                  </a:lnTo>
                  <a:lnTo>
                    <a:pt x="76045" y="658"/>
                  </a:lnTo>
                  <a:lnTo>
                    <a:pt x="75532" y="750"/>
                  </a:lnTo>
                  <a:lnTo>
                    <a:pt x="75019" y="842"/>
                  </a:lnTo>
                  <a:lnTo>
                    <a:pt x="74505" y="948"/>
                  </a:lnTo>
                  <a:lnTo>
                    <a:pt x="74005" y="1066"/>
                  </a:lnTo>
                  <a:lnTo>
                    <a:pt x="73505" y="1198"/>
                  </a:lnTo>
                  <a:lnTo>
                    <a:pt x="73005" y="1330"/>
                  </a:lnTo>
                  <a:lnTo>
                    <a:pt x="72504" y="1474"/>
                  </a:lnTo>
                  <a:lnTo>
                    <a:pt x="72004" y="1619"/>
                  </a:lnTo>
                  <a:lnTo>
                    <a:pt x="71517" y="1777"/>
                  </a:lnTo>
                  <a:lnTo>
                    <a:pt x="71030" y="1948"/>
                  </a:lnTo>
                  <a:lnTo>
                    <a:pt x="70543" y="2132"/>
                  </a:lnTo>
                  <a:lnTo>
                    <a:pt x="70069" y="2317"/>
                  </a:lnTo>
                  <a:lnTo>
                    <a:pt x="69595" y="2514"/>
                  </a:lnTo>
                  <a:lnTo>
                    <a:pt x="69121" y="2712"/>
                  </a:lnTo>
                  <a:lnTo>
                    <a:pt x="68661" y="2922"/>
                  </a:lnTo>
                  <a:lnTo>
                    <a:pt x="68200" y="3146"/>
                  </a:lnTo>
                  <a:lnTo>
                    <a:pt x="67739" y="3370"/>
                  </a:lnTo>
                  <a:lnTo>
                    <a:pt x="67292" y="3607"/>
                  </a:lnTo>
                  <a:lnTo>
                    <a:pt x="66831" y="3857"/>
                  </a:lnTo>
                  <a:lnTo>
                    <a:pt x="66397" y="4107"/>
                  </a:lnTo>
                  <a:lnTo>
                    <a:pt x="65949" y="4370"/>
                  </a:lnTo>
                  <a:lnTo>
                    <a:pt x="65528" y="4634"/>
                  </a:lnTo>
                  <a:lnTo>
                    <a:pt x="65093" y="4910"/>
                  </a:lnTo>
                  <a:lnTo>
                    <a:pt x="64672" y="5200"/>
                  </a:lnTo>
                  <a:lnTo>
                    <a:pt x="64251" y="5489"/>
                  </a:lnTo>
                  <a:lnTo>
                    <a:pt x="63843" y="5779"/>
                  </a:lnTo>
                  <a:lnTo>
                    <a:pt x="63435" y="6095"/>
                  </a:lnTo>
                  <a:lnTo>
                    <a:pt x="63027" y="6397"/>
                  </a:lnTo>
                  <a:lnTo>
                    <a:pt x="62632" y="6727"/>
                  </a:lnTo>
                  <a:lnTo>
                    <a:pt x="62250" y="7056"/>
                  </a:lnTo>
                  <a:lnTo>
                    <a:pt x="61855" y="7385"/>
                  </a:lnTo>
                  <a:lnTo>
                    <a:pt x="61487" y="7727"/>
                  </a:lnTo>
                  <a:lnTo>
                    <a:pt x="61105" y="8082"/>
                  </a:lnTo>
                  <a:lnTo>
                    <a:pt x="60749" y="8438"/>
                  </a:lnTo>
                  <a:lnTo>
                    <a:pt x="60381" y="8793"/>
                  </a:lnTo>
                  <a:lnTo>
                    <a:pt x="60039" y="9162"/>
                  </a:lnTo>
                  <a:lnTo>
                    <a:pt x="59683" y="9544"/>
                  </a:lnTo>
                  <a:lnTo>
                    <a:pt x="59354" y="9925"/>
                  </a:lnTo>
                  <a:lnTo>
                    <a:pt x="59012" y="10307"/>
                  </a:lnTo>
                  <a:lnTo>
                    <a:pt x="58683" y="10702"/>
                  </a:lnTo>
                  <a:lnTo>
                    <a:pt x="58367" y="11097"/>
                  </a:lnTo>
                  <a:lnTo>
                    <a:pt x="58064" y="11505"/>
                  </a:lnTo>
                  <a:lnTo>
                    <a:pt x="57748" y="11926"/>
                  </a:lnTo>
                  <a:lnTo>
                    <a:pt x="57459" y="12347"/>
                  </a:lnTo>
                  <a:lnTo>
                    <a:pt x="57169" y="12769"/>
                  </a:lnTo>
                  <a:lnTo>
                    <a:pt x="56879" y="13203"/>
                  </a:lnTo>
                  <a:lnTo>
                    <a:pt x="56616" y="13637"/>
                  </a:lnTo>
                  <a:lnTo>
                    <a:pt x="56340" y="14072"/>
                  </a:lnTo>
                  <a:lnTo>
                    <a:pt x="56090" y="14519"/>
                  </a:lnTo>
                  <a:lnTo>
                    <a:pt x="55826" y="14980"/>
                  </a:lnTo>
                  <a:lnTo>
                    <a:pt x="55589" y="15441"/>
                  </a:lnTo>
                  <a:lnTo>
                    <a:pt x="55352" y="15902"/>
                  </a:lnTo>
                  <a:lnTo>
                    <a:pt x="55129" y="16375"/>
                  </a:lnTo>
                  <a:lnTo>
                    <a:pt x="54905" y="16849"/>
                  </a:lnTo>
                  <a:lnTo>
                    <a:pt x="54694" y="17323"/>
                  </a:lnTo>
                  <a:lnTo>
                    <a:pt x="54497" y="17810"/>
                  </a:lnTo>
                  <a:lnTo>
                    <a:pt x="54299" y="18297"/>
                  </a:lnTo>
                  <a:lnTo>
                    <a:pt x="54115" y="18798"/>
                  </a:lnTo>
                  <a:lnTo>
                    <a:pt x="53523" y="18719"/>
                  </a:lnTo>
                  <a:lnTo>
                    <a:pt x="52917" y="18666"/>
                  </a:lnTo>
                  <a:lnTo>
                    <a:pt x="52220" y="18587"/>
                  </a:lnTo>
                  <a:lnTo>
                    <a:pt x="51522" y="18534"/>
                  </a:lnTo>
                  <a:lnTo>
                    <a:pt x="50811" y="18495"/>
                  </a:lnTo>
                  <a:lnTo>
                    <a:pt x="50113" y="18482"/>
                  </a:lnTo>
                  <a:lnTo>
                    <a:pt x="49521" y="18495"/>
                  </a:lnTo>
                  <a:lnTo>
                    <a:pt x="48916" y="18521"/>
                  </a:lnTo>
                  <a:lnTo>
                    <a:pt x="48336" y="18561"/>
                  </a:lnTo>
                  <a:lnTo>
                    <a:pt x="47744" y="18613"/>
                  </a:lnTo>
                  <a:lnTo>
                    <a:pt x="47165" y="18679"/>
                  </a:lnTo>
                  <a:lnTo>
                    <a:pt x="46586" y="18758"/>
                  </a:lnTo>
                  <a:lnTo>
                    <a:pt x="46006" y="18850"/>
                  </a:lnTo>
                  <a:lnTo>
                    <a:pt x="45440" y="18955"/>
                  </a:lnTo>
                  <a:lnTo>
                    <a:pt x="44874" y="19087"/>
                  </a:lnTo>
                  <a:lnTo>
                    <a:pt x="44321" y="19219"/>
                  </a:lnTo>
                  <a:lnTo>
                    <a:pt x="43769" y="19364"/>
                  </a:lnTo>
                  <a:lnTo>
                    <a:pt x="43216" y="19535"/>
                  </a:lnTo>
                  <a:lnTo>
                    <a:pt x="42676" y="19706"/>
                  </a:lnTo>
                  <a:lnTo>
                    <a:pt x="42149" y="19903"/>
                  </a:lnTo>
                  <a:lnTo>
                    <a:pt x="41610" y="20101"/>
                  </a:lnTo>
                  <a:lnTo>
                    <a:pt x="41096" y="20311"/>
                  </a:lnTo>
                  <a:lnTo>
                    <a:pt x="40570" y="20535"/>
                  </a:lnTo>
                  <a:lnTo>
                    <a:pt x="40070" y="20772"/>
                  </a:lnTo>
                  <a:lnTo>
                    <a:pt x="39556" y="21035"/>
                  </a:lnTo>
                  <a:lnTo>
                    <a:pt x="39069" y="21285"/>
                  </a:lnTo>
                  <a:lnTo>
                    <a:pt x="38569" y="21562"/>
                  </a:lnTo>
                  <a:lnTo>
                    <a:pt x="38095" y="21851"/>
                  </a:lnTo>
                  <a:lnTo>
                    <a:pt x="37621" y="22141"/>
                  </a:lnTo>
                  <a:lnTo>
                    <a:pt x="37147" y="22457"/>
                  </a:lnTo>
                  <a:lnTo>
                    <a:pt x="36687" y="22773"/>
                  </a:lnTo>
                  <a:lnTo>
                    <a:pt x="36239" y="23102"/>
                  </a:lnTo>
                  <a:lnTo>
                    <a:pt x="35792" y="23444"/>
                  </a:lnTo>
                  <a:lnTo>
                    <a:pt x="35357" y="23786"/>
                  </a:lnTo>
                  <a:lnTo>
                    <a:pt x="34936" y="24155"/>
                  </a:lnTo>
                  <a:lnTo>
                    <a:pt x="34528" y="24524"/>
                  </a:lnTo>
                  <a:lnTo>
                    <a:pt x="34120" y="24905"/>
                  </a:lnTo>
                  <a:lnTo>
                    <a:pt x="33712" y="25287"/>
                  </a:lnTo>
                  <a:lnTo>
                    <a:pt x="33330" y="25682"/>
                  </a:lnTo>
                  <a:lnTo>
                    <a:pt x="32948" y="26090"/>
                  </a:lnTo>
                  <a:lnTo>
                    <a:pt x="32580" y="26511"/>
                  </a:lnTo>
                  <a:lnTo>
                    <a:pt x="32211" y="26933"/>
                  </a:lnTo>
                  <a:lnTo>
                    <a:pt x="31869" y="27367"/>
                  </a:lnTo>
                  <a:lnTo>
                    <a:pt x="31527" y="27815"/>
                  </a:lnTo>
                  <a:lnTo>
                    <a:pt x="31197" y="28262"/>
                  </a:lnTo>
                  <a:lnTo>
                    <a:pt x="30882" y="28723"/>
                  </a:lnTo>
                  <a:lnTo>
                    <a:pt x="30566" y="29184"/>
                  </a:lnTo>
                  <a:lnTo>
                    <a:pt x="30276" y="29657"/>
                  </a:lnTo>
                  <a:lnTo>
                    <a:pt x="29986" y="30144"/>
                  </a:lnTo>
                  <a:lnTo>
                    <a:pt x="29710" y="30632"/>
                  </a:lnTo>
                  <a:lnTo>
                    <a:pt x="29460" y="31132"/>
                  </a:lnTo>
                  <a:lnTo>
                    <a:pt x="29210" y="31632"/>
                  </a:lnTo>
                  <a:lnTo>
                    <a:pt x="28960" y="32145"/>
                  </a:lnTo>
                  <a:lnTo>
                    <a:pt x="28736" y="32659"/>
                  </a:lnTo>
                  <a:lnTo>
                    <a:pt x="28525" y="33185"/>
                  </a:lnTo>
                  <a:lnTo>
                    <a:pt x="28328" y="33712"/>
                  </a:lnTo>
                  <a:lnTo>
                    <a:pt x="28130" y="34251"/>
                  </a:lnTo>
                  <a:lnTo>
                    <a:pt x="27959" y="34791"/>
                  </a:lnTo>
                  <a:lnTo>
                    <a:pt x="27788" y="35344"/>
                  </a:lnTo>
                  <a:lnTo>
                    <a:pt x="27643" y="35897"/>
                  </a:lnTo>
                  <a:lnTo>
                    <a:pt x="27512" y="36450"/>
                  </a:lnTo>
                  <a:lnTo>
                    <a:pt x="27380" y="37016"/>
                  </a:lnTo>
                  <a:lnTo>
                    <a:pt x="27275" y="37582"/>
                  </a:lnTo>
                  <a:lnTo>
                    <a:pt x="27183" y="38148"/>
                  </a:lnTo>
                  <a:lnTo>
                    <a:pt x="27104" y="38727"/>
                  </a:lnTo>
                  <a:lnTo>
                    <a:pt x="27038" y="39319"/>
                  </a:lnTo>
                  <a:lnTo>
                    <a:pt x="26985" y="39899"/>
                  </a:lnTo>
                  <a:lnTo>
                    <a:pt x="26946" y="40491"/>
                  </a:lnTo>
                  <a:lnTo>
                    <a:pt x="26919" y="41083"/>
                  </a:lnTo>
                  <a:lnTo>
                    <a:pt x="26906" y="41676"/>
                  </a:lnTo>
                  <a:lnTo>
                    <a:pt x="26919" y="42479"/>
                  </a:lnTo>
                  <a:lnTo>
                    <a:pt x="26959" y="43268"/>
                  </a:lnTo>
                  <a:lnTo>
                    <a:pt x="27038" y="44045"/>
                  </a:lnTo>
                  <a:lnTo>
                    <a:pt x="27130" y="44822"/>
                  </a:lnTo>
                  <a:lnTo>
                    <a:pt x="27248" y="45598"/>
                  </a:lnTo>
                  <a:lnTo>
                    <a:pt x="27393" y="46375"/>
                  </a:lnTo>
                  <a:lnTo>
                    <a:pt x="27564" y="47139"/>
                  </a:lnTo>
                  <a:lnTo>
                    <a:pt x="27762" y="47902"/>
                  </a:lnTo>
                  <a:lnTo>
                    <a:pt x="27354" y="48034"/>
                  </a:lnTo>
                  <a:lnTo>
                    <a:pt x="26972" y="48165"/>
                  </a:lnTo>
                  <a:lnTo>
                    <a:pt x="26577" y="48323"/>
                  </a:lnTo>
                  <a:lnTo>
                    <a:pt x="26195" y="48468"/>
                  </a:lnTo>
                  <a:lnTo>
                    <a:pt x="25814" y="48639"/>
                  </a:lnTo>
                  <a:lnTo>
                    <a:pt x="25432" y="48810"/>
                  </a:lnTo>
                  <a:lnTo>
                    <a:pt x="25050" y="48981"/>
                  </a:lnTo>
                  <a:lnTo>
                    <a:pt x="24682" y="49166"/>
                  </a:lnTo>
                  <a:lnTo>
                    <a:pt x="24326" y="49363"/>
                  </a:lnTo>
                  <a:lnTo>
                    <a:pt x="23958" y="49561"/>
                  </a:lnTo>
                  <a:lnTo>
                    <a:pt x="23602" y="49758"/>
                  </a:lnTo>
                  <a:lnTo>
                    <a:pt x="23260" y="49969"/>
                  </a:lnTo>
                  <a:lnTo>
                    <a:pt x="22904" y="50192"/>
                  </a:lnTo>
                  <a:lnTo>
                    <a:pt x="22562" y="50416"/>
                  </a:lnTo>
                  <a:lnTo>
                    <a:pt x="22233" y="50640"/>
                  </a:lnTo>
                  <a:lnTo>
                    <a:pt x="21904" y="50877"/>
                  </a:lnTo>
                  <a:lnTo>
                    <a:pt x="21575" y="51127"/>
                  </a:lnTo>
                  <a:lnTo>
                    <a:pt x="21246" y="51377"/>
                  </a:lnTo>
                  <a:lnTo>
                    <a:pt x="20930" y="51627"/>
                  </a:lnTo>
                  <a:lnTo>
                    <a:pt x="20627" y="51891"/>
                  </a:lnTo>
                  <a:lnTo>
                    <a:pt x="20022" y="52430"/>
                  </a:lnTo>
                  <a:lnTo>
                    <a:pt x="19429" y="52996"/>
                  </a:lnTo>
                  <a:lnTo>
                    <a:pt x="18876" y="53576"/>
                  </a:lnTo>
                  <a:lnTo>
                    <a:pt x="18337" y="54181"/>
                  </a:lnTo>
                  <a:lnTo>
                    <a:pt x="17823" y="54800"/>
                  </a:lnTo>
                  <a:lnTo>
                    <a:pt x="17323" y="55445"/>
                  </a:lnTo>
                  <a:lnTo>
                    <a:pt x="16862" y="56116"/>
                  </a:lnTo>
                  <a:lnTo>
                    <a:pt x="16428" y="56787"/>
                  </a:lnTo>
                  <a:lnTo>
                    <a:pt x="16217" y="57143"/>
                  </a:lnTo>
                  <a:lnTo>
                    <a:pt x="16007" y="57485"/>
                  </a:lnTo>
                  <a:lnTo>
                    <a:pt x="15809" y="57840"/>
                  </a:lnTo>
                  <a:lnTo>
                    <a:pt x="15625" y="58209"/>
                  </a:lnTo>
                  <a:lnTo>
                    <a:pt x="15441" y="58564"/>
                  </a:lnTo>
                  <a:lnTo>
                    <a:pt x="15270" y="58933"/>
                  </a:lnTo>
                  <a:lnTo>
                    <a:pt x="15099" y="59315"/>
                  </a:lnTo>
                  <a:lnTo>
                    <a:pt x="14941" y="59683"/>
                  </a:lnTo>
                  <a:lnTo>
                    <a:pt x="14783" y="60065"/>
                  </a:lnTo>
                  <a:lnTo>
                    <a:pt x="14638" y="60447"/>
                  </a:lnTo>
                  <a:lnTo>
                    <a:pt x="14493" y="60829"/>
                  </a:lnTo>
                  <a:lnTo>
                    <a:pt x="14361" y="61224"/>
                  </a:lnTo>
                  <a:lnTo>
                    <a:pt x="14230" y="61618"/>
                  </a:lnTo>
                  <a:lnTo>
                    <a:pt x="14111" y="62013"/>
                  </a:lnTo>
                  <a:lnTo>
                    <a:pt x="14006" y="62408"/>
                  </a:lnTo>
                  <a:lnTo>
                    <a:pt x="13901" y="62816"/>
                  </a:lnTo>
                  <a:lnTo>
                    <a:pt x="13808" y="63211"/>
                  </a:lnTo>
                  <a:lnTo>
                    <a:pt x="13716" y="63619"/>
                  </a:lnTo>
                  <a:lnTo>
                    <a:pt x="13637" y="64027"/>
                  </a:lnTo>
                  <a:lnTo>
                    <a:pt x="13572" y="64449"/>
                  </a:lnTo>
                  <a:lnTo>
                    <a:pt x="13506" y="64857"/>
                  </a:lnTo>
                  <a:lnTo>
                    <a:pt x="13453" y="65278"/>
                  </a:lnTo>
                  <a:lnTo>
                    <a:pt x="13400" y="65699"/>
                  </a:lnTo>
                  <a:lnTo>
                    <a:pt x="13374" y="66120"/>
                  </a:lnTo>
                  <a:lnTo>
                    <a:pt x="13335" y="66555"/>
                  </a:lnTo>
                  <a:lnTo>
                    <a:pt x="13321" y="66976"/>
                  </a:lnTo>
                  <a:lnTo>
                    <a:pt x="13308" y="67410"/>
                  </a:lnTo>
                  <a:lnTo>
                    <a:pt x="13295" y="67832"/>
                  </a:lnTo>
                  <a:lnTo>
                    <a:pt x="13308" y="68608"/>
                  </a:lnTo>
                  <a:lnTo>
                    <a:pt x="13361" y="69385"/>
                  </a:lnTo>
                  <a:lnTo>
                    <a:pt x="13427" y="70148"/>
                  </a:lnTo>
                  <a:lnTo>
                    <a:pt x="13519" y="70912"/>
                  </a:lnTo>
                  <a:lnTo>
                    <a:pt x="13651" y="71675"/>
                  </a:lnTo>
                  <a:lnTo>
                    <a:pt x="13808" y="72426"/>
                  </a:lnTo>
                  <a:lnTo>
                    <a:pt x="13993" y="73176"/>
                  </a:lnTo>
                  <a:lnTo>
                    <a:pt x="14203" y="73913"/>
                  </a:lnTo>
                  <a:lnTo>
                    <a:pt x="13795" y="74111"/>
                  </a:lnTo>
                  <a:lnTo>
                    <a:pt x="13400" y="74321"/>
                  </a:lnTo>
                  <a:lnTo>
                    <a:pt x="13006" y="74532"/>
                  </a:lnTo>
                  <a:lnTo>
                    <a:pt x="12624" y="74742"/>
                  </a:lnTo>
                  <a:lnTo>
                    <a:pt x="11860" y="75190"/>
                  </a:lnTo>
                  <a:lnTo>
                    <a:pt x="11123" y="75677"/>
                  </a:lnTo>
                  <a:lnTo>
                    <a:pt x="10399" y="76177"/>
                  </a:lnTo>
                  <a:lnTo>
                    <a:pt x="9701" y="76704"/>
                  </a:lnTo>
                  <a:lnTo>
                    <a:pt x="9017" y="77244"/>
                  </a:lnTo>
                  <a:lnTo>
                    <a:pt x="8359" y="77823"/>
                  </a:lnTo>
                  <a:lnTo>
                    <a:pt x="7714" y="78415"/>
                  </a:lnTo>
                  <a:lnTo>
                    <a:pt x="7095" y="79034"/>
                  </a:lnTo>
                  <a:lnTo>
                    <a:pt x="6503" y="79666"/>
                  </a:lnTo>
                  <a:lnTo>
                    <a:pt x="5924" y="80324"/>
                  </a:lnTo>
                  <a:lnTo>
                    <a:pt x="5384" y="80995"/>
                  </a:lnTo>
                  <a:lnTo>
                    <a:pt x="4857" y="81680"/>
                  </a:lnTo>
                  <a:lnTo>
                    <a:pt x="4357" y="82390"/>
                  </a:lnTo>
                  <a:lnTo>
                    <a:pt x="3870" y="83114"/>
                  </a:lnTo>
                  <a:lnTo>
                    <a:pt x="3423" y="83865"/>
                  </a:lnTo>
                  <a:lnTo>
                    <a:pt x="3001" y="84615"/>
                  </a:lnTo>
                  <a:lnTo>
                    <a:pt x="2593" y="85392"/>
                  </a:lnTo>
                  <a:lnTo>
                    <a:pt x="2225" y="86182"/>
                  </a:lnTo>
                  <a:lnTo>
                    <a:pt x="1882" y="86985"/>
                  </a:lnTo>
                  <a:lnTo>
                    <a:pt x="1553" y="87801"/>
                  </a:lnTo>
                  <a:lnTo>
                    <a:pt x="1264" y="88617"/>
                  </a:lnTo>
                  <a:lnTo>
                    <a:pt x="1000" y="89459"/>
                  </a:lnTo>
                  <a:lnTo>
                    <a:pt x="777" y="90302"/>
                  </a:lnTo>
                  <a:lnTo>
                    <a:pt x="566" y="91171"/>
                  </a:lnTo>
                  <a:lnTo>
                    <a:pt x="395" y="92039"/>
                  </a:lnTo>
                  <a:lnTo>
                    <a:pt x="316" y="92474"/>
                  </a:lnTo>
                  <a:lnTo>
                    <a:pt x="250" y="92908"/>
                  </a:lnTo>
                  <a:lnTo>
                    <a:pt x="197" y="93356"/>
                  </a:lnTo>
                  <a:lnTo>
                    <a:pt x="145" y="93790"/>
                  </a:lnTo>
                  <a:lnTo>
                    <a:pt x="92" y="94238"/>
                  </a:lnTo>
                  <a:lnTo>
                    <a:pt x="66" y="94685"/>
                  </a:lnTo>
                  <a:lnTo>
                    <a:pt x="26" y="95133"/>
                  </a:lnTo>
                  <a:lnTo>
                    <a:pt x="13" y="95580"/>
                  </a:lnTo>
                  <a:lnTo>
                    <a:pt x="0" y="96041"/>
                  </a:lnTo>
                  <a:lnTo>
                    <a:pt x="0" y="96489"/>
                  </a:lnTo>
                  <a:lnTo>
                    <a:pt x="0" y="97068"/>
                  </a:lnTo>
                  <a:lnTo>
                    <a:pt x="26" y="97647"/>
                  </a:lnTo>
                  <a:lnTo>
                    <a:pt x="53" y="98213"/>
                  </a:lnTo>
                  <a:lnTo>
                    <a:pt x="92" y="98779"/>
                  </a:lnTo>
                  <a:lnTo>
                    <a:pt x="158" y="99358"/>
                  </a:lnTo>
                  <a:lnTo>
                    <a:pt x="224" y="99911"/>
                  </a:lnTo>
                  <a:lnTo>
                    <a:pt x="303" y="100477"/>
                  </a:lnTo>
                  <a:lnTo>
                    <a:pt x="408" y="101030"/>
                  </a:lnTo>
                  <a:lnTo>
                    <a:pt x="513" y="101583"/>
                  </a:lnTo>
                  <a:lnTo>
                    <a:pt x="632" y="102136"/>
                  </a:lnTo>
                  <a:lnTo>
                    <a:pt x="763" y="102689"/>
                  </a:lnTo>
                  <a:lnTo>
                    <a:pt x="908" y="103228"/>
                  </a:lnTo>
                  <a:lnTo>
                    <a:pt x="1066" y="103768"/>
                  </a:lnTo>
                  <a:lnTo>
                    <a:pt x="1224" y="104308"/>
                  </a:lnTo>
                  <a:lnTo>
                    <a:pt x="1408" y="104834"/>
                  </a:lnTo>
                  <a:lnTo>
                    <a:pt x="1606" y="105361"/>
                  </a:lnTo>
                  <a:lnTo>
                    <a:pt x="1803" y="105874"/>
                  </a:lnTo>
                  <a:lnTo>
                    <a:pt x="2027" y="106401"/>
                  </a:lnTo>
                  <a:lnTo>
                    <a:pt x="2251" y="106901"/>
                  </a:lnTo>
                  <a:lnTo>
                    <a:pt x="2488" y="107414"/>
                  </a:lnTo>
                  <a:lnTo>
                    <a:pt x="2738" y="107915"/>
                  </a:lnTo>
                  <a:lnTo>
                    <a:pt x="3001" y="108415"/>
                  </a:lnTo>
                  <a:lnTo>
                    <a:pt x="3278" y="108902"/>
                  </a:lnTo>
                  <a:lnTo>
                    <a:pt x="3554" y="109389"/>
                  </a:lnTo>
                  <a:lnTo>
                    <a:pt x="3857" y="109863"/>
                  </a:lnTo>
                  <a:lnTo>
                    <a:pt x="4160" y="110337"/>
                  </a:lnTo>
                  <a:lnTo>
                    <a:pt x="4476" y="110797"/>
                  </a:lnTo>
                  <a:lnTo>
                    <a:pt x="4805" y="111258"/>
                  </a:lnTo>
                  <a:lnTo>
                    <a:pt x="5147" y="111719"/>
                  </a:lnTo>
                  <a:lnTo>
                    <a:pt x="5502" y="112166"/>
                  </a:lnTo>
                  <a:lnTo>
                    <a:pt x="5871" y="112601"/>
                  </a:lnTo>
                  <a:lnTo>
                    <a:pt x="6239" y="113035"/>
                  </a:lnTo>
                  <a:lnTo>
                    <a:pt x="5924" y="113641"/>
                  </a:lnTo>
                  <a:lnTo>
                    <a:pt x="5634" y="114272"/>
                  </a:lnTo>
                  <a:lnTo>
                    <a:pt x="5358" y="114904"/>
                  </a:lnTo>
                  <a:lnTo>
                    <a:pt x="5107" y="115536"/>
                  </a:lnTo>
                  <a:lnTo>
                    <a:pt x="4870" y="116181"/>
                  </a:lnTo>
                  <a:lnTo>
                    <a:pt x="4660" y="116826"/>
                  </a:lnTo>
                  <a:lnTo>
                    <a:pt x="4462" y="117484"/>
                  </a:lnTo>
                  <a:lnTo>
                    <a:pt x="4291" y="118156"/>
                  </a:lnTo>
                  <a:lnTo>
                    <a:pt x="4133" y="118814"/>
                  </a:lnTo>
                  <a:lnTo>
                    <a:pt x="4002" y="119485"/>
                  </a:lnTo>
                  <a:lnTo>
                    <a:pt x="3883" y="120170"/>
                  </a:lnTo>
                  <a:lnTo>
                    <a:pt x="3791" y="120854"/>
                  </a:lnTo>
                  <a:lnTo>
                    <a:pt x="3712" y="121539"/>
                  </a:lnTo>
                  <a:lnTo>
                    <a:pt x="3659" y="122223"/>
                  </a:lnTo>
                  <a:lnTo>
                    <a:pt x="3633" y="122908"/>
                  </a:lnTo>
                  <a:lnTo>
                    <a:pt x="3620" y="123605"/>
                  </a:lnTo>
                  <a:lnTo>
                    <a:pt x="3633" y="124264"/>
                  </a:lnTo>
                  <a:lnTo>
                    <a:pt x="3659" y="124922"/>
                  </a:lnTo>
                  <a:lnTo>
                    <a:pt x="3712" y="125580"/>
                  </a:lnTo>
                  <a:lnTo>
                    <a:pt x="3778" y="126238"/>
                  </a:lnTo>
                  <a:lnTo>
                    <a:pt x="3857" y="126883"/>
                  </a:lnTo>
                  <a:lnTo>
                    <a:pt x="3962" y="127528"/>
                  </a:lnTo>
                  <a:lnTo>
                    <a:pt x="4081" y="128160"/>
                  </a:lnTo>
                  <a:lnTo>
                    <a:pt x="4212" y="128792"/>
                  </a:lnTo>
                  <a:lnTo>
                    <a:pt x="4370" y="129424"/>
                  </a:lnTo>
                  <a:lnTo>
                    <a:pt x="4541" y="130042"/>
                  </a:lnTo>
                  <a:lnTo>
                    <a:pt x="4739" y="130661"/>
                  </a:lnTo>
                  <a:lnTo>
                    <a:pt x="4949" y="131267"/>
                  </a:lnTo>
                  <a:lnTo>
                    <a:pt x="5173" y="131859"/>
                  </a:lnTo>
                  <a:lnTo>
                    <a:pt x="5410" y="132464"/>
                  </a:lnTo>
                  <a:lnTo>
                    <a:pt x="5673" y="133044"/>
                  </a:lnTo>
                  <a:lnTo>
                    <a:pt x="5950" y="133623"/>
                  </a:lnTo>
                  <a:lnTo>
                    <a:pt x="6239" y="134189"/>
                  </a:lnTo>
                  <a:lnTo>
                    <a:pt x="6542" y="134755"/>
                  </a:lnTo>
                  <a:lnTo>
                    <a:pt x="6871" y="135308"/>
                  </a:lnTo>
                  <a:lnTo>
                    <a:pt x="7214" y="135847"/>
                  </a:lnTo>
                  <a:lnTo>
                    <a:pt x="7556" y="136387"/>
                  </a:lnTo>
                  <a:lnTo>
                    <a:pt x="7938" y="136914"/>
                  </a:lnTo>
                  <a:lnTo>
                    <a:pt x="8319" y="137427"/>
                  </a:lnTo>
                  <a:lnTo>
                    <a:pt x="8714" y="137927"/>
                  </a:lnTo>
                  <a:lnTo>
                    <a:pt x="9135" y="138428"/>
                  </a:lnTo>
                  <a:lnTo>
                    <a:pt x="9557" y="138901"/>
                  </a:lnTo>
                  <a:lnTo>
                    <a:pt x="10004" y="139375"/>
                  </a:lnTo>
                  <a:lnTo>
                    <a:pt x="10465" y="139836"/>
                  </a:lnTo>
                  <a:lnTo>
                    <a:pt x="10939" y="140284"/>
                  </a:lnTo>
                  <a:lnTo>
                    <a:pt x="11426" y="140718"/>
                  </a:lnTo>
                  <a:lnTo>
                    <a:pt x="11926" y="141139"/>
                  </a:lnTo>
                  <a:lnTo>
                    <a:pt x="12439" y="141547"/>
                  </a:lnTo>
                  <a:lnTo>
                    <a:pt x="12347" y="142008"/>
                  </a:lnTo>
                  <a:lnTo>
                    <a:pt x="12268" y="142482"/>
                  </a:lnTo>
                  <a:lnTo>
                    <a:pt x="12203" y="142956"/>
                  </a:lnTo>
                  <a:lnTo>
                    <a:pt x="12150" y="143430"/>
                  </a:lnTo>
                  <a:lnTo>
                    <a:pt x="12110" y="143904"/>
                  </a:lnTo>
                  <a:lnTo>
                    <a:pt x="12084" y="144377"/>
                  </a:lnTo>
                  <a:lnTo>
                    <a:pt x="12058" y="144851"/>
                  </a:lnTo>
                  <a:lnTo>
                    <a:pt x="12058" y="145325"/>
                  </a:lnTo>
                  <a:lnTo>
                    <a:pt x="12058" y="145760"/>
                  </a:lnTo>
                  <a:lnTo>
                    <a:pt x="12071" y="146194"/>
                  </a:lnTo>
                  <a:lnTo>
                    <a:pt x="12097" y="146628"/>
                  </a:lnTo>
                  <a:lnTo>
                    <a:pt x="12137" y="147050"/>
                  </a:lnTo>
                  <a:lnTo>
                    <a:pt x="12176" y="147471"/>
                  </a:lnTo>
                  <a:lnTo>
                    <a:pt x="12229" y="147892"/>
                  </a:lnTo>
                  <a:lnTo>
                    <a:pt x="12295" y="148313"/>
                  </a:lnTo>
                  <a:lnTo>
                    <a:pt x="12361" y="148721"/>
                  </a:lnTo>
                  <a:lnTo>
                    <a:pt x="12439" y="149129"/>
                  </a:lnTo>
                  <a:lnTo>
                    <a:pt x="12532" y="149538"/>
                  </a:lnTo>
                  <a:lnTo>
                    <a:pt x="12624" y="149946"/>
                  </a:lnTo>
                  <a:lnTo>
                    <a:pt x="12729" y="150354"/>
                  </a:lnTo>
                  <a:lnTo>
                    <a:pt x="12848" y="150749"/>
                  </a:lnTo>
                  <a:lnTo>
                    <a:pt x="12966" y="151143"/>
                  </a:lnTo>
                  <a:lnTo>
                    <a:pt x="13098" y="151538"/>
                  </a:lnTo>
                  <a:lnTo>
                    <a:pt x="13229" y="151920"/>
                  </a:lnTo>
                  <a:lnTo>
                    <a:pt x="13387" y="152302"/>
                  </a:lnTo>
                  <a:lnTo>
                    <a:pt x="13532" y="152684"/>
                  </a:lnTo>
                  <a:lnTo>
                    <a:pt x="13703" y="153052"/>
                  </a:lnTo>
                  <a:lnTo>
                    <a:pt x="13874" y="153434"/>
                  </a:lnTo>
                  <a:lnTo>
                    <a:pt x="14045" y="153789"/>
                  </a:lnTo>
                  <a:lnTo>
                    <a:pt x="14230" y="154158"/>
                  </a:lnTo>
                  <a:lnTo>
                    <a:pt x="14427" y="154513"/>
                  </a:lnTo>
                  <a:lnTo>
                    <a:pt x="14625" y="154869"/>
                  </a:lnTo>
                  <a:lnTo>
                    <a:pt x="14835" y="155211"/>
                  </a:lnTo>
                  <a:lnTo>
                    <a:pt x="15059" y="155553"/>
                  </a:lnTo>
                  <a:lnTo>
                    <a:pt x="15270" y="155896"/>
                  </a:lnTo>
                  <a:lnTo>
                    <a:pt x="15507" y="156225"/>
                  </a:lnTo>
                  <a:lnTo>
                    <a:pt x="15744" y="156554"/>
                  </a:lnTo>
                  <a:lnTo>
                    <a:pt x="15980" y="156883"/>
                  </a:lnTo>
                  <a:lnTo>
                    <a:pt x="16231" y="157199"/>
                  </a:lnTo>
                  <a:lnTo>
                    <a:pt x="16494" y="157515"/>
                  </a:lnTo>
                  <a:lnTo>
                    <a:pt x="16757" y="157817"/>
                  </a:lnTo>
                  <a:lnTo>
                    <a:pt x="17020" y="158120"/>
                  </a:lnTo>
                  <a:lnTo>
                    <a:pt x="17297" y="158410"/>
                  </a:lnTo>
                  <a:lnTo>
                    <a:pt x="17573" y="158699"/>
                  </a:lnTo>
                  <a:lnTo>
                    <a:pt x="17863" y="158989"/>
                  </a:lnTo>
                  <a:lnTo>
                    <a:pt x="18152" y="159265"/>
                  </a:lnTo>
                  <a:lnTo>
                    <a:pt x="18455" y="159529"/>
                  </a:lnTo>
                  <a:lnTo>
                    <a:pt x="18758" y="159805"/>
                  </a:lnTo>
                  <a:lnTo>
                    <a:pt x="19074" y="160055"/>
                  </a:lnTo>
                  <a:lnTo>
                    <a:pt x="19390" y="160305"/>
                  </a:lnTo>
                  <a:lnTo>
                    <a:pt x="19706" y="160555"/>
                  </a:lnTo>
                  <a:lnTo>
                    <a:pt x="20035" y="160792"/>
                  </a:lnTo>
                  <a:lnTo>
                    <a:pt x="20364" y="161029"/>
                  </a:lnTo>
                  <a:lnTo>
                    <a:pt x="20706" y="161253"/>
                  </a:lnTo>
                  <a:lnTo>
                    <a:pt x="21048" y="161464"/>
                  </a:lnTo>
                  <a:lnTo>
                    <a:pt x="21391" y="161674"/>
                  </a:lnTo>
                  <a:lnTo>
                    <a:pt x="21746" y="161885"/>
                  </a:lnTo>
                  <a:lnTo>
                    <a:pt x="22101" y="162082"/>
                  </a:lnTo>
                  <a:lnTo>
                    <a:pt x="22457" y="162267"/>
                  </a:lnTo>
                  <a:lnTo>
                    <a:pt x="22825" y="162451"/>
                  </a:lnTo>
                  <a:lnTo>
                    <a:pt x="23194" y="162622"/>
                  </a:lnTo>
                  <a:lnTo>
                    <a:pt x="23563" y="162780"/>
                  </a:lnTo>
                  <a:lnTo>
                    <a:pt x="23944" y="162938"/>
                  </a:lnTo>
                  <a:lnTo>
                    <a:pt x="24326" y="163096"/>
                  </a:lnTo>
                  <a:lnTo>
                    <a:pt x="24708" y="163241"/>
                  </a:lnTo>
                  <a:lnTo>
                    <a:pt x="25103" y="163372"/>
                  </a:lnTo>
                  <a:lnTo>
                    <a:pt x="25498" y="163491"/>
                  </a:lnTo>
                  <a:lnTo>
                    <a:pt x="25893" y="163609"/>
                  </a:lnTo>
                  <a:lnTo>
                    <a:pt x="26287" y="163715"/>
                  </a:lnTo>
                  <a:lnTo>
                    <a:pt x="26696" y="163820"/>
                  </a:lnTo>
                  <a:lnTo>
                    <a:pt x="27104" y="163912"/>
                  </a:lnTo>
                  <a:lnTo>
                    <a:pt x="27512" y="163991"/>
                  </a:lnTo>
                  <a:lnTo>
                    <a:pt x="27393" y="164333"/>
                  </a:lnTo>
                  <a:lnTo>
                    <a:pt x="28275" y="164412"/>
                  </a:lnTo>
                  <a:lnTo>
                    <a:pt x="29144" y="164504"/>
                  </a:lnTo>
                  <a:lnTo>
                    <a:pt x="30000" y="164623"/>
                  </a:lnTo>
                  <a:lnTo>
                    <a:pt x="30842" y="164741"/>
                  </a:lnTo>
                  <a:lnTo>
                    <a:pt x="31671" y="164886"/>
                  </a:lnTo>
                  <a:lnTo>
                    <a:pt x="32474" y="165031"/>
                  </a:lnTo>
                  <a:lnTo>
                    <a:pt x="33264" y="165189"/>
                  </a:lnTo>
                  <a:lnTo>
                    <a:pt x="34041" y="165373"/>
                  </a:lnTo>
                  <a:lnTo>
                    <a:pt x="34804" y="165558"/>
                  </a:lnTo>
                  <a:lnTo>
                    <a:pt x="35555" y="165755"/>
                  </a:lnTo>
                  <a:lnTo>
                    <a:pt x="36292" y="165966"/>
                  </a:lnTo>
                  <a:lnTo>
                    <a:pt x="37003" y="166189"/>
                  </a:lnTo>
                  <a:lnTo>
                    <a:pt x="37713" y="166426"/>
                  </a:lnTo>
                  <a:lnTo>
                    <a:pt x="38398" y="166676"/>
                  </a:lnTo>
                  <a:lnTo>
                    <a:pt x="39082" y="166927"/>
                  </a:lnTo>
                  <a:lnTo>
                    <a:pt x="39741" y="167203"/>
                  </a:lnTo>
                  <a:lnTo>
                    <a:pt x="40386" y="167479"/>
                  </a:lnTo>
                  <a:lnTo>
                    <a:pt x="41017" y="167769"/>
                  </a:lnTo>
                  <a:lnTo>
                    <a:pt x="41649" y="168059"/>
                  </a:lnTo>
                  <a:lnTo>
                    <a:pt x="42255" y="168375"/>
                  </a:lnTo>
                  <a:lnTo>
                    <a:pt x="42847" y="168690"/>
                  </a:lnTo>
                  <a:lnTo>
                    <a:pt x="43426" y="169020"/>
                  </a:lnTo>
                  <a:lnTo>
                    <a:pt x="43992" y="169349"/>
                  </a:lnTo>
                  <a:lnTo>
                    <a:pt x="44545" y="169704"/>
                  </a:lnTo>
                  <a:lnTo>
                    <a:pt x="45098" y="170046"/>
                  </a:lnTo>
                  <a:lnTo>
                    <a:pt x="45625" y="170415"/>
                  </a:lnTo>
                  <a:lnTo>
                    <a:pt x="46138" y="170783"/>
                  </a:lnTo>
                  <a:lnTo>
                    <a:pt x="46638" y="171165"/>
                  </a:lnTo>
                  <a:lnTo>
                    <a:pt x="47138" y="171547"/>
                  </a:lnTo>
                  <a:lnTo>
                    <a:pt x="47612" y="171942"/>
                  </a:lnTo>
                  <a:lnTo>
                    <a:pt x="48086" y="172350"/>
                  </a:lnTo>
                  <a:lnTo>
                    <a:pt x="48547" y="172758"/>
                  </a:lnTo>
                  <a:lnTo>
                    <a:pt x="48994" y="173166"/>
                  </a:lnTo>
                  <a:lnTo>
                    <a:pt x="49429" y="173587"/>
                  </a:lnTo>
                  <a:lnTo>
                    <a:pt x="49850" y="174022"/>
                  </a:lnTo>
                  <a:lnTo>
                    <a:pt x="50258" y="174456"/>
                  </a:lnTo>
                  <a:lnTo>
                    <a:pt x="50666" y="174890"/>
                  </a:lnTo>
                  <a:lnTo>
                    <a:pt x="51048" y="175338"/>
                  </a:lnTo>
                  <a:lnTo>
                    <a:pt x="51430" y="175786"/>
                  </a:lnTo>
                  <a:lnTo>
                    <a:pt x="51798" y="176246"/>
                  </a:lnTo>
                  <a:lnTo>
                    <a:pt x="52167" y="176707"/>
                  </a:lnTo>
                  <a:lnTo>
                    <a:pt x="52509" y="177168"/>
                  </a:lnTo>
                  <a:lnTo>
                    <a:pt x="52851" y="177642"/>
                  </a:lnTo>
                  <a:lnTo>
                    <a:pt x="53180" y="178116"/>
                  </a:lnTo>
                  <a:lnTo>
                    <a:pt x="53496" y="178589"/>
                  </a:lnTo>
                  <a:lnTo>
                    <a:pt x="53799" y="179076"/>
                  </a:lnTo>
                  <a:lnTo>
                    <a:pt x="54102" y="179564"/>
                  </a:lnTo>
                  <a:lnTo>
                    <a:pt x="54392" y="180051"/>
                  </a:lnTo>
                  <a:lnTo>
                    <a:pt x="54668" y="180538"/>
                  </a:lnTo>
                  <a:lnTo>
                    <a:pt x="54944" y="181038"/>
                  </a:lnTo>
                  <a:lnTo>
                    <a:pt x="55208" y="181538"/>
                  </a:lnTo>
                  <a:lnTo>
                    <a:pt x="55458" y="182038"/>
                  </a:lnTo>
                  <a:lnTo>
                    <a:pt x="55708" y="182538"/>
                  </a:lnTo>
                  <a:lnTo>
                    <a:pt x="55945" y="183039"/>
                  </a:lnTo>
                  <a:lnTo>
                    <a:pt x="56169" y="183552"/>
                  </a:lnTo>
                  <a:lnTo>
                    <a:pt x="56392" y="184052"/>
                  </a:lnTo>
                  <a:lnTo>
                    <a:pt x="56800" y="185079"/>
                  </a:lnTo>
                  <a:lnTo>
                    <a:pt x="57182" y="186093"/>
                  </a:lnTo>
                  <a:lnTo>
                    <a:pt x="57538" y="187119"/>
                  </a:lnTo>
                  <a:lnTo>
                    <a:pt x="57867" y="188146"/>
                  </a:lnTo>
                  <a:lnTo>
                    <a:pt x="58156" y="189160"/>
                  </a:lnTo>
                  <a:lnTo>
                    <a:pt x="58433" y="190186"/>
                  </a:lnTo>
                  <a:lnTo>
                    <a:pt x="58683" y="191187"/>
                  </a:lnTo>
                  <a:lnTo>
                    <a:pt x="58893" y="192200"/>
                  </a:lnTo>
                  <a:lnTo>
                    <a:pt x="59091" y="193188"/>
                  </a:lnTo>
                  <a:lnTo>
                    <a:pt x="59262" y="194175"/>
                  </a:lnTo>
                  <a:lnTo>
                    <a:pt x="59420" y="195136"/>
                  </a:lnTo>
                  <a:lnTo>
                    <a:pt x="59552" y="196084"/>
                  </a:lnTo>
                  <a:lnTo>
                    <a:pt x="59670" y="197018"/>
                  </a:lnTo>
                  <a:lnTo>
                    <a:pt x="59762" y="197940"/>
                  </a:lnTo>
                  <a:lnTo>
                    <a:pt x="59841" y="198835"/>
                  </a:lnTo>
                  <a:lnTo>
                    <a:pt x="59907" y="199704"/>
                  </a:lnTo>
                  <a:lnTo>
                    <a:pt x="59960" y="200559"/>
                  </a:lnTo>
                  <a:lnTo>
                    <a:pt x="59986" y="201375"/>
                  </a:lnTo>
                  <a:lnTo>
                    <a:pt x="60012" y="202165"/>
                  </a:lnTo>
                  <a:lnTo>
                    <a:pt x="60025" y="202929"/>
                  </a:lnTo>
                  <a:lnTo>
                    <a:pt x="60039" y="203666"/>
                  </a:lnTo>
                  <a:lnTo>
                    <a:pt x="60025" y="204364"/>
                  </a:lnTo>
                  <a:lnTo>
                    <a:pt x="59999" y="205654"/>
                  </a:lnTo>
                  <a:lnTo>
                    <a:pt x="59947" y="206773"/>
                  </a:lnTo>
                  <a:lnTo>
                    <a:pt x="59894" y="207733"/>
                  </a:lnTo>
                  <a:lnTo>
                    <a:pt x="59828" y="208510"/>
                  </a:lnTo>
                  <a:lnTo>
                    <a:pt x="59775" y="209076"/>
                  </a:lnTo>
                  <a:lnTo>
                    <a:pt x="59710" y="209550"/>
                  </a:lnTo>
                  <a:lnTo>
                    <a:pt x="98213" y="209550"/>
                  </a:lnTo>
                  <a:lnTo>
                    <a:pt x="98213" y="166229"/>
                  </a:lnTo>
                  <a:lnTo>
                    <a:pt x="98226" y="165294"/>
                  </a:lnTo>
                  <a:lnTo>
                    <a:pt x="98265" y="164386"/>
                  </a:lnTo>
                  <a:lnTo>
                    <a:pt x="98331" y="163491"/>
                  </a:lnTo>
                  <a:lnTo>
                    <a:pt x="98423" y="162622"/>
                  </a:lnTo>
                  <a:lnTo>
                    <a:pt x="98542" y="161766"/>
                  </a:lnTo>
                  <a:lnTo>
                    <a:pt x="98687" y="160937"/>
                  </a:lnTo>
                  <a:lnTo>
                    <a:pt x="98845" y="160121"/>
                  </a:lnTo>
                  <a:lnTo>
                    <a:pt x="99029" y="159331"/>
                  </a:lnTo>
                  <a:lnTo>
                    <a:pt x="99240" y="158555"/>
                  </a:lnTo>
                  <a:lnTo>
                    <a:pt x="99463" y="157804"/>
                  </a:lnTo>
                  <a:lnTo>
                    <a:pt x="99700" y="157067"/>
                  </a:lnTo>
                  <a:lnTo>
                    <a:pt x="99963" y="156343"/>
                  </a:lnTo>
                  <a:lnTo>
                    <a:pt x="100253" y="155645"/>
                  </a:lnTo>
                  <a:lnTo>
                    <a:pt x="100543" y="154961"/>
                  </a:lnTo>
                  <a:lnTo>
                    <a:pt x="100859" y="154303"/>
                  </a:lnTo>
                  <a:lnTo>
                    <a:pt x="101188" y="153645"/>
                  </a:lnTo>
                  <a:lnTo>
                    <a:pt x="101530" y="153026"/>
                  </a:lnTo>
                  <a:lnTo>
                    <a:pt x="101885" y="152407"/>
                  </a:lnTo>
                  <a:lnTo>
                    <a:pt x="102254" y="151815"/>
                  </a:lnTo>
                  <a:lnTo>
                    <a:pt x="102636" y="151236"/>
                  </a:lnTo>
                  <a:lnTo>
                    <a:pt x="103017" y="150670"/>
                  </a:lnTo>
                  <a:lnTo>
                    <a:pt x="103425" y="150130"/>
                  </a:lnTo>
                  <a:lnTo>
                    <a:pt x="103834" y="149603"/>
                  </a:lnTo>
                  <a:lnTo>
                    <a:pt x="104242" y="149090"/>
                  </a:lnTo>
                  <a:lnTo>
                    <a:pt x="104663" y="148590"/>
                  </a:lnTo>
                  <a:lnTo>
                    <a:pt x="105097" y="148116"/>
                  </a:lnTo>
                  <a:lnTo>
                    <a:pt x="105532" y="147642"/>
                  </a:lnTo>
                  <a:lnTo>
                    <a:pt x="105966" y="147194"/>
                  </a:lnTo>
                  <a:lnTo>
                    <a:pt x="106414" y="146760"/>
                  </a:lnTo>
                  <a:lnTo>
                    <a:pt x="106861" y="146352"/>
                  </a:lnTo>
                  <a:lnTo>
                    <a:pt x="107309" y="145944"/>
                  </a:lnTo>
                  <a:lnTo>
                    <a:pt x="107756" y="145562"/>
                  </a:lnTo>
                  <a:lnTo>
                    <a:pt x="108191" y="145180"/>
                  </a:lnTo>
                  <a:lnTo>
                    <a:pt x="108638" y="144825"/>
                  </a:lnTo>
                  <a:lnTo>
                    <a:pt x="109086" y="144483"/>
                  </a:lnTo>
                  <a:lnTo>
                    <a:pt x="109533" y="144154"/>
                  </a:lnTo>
                  <a:lnTo>
                    <a:pt x="109968" y="143838"/>
                  </a:lnTo>
                  <a:lnTo>
                    <a:pt x="110402" y="143535"/>
                  </a:lnTo>
                  <a:lnTo>
                    <a:pt x="110837" y="143245"/>
                  </a:lnTo>
                  <a:lnTo>
                    <a:pt x="111258" y="142969"/>
                  </a:lnTo>
                  <a:lnTo>
                    <a:pt x="112074" y="142456"/>
                  </a:lnTo>
                  <a:lnTo>
                    <a:pt x="112864" y="141995"/>
                  </a:lnTo>
                  <a:lnTo>
                    <a:pt x="113614" y="141587"/>
                  </a:lnTo>
                  <a:lnTo>
                    <a:pt x="114312" y="141231"/>
                  </a:lnTo>
                  <a:lnTo>
                    <a:pt x="114957" y="140915"/>
                  </a:lnTo>
                  <a:lnTo>
                    <a:pt x="115536" y="140652"/>
                  </a:lnTo>
                  <a:lnTo>
                    <a:pt x="116036" y="140428"/>
                  </a:lnTo>
                  <a:lnTo>
                    <a:pt x="116471" y="140257"/>
                  </a:lnTo>
                  <a:lnTo>
                    <a:pt x="117076" y="140020"/>
                  </a:lnTo>
                  <a:lnTo>
                    <a:pt x="117287" y="139941"/>
                  </a:lnTo>
                  <a:lnTo>
                    <a:pt x="117813" y="139915"/>
                  </a:lnTo>
                  <a:lnTo>
                    <a:pt x="118327" y="139862"/>
                  </a:lnTo>
                  <a:lnTo>
                    <a:pt x="118840" y="139810"/>
                  </a:lnTo>
                  <a:lnTo>
                    <a:pt x="119353" y="139744"/>
                  </a:lnTo>
                  <a:lnTo>
                    <a:pt x="119854" y="139652"/>
                  </a:lnTo>
                  <a:lnTo>
                    <a:pt x="120367" y="139573"/>
                  </a:lnTo>
                  <a:lnTo>
                    <a:pt x="120867" y="139467"/>
                  </a:lnTo>
                  <a:lnTo>
                    <a:pt x="121367" y="139349"/>
                  </a:lnTo>
                  <a:lnTo>
                    <a:pt x="121868" y="139231"/>
                  </a:lnTo>
                  <a:lnTo>
                    <a:pt x="122368" y="139099"/>
                  </a:lnTo>
                  <a:lnTo>
                    <a:pt x="122855" y="138954"/>
                  </a:lnTo>
                  <a:lnTo>
                    <a:pt x="123355" y="138796"/>
                  </a:lnTo>
                  <a:lnTo>
                    <a:pt x="123842" y="138625"/>
                  </a:lnTo>
                  <a:lnTo>
                    <a:pt x="124316" y="138454"/>
                  </a:lnTo>
                  <a:lnTo>
                    <a:pt x="124803" y="138270"/>
                  </a:lnTo>
                  <a:lnTo>
                    <a:pt x="125277" y="138072"/>
                  </a:lnTo>
                  <a:lnTo>
                    <a:pt x="125395" y="138559"/>
                  </a:lnTo>
                  <a:lnTo>
                    <a:pt x="125527" y="139046"/>
                  </a:lnTo>
                  <a:lnTo>
                    <a:pt x="125672" y="139533"/>
                  </a:lnTo>
                  <a:lnTo>
                    <a:pt x="125830" y="140020"/>
                  </a:lnTo>
                  <a:lnTo>
                    <a:pt x="125988" y="140494"/>
                  </a:lnTo>
                  <a:lnTo>
                    <a:pt x="126172" y="140968"/>
                  </a:lnTo>
                  <a:lnTo>
                    <a:pt x="126343" y="141429"/>
                  </a:lnTo>
                  <a:lnTo>
                    <a:pt x="126541" y="141890"/>
                  </a:lnTo>
                  <a:lnTo>
                    <a:pt x="126738" y="142350"/>
                  </a:lnTo>
                  <a:lnTo>
                    <a:pt x="126949" y="142798"/>
                  </a:lnTo>
                  <a:lnTo>
                    <a:pt x="127172" y="143245"/>
                  </a:lnTo>
                  <a:lnTo>
                    <a:pt x="127396" y="143693"/>
                  </a:lnTo>
                  <a:lnTo>
                    <a:pt x="127633" y="144127"/>
                  </a:lnTo>
                  <a:lnTo>
                    <a:pt x="127883" y="144562"/>
                  </a:lnTo>
                  <a:lnTo>
                    <a:pt x="128133" y="144983"/>
                  </a:lnTo>
                  <a:lnTo>
                    <a:pt x="128397" y="145404"/>
                  </a:lnTo>
                  <a:lnTo>
                    <a:pt x="128673" y="145812"/>
                  </a:lnTo>
                  <a:lnTo>
                    <a:pt x="128949" y="146220"/>
                  </a:lnTo>
                  <a:lnTo>
                    <a:pt x="129239" y="146628"/>
                  </a:lnTo>
                  <a:lnTo>
                    <a:pt x="129542" y="147023"/>
                  </a:lnTo>
                  <a:lnTo>
                    <a:pt x="129845" y="147405"/>
                  </a:lnTo>
                  <a:lnTo>
                    <a:pt x="130147" y="147787"/>
                  </a:lnTo>
                  <a:lnTo>
                    <a:pt x="130476" y="148169"/>
                  </a:lnTo>
                  <a:lnTo>
                    <a:pt x="130792" y="148537"/>
                  </a:lnTo>
                  <a:lnTo>
                    <a:pt x="131135" y="148893"/>
                  </a:lnTo>
                  <a:lnTo>
                    <a:pt x="131477" y="149248"/>
                  </a:lnTo>
                  <a:lnTo>
                    <a:pt x="131819" y="149590"/>
                  </a:lnTo>
                  <a:lnTo>
                    <a:pt x="132175" y="149932"/>
                  </a:lnTo>
                  <a:lnTo>
                    <a:pt x="132543" y="150275"/>
                  </a:lnTo>
                  <a:lnTo>
                    <a:pt x="132912" y="150591"/>
                  </a:lnTo>
                  <a:lnTo>
                    <a:pt x="133280" y="150920"/>
                  </a:lnTo>
                  <a:lnTo>
                    <a:pt x="133662" y="151222"/>
                  </a:lnTo>
                  <a:lnTo>
                    <a:pt x="134057" y="151525"/>
                  </a:lnTo>
                  <a:lnTo>
                    <a:pt x="134439" y="151828"/>
                  </a:lnTo>
                  <a:lnTo>
                    <a:pt x="134847" y="152104"/>
                  </a:lnTo>
                  <a:lnTo>
                    <a:pt x="135255" y="152394"/>
                  </a:lnTo>
                  <a:lnTo>
                    <a:pt x="135663" y="152657"/>
                  </a:lnTo>
                  <a:lnTo>
                    <a:pt x="136084" y="152921"/>
                  </a:lnTo>
                  <a:lnTo>
                    <a:pt x="136505" y="153184"/>
                  </a:lnTo>
                  <a:lnTo>
                    <a:pt x="136940" y="153421"/>
                  </a:lnTo>
                  <a:lnTo>
                    <a:pt x="137374" y="153658"/>
                  </a:lnTo>
                  <a:lnTo>
                    <a:pt x="137809" y="153895"/>
                  </a:lnTo>
                  <a:lnTo>
                    <a:pt x="138256" y="154105"/>
                  </a:lnTo>
                  <a:lnTo>
                    <a:pt x="138704" y="154316"/>
                  </a:lnTo>
                  <a:lnTo>
                    <a:pt x="139151" y="154527"/>
                  </a:lnTo>
                  <a:lnTo>
                    <a:pt x="139612" y="154711"/>
                  </a:lnTo>
                  <a:lnTo>
                    <a:pt x="140073" y="154895"/>
                  </a:lnTo>
                  <a:lnTo>
                    <a:pt x="140547" y="155066"/>
                  </a:lnTo>
                  <a:lnTo>
                    <a:pt x="141020" y="155237"/>
                  </a:lnTo>
                  <a:lnTo>
                    <a:pt x="141494" y="155382"/>
                  </a:lnTo>
                  <a:lnTo>
                    <a:pt x="141981" y="155527"/>
                  </a:lnTo>
                  <a:lnTo>
                    <a:pt x="142468" y="155659"/>
                  </a:lnTo>
                  <a:lnTo>
                    <a:pt x="142955" y="155790"/>
                  </a:lnTo>
                  <a:lnTo>
                    <a:pt x="143442" y="155896"/>
                  </a:lnTo>
                  <a:lnTo>
                    <a:pt x="143943" y="156001"/>
                  </a:lnTo>
                  <a:lnTo>
                    <a:pt x="144443" y="156093"/>
                  </a:lnTo>
                  <a:lnTo>
                    <a:pt x="144943" y="156185"/>
                  </a:lnTo>
                  <a:lnTo>
                    <a:pt x="145443" y="156251"/>
                  </a:lnTo>
                  <a:lnTo>
                    <a:pt x="145957" y="156317"/>
                  </a:lnTo>
                  <a:lnTo>
                    <a:pt x="146470" y="156369"/>
                  </a:lnTo>
                  <a:lnTo>
                    <a:pt x="146983" y="156409"/>
                  </a:lnTo>
                  <a:lnTo>
                    <a:pt x="147497" y="156435"/>
                  </a:lnTo>
                  <a:lnTo>
                    <a:pt x="148023" y="156448"/>
                  </a:lnTo>
                  <a:lnTo>
                    <a:pt x="149103" y="156448"/>
                  </a:lnTo>
                  <a:lnTo>
                    <a:pt x="149669" y="156422"/>
                  </a:lnTo>
                  <a:lnTo>
                    <a:pt x="150222" y="156396"/>
                  </a:lnTo>
                  <a:lnTo>
                    <a:pt x="150775" y="156356"/>
                  </a:lnTo>
                  <a:lnTo>
                    <a:pt x="151327" y="156290"/>
                  </a:lnTo>
                  <a:lnTo>
                    <a:pt x="151880" y="156225"/>
                  </a:lnTo>
                  <a:lnTo>
                    <a:pt x="152433" y="156132"/>
                  </a:lnTo>
                  <a:lnTo>
                    <a:pt x="152973" y="156040"/>
                  </a:lnTo>
                  <a:lnTo>
                    <a:pt x="153381" y="155975"/>
                  </a:lnTo>
                  <a:lnTo>
                    <a:pt x="153802" y="155909"/>
                  </a:lnTo>
                  <a:lnTo>
                    <a:pt x="154210" y="155830"/>
                  </a:lnTo>
                  <a:lnTo>
                    <a:pt x="154605" y="155751"/>
                  </a:lnTo>
                  <a:lnTo>
                    <a:pt x="155013" y="155645"/>
                  </a:lnTo>
                  <a:lnTo>
                    <a:pt x="155408" y="155553"/>
                  </a:lnTo>
                  <a:lnTo>
                    <a:pt x="155803" y="155448"/>
                  </a:lnTo>
                  <a:lnTo>
                    <a:pt x="156198" y="155329"/>
                  </a:lnTo>
                  <a:lnTo>
                    <a:pt x="156975" y="155079"/>
                  </a:lnTo>
                  <a:lnTo>
                    <a:pt x="157738" y="154790"/>
                  </a:lnTo>
                  <a:lnTo>
                    <a:pt x="158488" y="154487"/>
                  </a:lnTo>
                  <a:lnTo>
                    <a:pt x="159212" y="154145"/>
                  </a:lnTo>
                  <a:lnTo>
                    <a:pt x="159936" y="153789"/>
                  </a:lnTo>
                  <a:lnTo>
                    <a:pt x="160634" y="153394"/>
                  </a:lnTo>
                  <a:lnTo>
                    <a:pt x="161332" y="152986"/>
                  </a:lnTo>
                  <a:lnTo>
                    <a:pt x="162003" y="152539"/>
                  </a:lnTo>
                  <a:lnTo>
                    <a:pt x="162648" y="152078"/>
                  </a:lnTo>
                  <a:lnTo>
                    <a:pt x="163280" y="151591"/>
                  </a:lnTo>
                  <a:lnTo>
                    <a:pt x="163899" y="151091"/>
                  </a:lnTo>
                  <a:lnTo>
                    <a:pt x="164491" y="150551"/>
                  </a:lnTo>
                  <a:lnTo>
                    <a:pt x="164780" y="150920"/>
                  </a:lnTo>
                  <a:lnTo>
                    <a:pt x="165057" y="151288"/>
                  </a:lnTo>
                  <a:lnTo>
                    <a:pt x="165360" y="151631"/>
                  </a:lnTo>
                  <a:lnTo>
                    <a:pt x="165662" y="151973"/>
                  </a:lnTo>
                  <a:lnTo>
                    <a:pt x="165978" y="152302"/>
                  </a:lnTo>
                  <a:lnTo>
                    <a:pt x="166307" y="152631"/>
                  </a:lnTo>
                  <a:lnTo>
                    <a:pt x="166637" y="152934"/>
                  </a:lnTo>
                  <a:lnTo>
                    <a:pt x="166979" y="153236"/>
                  </a:lnTo>
                  <a:lnTo>
                    <a:pt x="167334" y="153526"/>
                  </a:lnTo>
                  <a:lnTo>
                    <a:pt x="167690" y="153803"/>
                  </a:lnTo>
                  <a:lnTo>
                    <a:pt x="168058" y="154079"/>
                  </a:lnTo>
                  <a:lnTo>
                    <a:pt x="168440" y="154329"/>
                  </a:lnTo>
                  <a:lnTo>
                    <a:pt x="168809" y="154579"/>
                  </a:lnTo>
                  <a:lnTo>
                    <a:pt x="169203" y="154816"/>
                  </a:lnTo>
                  <a:lnTo>
                    <a:pt x="169598" y="155040"/>
                  </a:lnTo>
                  <a:lnTo>
                    <a:pt x="170006" y="155251"/>
                  </a:lnTo>
                  <a:lnTo>
                    <a:pt x="170414" y="155461"/>
                  </a:lnTo>
                  <a:lnTo>
                    <a:pt x="170823" y="155645"/>
                  </a:lnTo>
                  <a:lnTo>
                    <a:pt x="171244" y="155817"/>
                  </a:lnTo>
                  <a:lnTo>
                    <a:pt x="171678" y="155988"/>
                  </a:lnTo>
                  <a:lnTo>
                    <a:pt x="172099" y="156146"/>
                  </a:lnTo>
                  <a:lnTo>
                    <a:pt x="172547" y="156277"/>
                  </a:lnTo>
                  <a:lnTo>
                    <a:pt x="172981" y="156409"/>
                  </a:lnTo>
                  <a:lnTo>
                    <a:pt x="173429" y="156527"/>
                  </a:lnTo>
                  <a:lnTo>
                    <a:pt x="173876" y="156633"/>
                  </a:lnTo>
                  <a:lnTo>
                    <a:pt x="174337" y="156712"/>
                  </a:lnTo>
                  <a:lnTo>
                    <a:pt x="174798" y="156791"/>
                  </a:lnTo>
                  <a:lnTo>
                    <a:pt x="175259" y="156856"/>
                  </a:lnTo>
                  <a:lnTo>
                    <a:pt x="175733" y="156896"/>
                  </a:lnTo>
                  <a:lnTo>
                    <a:pt x="176206" y="156935"/>
                  </a:lnTo>
                  <a:lnTo>
                    <a:pt x="176680" y="156962"/>
                  </a:lnTo>
                  <a:lnTo>
                    <a:pt x="177154" y="156962"/>
                  </a:lnTo>
                  <a:lnTo>
                    <a:pt x="177786" y="156949"/>
                  </a:lnTo>
                  <a:lnTo>
                    <a:pt x="178405" y="156922"/>
                  </a:lnTo>
                  <a:lnTo>
                    <a:pt x="179023" y="156856"/>
                  </a:lnTo>
                  <a:lnTo>
                    <a:pt x="179629" y="156777"/>
                  </a:lnTo>
                  <a:lnTo>
                    <a:pt x="180234" y="156672"/>
                  </a:lnTo>
                  <a:lnTo>
                    <a:pt x="180827" y="156541"/>
                  </a:lnTo>
                  <a:lnTo>
                    <a:pt x="181419" y="156396"/>
                  </a:lnTo>
                  <a:lnTo>
                    <a:pt x="181985" y="156211"/>
                  </a:lnTo>
                  <a:lnTo>
                    <a:pt x="182564" y="156027"/>
                  </a:lnTo>
                  <a:lnTo>
                    <a:pt x="183117" y="155817"/>
                  </a:lnTo>
                  <a:lnTo>
                    <a:pt x="183657" y="155580"/>
                  </a:lnTo>
                  <a:lnTo>
                    <a:pt x="184197" y="155329"/>
                  </a:lnTo>
                  <a:lnTo>
                    <a:pt x="184723" y="155053"/>
                  </a:lnTo>
                  <a:lnTo>
                    <a:pt x="185237" y="154763"/>
                  </a:lnTo>
                  <a:lnTo>
                    <a:pt x="185737" y="154448"/>
                  </a:lnTo>
                  <a:lnTo>
                    <a:pt x="186224" y="154118"/>
                  </a:lnTo>
                  <a:lnTo>
                    <a:pt x="186685" y="153776"/>
                  </a:lnTo>
                  <a:lnTo>
                    <a:pt x="187145" y="153408"/>
                  </a:lnTo>
                  <a:lnTo>
                    <a:pt x="187593" y="153026"/>
                  </a:lnTo>
                  <a:lnTo>
                    <a:pt x="188027" y="152631"/>
                  </a:lnTo>
                  <a:lnTo>
                    <a:pt x="188448" y="152223"/>
                  </a:lnTo>
                  <a:lnTo>
                    <a:pt x="188843" y="151789"/>
                  </a:lnTo>
                  <a:lnTo>
                    <a:pt x="189225" y="151341"/>
                  </a:lnTo>
                  <a:lnTo>
                    <a:pt x="189594" y="150893"/>
                  </a:lnTo>
                  <a:lnTo>
                    <a:pt x="189949" y="150419"/>
                  </a:lnTo>
                  <a:lnTo>
                    <a:pt x="190278" y="149932"/>
                  </a:lnTo>
                  <a:lnTo>
                    <a:pt x="190594" y="149432"/>
                  </a:lnTo>
                  <a:lnTo>
                    <a:pt x="190884" y="148919"/>
                  </a:lnTo>
                  <a:lnTo>
                    <a:pt x="191160" y="148392"/>
                  </a:lnTo>
                  <a:lnTo>
                    <a:pt x="191423" y="147853"/>
                  </a:lnTo>
                  <a:lnTo>
                    <a:pt x="191660" y="147300"/>
                  </a:lnTo>
                  <a:lnTo>
                    <a:pt x="191884" y="146747"/>
                  </a:lnTo>
                  <a:lnTo>
                    <a:pt x="192555" y="147115"/>
                  </a:lnTo>
                  <a:lnTo>
                    <a:pt x="193240" y="147458"/>
                  </a:lnTo>
                  <a:lnTo>
                    <a:pt x="193938" y="147787"/>
                  </a:lnTo>
                  <a:lnTo>
                    <a:pt x="194648" y="148076"/>
                  </a:lnTo>
                  <a:lnTo>
                    <a:pt x="195359" y="148366"/>
                  </a:lnTo>
                  <a:lnTo>
                    <a:pt x="196083" y="148616"/>
                  </a:lnTo>
                  <a:lnTo>
                    <a:pt x="196820" y="148853"/>
                  </a:lnTo>
                  <a:lnTo>
                    <a:pt x="197558" y="149050"/>
                  </a:lnTo>
                  <a:lnTo>
                    <a:pt x="198308" y="149235"/>
                  </a:lnTo>
                  <a:lnTo>
                    <a:pt x="199058" y="149406"/>
                  </a:lnTo>
                  <a:lnTo>
                    <a:pt x="199822" y="149538"/>
                  </a:lnTo>
                  <a:lnTo>
                    <a:pt x="200585" y="149656"/>
                  </a:lnTo>
                  <a:lnTo>
                    <a:pt x="201349" y="149735"/>
                  </a:lnTo>
                  <a:lnTo>
                    <a:pt x="202125" y="149801"/>
                  </a:lnTo>
                  <a:lnTo>
                    <a:pt x="202889" y="149840"/>
                  </a:lnTo>
                  <a:lnTo>
                    <a:pt x="203665" y="149853"/>
                  </a:lnTo>
                  <a:lnTo>
                    <a:pt x="204205" y="149840"/>
                  </a:lnTo>
                  <a:lnTo>
                    <a:pt x="204745" y="149827"/>
                  </a:lnTo>
                  <a:lnTo>
                    <a:pt x="205271" y="149801"/>
                  </a:lnTo>
                  <a:lnTo>
                    <a:pt x="205798" y="149761"/>
                  </a:lnTo>
                  <a:lnTo>
                    <a:pt x="206324" y="149709"/>
                  </a:lnTo>
                  <a:lnTo>
                    <a:pt x="206851" y="149643"/>
                  </a:lnTo>
                  <a:lnTo>
                    <a:pt x="207364" y="149564"/>
                  </a:lnTo>
                  <a:lnTo>
                    <a:pt x="207878" y="149485"/>
                  </a:lnTo>
                  <a:lnTo>
                    <a:pt x="208391" y="149380"/>
                  </a:lnTo>
                  <a:lnTo>
                    <a:pt x="208904" y="149274"/>
                  </a:lnTo>
                  <a:lnTo>
                    <a:pt x="209405" y="149156"/>
                  </a:lnTo>
                  <a:lnTo>
                    <a:pt x="209905" y="149024"/>
                  </a:lnTo>
                  <a:lnTo>
                    <a:pt x="210392" y="148893"/>
                  </a:lnTo>
                  <a:lnTo>
                    <a:pt x="210892" y="148735"/>
                  </a:lnTo>
                  <a:lnTo>
                    <a:pt x="211366" y="148577"/>
                  </a:lnTo>
                  <a:lnTo>
                    <a:pt x="211853" y="148405"/>
                  </a:lnTo>
                  <a:lnTo>
                    <a:pt x="212327" y="148221"/>
                  </a:lnTo>
                  <a:lnTo>
                    <a:pt x="212801" y="148037"/>
                  </a:lnTo>
                  <a:lnTo>
                    <a:pt x="213262" y="147839"/>
                  </a:lnTo>
                  <a:lnTo>
                    <a:pt x="213735" y="147629"/>
                  </a:lnTo>
                  <a:lnTo>
                    <a:pt x="214183" y="147405"/>
                  </a:lnTo>
                  <a:lnTo>
                    <a:pt x="214631" y="147181"/>
                  </a:lnTo>
                  <a:lnTo>
                    <a:pt x="215078" y="146944"/>
                  </a:lnTo>
                  <a:lnTo>
                    <a:pt x="215526" y="146694"/>
                  </a:lnTo>
                  <a:lnTo>
                    <a:pt x="215960" y="146444"/>
                  </a:lnTo>
                  <a:lnTo>
                    <a:pt x="216381" y="146181"/>
                  </a:lnTo>
                  <a:lnTo>
                    <a:pt x="216803" y="145904"/>
                  </a:lnTo>
                  <a:lnTo>
                    <a:pt x="217224" y="145628"/>
                  </a:lnTo>
                  <a:lnTo>
                    <a:pt x="217632" y="145338"/>
                  </a:lnTo>
                  <a:lnTo>
                    <a:pt x="218040" y="145036"/>
                  </a:lnTo>
                  <a:lnTo>
                    <a:pt x="218435" y="144733"/>
                  </a:lnTo>
                  <a:lnTo>
                    <a:pt x="218830" y="144417"/>
                  </a:lnTo>
                  <a:lnTo>
                    <a:pt x="219067" y="144338"/>
                  </a:lnTo>
                  <a:lnTo>
                    <a:pt x="219304" y="144219"/>
                  </a:lnTo>
                  <a:lnTo>
                    <a:pt x="219527" y="144088"/>
                  </a:lnTo>
                  <a:lnTo>
                    <a:pt x="219738" y="143917"/>
                  </a:lnTo>
                  <a:lnTo>
                    <a:pt x="220238" y="143469"/>
                  </a:lnTo>
                  <a:lnTo>
                    <a:pt x="220725" y="143008"/>
                  </a:lnTo>
                  <a:lnTo>
                    <a:pt x="221186" y="142535"/>
                  </a:lnTo>
                  <a:lnTo>
                    <a:pt x="221647" y="142061"/>
                  </a:lnTo>
                  <a:lnTo>
                    <a:pt x="222068" y="141560"/>
                  </a:lnTo>
                  <a:lnTo>
                    <a:pt x="222489" y="141060"/>
                  </a:lnTo>
                  <a:lnTo>
                    <a:pt x="222871" y="140534"/>
                  </a:lnTo>
                  <a:lnTo>
                    <a:pt x="223253" y="140007"/>
                  </a:lnTo>
                  <a:lnTo>
                    <a:pt x="223608" y="139481"/>
                  </a:lnTo>
                  <a:lnTo>
                    <a:pt x="223950" y="138928"/>
                  </a:lnTo>
                  <a:lnTo>
                    <a:pt x="224266" y="138375"/>
                  </a:lnTo>
                  <a:lnTo>
                    <a:pt x="224569" y="137822"/>
                  </a:lnTo>
                  <a:lnTo>
                    <a:pt x="224859" y="137243"/>
                  </a:lnTo>
                  <a:lnTo>
                    <a:pt x="225122" y="136677"/>
                  </a:lnTo>
                  <a:lnTo>
                    <a:pt x="225372" y="136084"/>
                  </a:lnTo>
                  <a:lnTo>
                    <a:pt x="225596" y="135492"/>
                  </a:lnTo>
                  <a:lnTo>
                    <a:pt x="225793" y="135045"/>
                  </a:lnTo>
                  <a:lnTo>
                    <a:pt x="225978" y="134597"/>
                  </a:lnTo>
                  <a:lnTo>
                    <a:pt x="226149" y="134136"/>
                  </a:lnTo>
                  <a:lnTo>
                    <a:pt x="226320" y="133662"/>
                  </a:lnTo>
                  <a:lnTo>
                    <a:pt x="226465" y="133202"/>
                  </a:lnTo>
                  <a:lnTo>
                    <a:pt x="226623" y="132728"/>
                  </a:lnTo>
                  <a:lnTo>
                    <a:pt x="226754" y="132241"/>
                  </a:lnTo>
                  <a:lnTo>
                    <a:pt x="226886" y="131767"/>
                  </a:lnTo>
                  <a:lnTo>
                    <a:pt x="226991" y="131280"/>
                  </a:lnTo>
                  <a:lnTo>
                    <a:pt x="227110" y="130793"/>
                  </a:lnTo>
                  <a:lnTo>
                    <a:pt x="227202" y="130292"/>
                  </a:lnTo>
                  <a:lnTo>
                    <a:pt x="227294" y="129805"/>
                  </a:lnTo>
                  <a:lnTo>
                    <a:pt x="227360" y="129305"/>
                  </a:lnTo>
                  <a:lnTo>
                    <a:pt x="227426" y="128792"/>
                  </a:lnTo>
                  <a:lnTo>
                    <a:pt x="227491" y="128292"/>
                  </a:lnTo>
                  <a:lnTo>
                    <a:pt x="227531" y="127778"/>
                  </a:lnTo>
                  <a:lnTo>
                    <a:pt x="228136" y="127581"/>
                  </a:lnTo>
                  <a:lnTo>
                    <a:pt x="228716" y="127357"/>
                  </a:lnTo>
                  <a:lnTo>
                    <a:pt x="229295" y="127107"/>
                  </a:lnTo>
                  <a:lnTo>
                    <a:pt x="229861" y="126844"/>
                  </a:lnTo>
                  <a:lnTo>
                    <a:pt x="230400" y="126554"/>
                  </a:lnTo>
                  <a:lnTo>
                    <a:pt x="230940" y="126238"/>
                  </a:lnTo>
                  <a:lnTo>
                    <a:pt x="231467" y="125909"/>
                  </a:lnTo>
                  <a:lnTo>
                    <a:pt x="231967" y="125567"/>
                  </a:lnTo>
                  <a:lnTo>
                    <a:pt x="232454" y="125198"/>
                  </a:lnTo>
                  <a:lnTo>
                    <a:pt x="232928" y="124816"/>
                  </a:lnTo>
                  <a:lnTo>
                    <a:pt x="233389" y="124408"/>
                  </a:lnTo>
                  <a:lnTo>
                    <a:pt x="233836" y="123987"/>
                  </a:lnTo>
                  <a:lnTo>
                    <a:pt x="234257" y="123553"/>
                  </a:lnTo>
                  <a:lnTo>
                    <a:pt x="234665" y="123092"/>
                  </a:lnTo>
                  <a:lnTo>
                    <a:pt x="235060" y="122631"/>
                  </a:lnTo>
                  <a:lnTo>
                    <a:pt x="235429" y="122144"/>
                  </a:lnTo>
                  <a:lnTo>
                    <a:pt x="235784" y="121644"/>
                  </a:lnTo>
                  <a:lnTo>
                    <a:pt x="236113" y="121131"/>
                  </a:lnTo>
                  <a:lnTo>
                    <a:pt x="236429" y="120604"/>
                  </a:lnTo>
                  <a:lnTo>
                    <a:pt x="236719" y="120064"/>
                  </a:lnTo>
                  <a:lnTo>
                    <a:pt x="236995" y="119525"/>
                  </a:lnTo>
                  <a:lnTo>
                    <a:pt x="237245" y="118959"/>
                  </a:lnTo>
                  <a:lnTo>
                    <a:pt x="237469" y="118379"/>
                  </a:lnTo>
                  <a:lnTo>
                    <a:pt x="237680" y="117800"/>
                  </a:lnTo>
                  <a:lnTo>
                    <a:pt x="237864" y="117208"/>
                  </a:lnTo>
                  <a:lnTo>
                    <a:pt x="238022" y="116602"/>
                  </a:lnTo>
                  <a:lnTo>
                    <a:pt x="238167" y="115997"/>
                  </a:lnTo>
                  <a:lnTo>
                    <a:pt x="238272" y="115378"/>
                  </a:lnTo>
                  <a:lnTo>
                    <a:pt x="238364" y="114746"/>
                  </a:lnTo>
                  <a:lnTo>
                    <a:pt x="238430" y="114115"/>
                  </a:lnTo>
                  <a:lnTo>
                    <a:pt x="238470" y="113470"/>
                  </a:lnTo>
                  <a:lnTo>
                    <a:pt x="238483" y="112824"/>
                  </a:lnTo>
                  <a:lnTo>
                    <a:pt x="238483" y="112416"/>
                  </a:lnTo>
                  <a:lnTo>
                    <a:pt x="238470" y="112022"/>
                  </a:lnTo>
                  <a:lnTo>
                    <a:pt x="238443" y="111627"/>
                  </a:lnTo>
                  <a:lnTo>
                    <a:pt x="238404" y="111232"/>
                  </a:lnTo>
                  <a:lnTo>
                    <a:pt x="238364" y="110837"/>
                  </a:lnTo>
                  <a:lnTo>
                    <a:pt x="238312" y="110455"/>
                  </a:lnTo>
                  <a:lnTo>
                    <a:pt x="238246" y="110060"/>
                  </a:lnTo>
                  <a:lnTo>
                    <a:pt x="238180" y="109678"/>
                  </a:lnTo>
                  <a:lnTo>
                    <a:pt x="238088" y="109310"/>
                  </a:lnTo>
                  <a:lnTo>
                    <a:pt x="238009" y="108928"/>
                  </a:lnTo>
                  <a:lnTo>
                    <a:pt x="237904" y="108560"/>
                  </a:lnTo>
                  <a:lnTo>
                    <a:pt x="237798" y="108178"/>
                  </a:lnTo>
                  <a:lnTo>
                    <a:pt x="237680" y="107822"/>
                  </a:lnTo>
                  <a:lnTo>
                    <a:pt x="237548" y="107454"/>
                  </a:lnTo>
                  <a:lnTo>
                    <a:pt x="237417" y="107098"/>
                  </a:lnTo>
                  <a:lnTo>
                    <a:pt x="237272" y="106743"/>
                  </a:lnTo>
                  <a:lnTo>
                    <a:pt x="237127" y="106388"/>
                  </a:lnTo>
                  <a:lnTo>
                    <a:pt x="236956" y="106045"/>
                  </a:lnTo>
                  <a:lnTo>
                    <a:pt x="236798" y="105703"/>
                  </a:lnTo>
                  <a:lnTo>
                    <a:pt x="236614" y="105361"/>
                  </a:lnTo>
                  <a:lnTo>
                    <a:pt x="236429" y="105032"/>
                  </a:lnTo>
                  <a:lnTo>
                    <a:pt x="236232" y="104703"/>
                  </a:lnTo>
                  <a:lnTo>
                    <a:pt x="236034" y="104374"/>
                  </a:lnTo>
                  <a:lnTo>
                    <a:pt x="235824" y="104058"/>
                  </a:lnTo>
                  <a:lnTo>
                    <a:pt x="235613" y="103742"/>
                  </a:lnTo>
                  <a:lnTo>
                    <a:pt x="235389" y="103426"/>
                  </a:lnTo>
                  <a:lnTo>
                    <a:pt x="235152" y="103123"/>
                  </a:lnTo>
                  <a:lnTo>
                    <a:pt x="234916" y="102833"/>
                  </a:lnTo>
                  <a:lnTo>
                    <a:pt x="234665" y="102544"/>
                  </a:lnTo>
                  <a:lnTo>
                    <a:pt x="234415" y="102254"/>
                  </a:lnTo>
                  <a:lnTo>
                    <a:pt x="234152" y="101978"/>
                  </a:lnTo>
                  <a:lnTo>
                    <a:pt x="233876" y="101701"/>
                  </a:lnTo>
                  <a:lnTo>
                    <a:pt x="234600" y="101306"/>
                  </a:lnTo>
                  <a:lnTo>
                    <a:pt x="235297" y="100885"/>
                  </a:lnTo>
                  <a:lnTo>
                    <a:pt x="235982" y="100451"/>
                  </a:lnTo>
                  <a:lnTo>
                    <a:pt x="236653" y="99990"/>
                  </a:lnTo>
                  <a:lnTo>
                    <a:pt x="237298" y="99503"/>
                  </a:lnTo>
                  <a:lnTo>
                    <a:pt x="237930" y="99003"/>
                  </a:lnTo>
                  <a:lnTo>
                    <a:pt x="238549" y="98476"/>
                  </a:lnTo>
                  <a:lnTo>
                    <a:pt x="239154" y="97937"/>
                  </a:lnTo>
                  <a:lnTo>
                    <a:pt x="239720" y="97371"/>
                  </a:lnTo>
                  <a:lnTo>
                    <a:pt x="240286" y="96791"/>
                  </a:lnTo>
                  <a:lnTo>
                    <a:pt x="240826" y="96199"/>
                  </a:lnTo>
                  <a:lnTo>
                    <a:pt x="241339" y="95580"/>
                  </a:lnTo>
                  <a:lnTo>
                    <a:pt x="241840" y="94948"/>
                  </a:lnTo>
                  <a:lnTo>
                    <a:pt x="242313" y="94290"/>
                  </a:lnTo>
                  <a:lnTo>
                    <a:pt x="242761" y="93632"/>
                  </a:lnTo>
                  <a:lnTo>
                    <a:pt x="243195" y="92948"/>
                  </a:lnTo>
                  <a:lnTo>
                    <a:pt x="243603" y="92263"/>
                  </a:lnTo>
                  <a:lnTo>
                    <a:pt x="243985" y="91552"/>
                  </a:lnTo>
                  <a:lnTo>
                    <a:pt x="244354" y="90828"/>
                  </a:lnTo>
                  <a:lnTo>
                    <a:pt x="244683" y="90091"/>
                  </a:lnTo>
                  <a:lnTo>
                    <a:pt x="244999" y="89341"/>
                  </a:lnTo>
                  <a:lnTo>
                    <a:pt x="245288" y="88590"/>
                  </a:lnTo>
                  <a:lnTo>
                    <a:pt x="245552" y="87814"/>
                  </a:lnTo>
                  <a:lnTo>
                    <a:pt x="245789" y="87037"/>
                  </a:lnTo>
                  <a:lnTo>
                    <a:pt x="245999" y="86247"/>
                  </a:lnTo>
                  <a:lnTo>
                    <a:pt x="246183" y="85458"/>
                  </a:lnTo>
                  <a:lnTo>
                    <a:pt x="246341" y="84641"/>
                  </a:lnTo>
                  <a:lnTo>
                    <a:pt x="246473" y="83825"/>
                  </a:lnTo>
                  <a:lnTo>
                    <a:pt x="246578" y="83009"/>
                  </a:lnTo>
                  <a:lnTo>
                    <a:pt x="246644" y="82180"/>
                  </a:lnTo>
                  <a:lnTo>
                    <a:pt x="246697" y="81351"/>
                  </a:lnTo>
                  <a:lnTo>
                    <a:pt x="246710" y="80508"/>
                  </a:lnTo>
                  <a:lnTo>
                    <a:pt x="246697" y="79955"/>
                  </a:lnTo>
                  <a:lnTo>
                    <a:pt x="246684" y="79415"/>
                  </a:lnTo>
                  <a:lnTo>
                    <a:pt x="246657" y="78863"/>
                  </a:lnTo>
                  <a:lnTo>
                    <a:pt x="246605" y="78336"/>
                  </a:lnTo>
                  <a:lnTo>
                    <a:pt x="246552" y="77796"/>
                  </a:lnTo>
                  <a:lnTo>
                    <a:pt x="246486" y="77257"/>
                  </a:lnTo>
                  <a:lnTo>
                    <a:pt x="246407" y="76730"/>
                  </a:lnTo>
                  <a:lnTo>
                    <a:pt x="246328" y="76217"/>
                  </a:lnTo>
                  <a:lnTo>
                    <a:pt x="246223" y="75690"/>
                  </a:lnTo>
                  <a:lnTo>
                    <a:pt x="246118" y="75177"/>
                  </a:lnTo>
                  <a:lnTo>
                    <a:pt x="245999" y="74663"/>
                  </a:lnTo>
                  <a:lnTo>
                    <a:pt x="245868" y="74150"/>
                  </a:lnTo>
                  <a:lnTo>
                    <a:pt x="245723" y="73650"/>
                  </a:lnTo>
                  <a:lnTo>
                    <a:pt x="245565" y="73150"/>
                  </a:lnTo>
                  <a:lnTo>
                    <a:pt x="245394" y="72663"/>
                  </a:lnTo>
                  <a:lnTo>
                    <a:pt x="245223" y="72176"/>
                  </a:lnTo>
                  <a:lnTo>
                    <a:pt x="245038" y="71689"/>
                  </a:lnTo>
                  <a:lnTo>
                    <a:pt x="244841" y="71201"/>
                  </a:lnTo>
                  <a:lnTo>
                    <a:pt x="244643" y="70728"/>
                  </a:lnTo>
                  <a:lnTo>
                    <a:pt x="244433" y="70267"/>
                  </a:lnTo>
                  <a:lnTo>
                    <a:pt x="244196" y="69806"/>
                  </a:lnTo>
                  <a:lnTo>
                    <a:pt x="243972" y="69345"/>
                  </a:lnTo>
                  <a:lnTo>
                    <a:pt x="243722" y="68898"/>
                  </a:lnTo>
                  <a:lnTo>
                    <a:pt x="243472" y="68450"/>
                  </a:lnTo>
                  <a:lnTo>
                    <a:pt x="243209" y="68003"/>
                  </a:lnTo>
                  <a:lnTo>
                    <a:pt x="242932" y="67568"/>
                  </a:lnTo>
                  <a:lnTo>
                    <a:pt x="242656" y="67147"/>
                  </a:lnTo>
                  <a:lnTo>
                    <a:pt x="242366" y="66726"/>
                  </a:lnTo>
                  <a:lnTo>
                    <a:pt x="242076" y="66318"/>
                  </a:lnTo>
                  <a:lnTo>
                    <a:pt x="241761" y="65910"/>
                  </a:lnTo>
                  <a:lnTo>
                    <a:pt x="241445" y="65502"/>
                  </a:lnTo>
                  <a:lnTo>
                    <a:pt x="241129" y="65107"/>
                  </a:lnTo>
                  <a:lnTo>
                    <a:pt x="240800" y="64725"/>
                  </a:lnTo>
                  <a:lnTo>
                    <a:pt x="240457" y="64343"/>
                  </a:lnTo>
                  <a:lnTo>
                    <a:pt x="240115" y="63975"/>
                  </a:lnTo>
                  <a:lnTo>
                    <a:pt x="239760" y="63606"/>
                  </a:lnTo>
                  <a:lnTo>
                    <a:pt x="239391" y="63251"/>
                  </a:lnTo>
                  <a:lnTo>
                    <a:pt x="239023" y="62895"/>
                  </a:lnTo>
                  <a:lnTo>
                    <a:pt x="238641" y="62553"/>
                  </a:lnTo>
                  <a:lnTo>
                    <a:pt x="238259" y="62224"/>
                  </a:lnTo>
                  <a:lnTo>
                    <a:pt x="237864" y="61895"/>
                  </a:lnTo>
                  <a:lnTo>
                    <a:pt x="237469" y="61579"/>
                  </a:lnTo>
                  <a:lnTo>
                    <a:pt x="237061" y="61276"/>
                  </a:lnTo>
                  <a:lnTo>
                    <a:pt x="236653" y="60973"/>
                  </a:lnTo>
                  <a:lnTo>
                    <a:pt x="236232" y="60684"/>
                  </a:lnTo>
                  <a:lnTo>
                    <a:pt x="235797" y="60407"/>
                  </a:lnTo>
                  <a:lnTo>
                    <a:pt x="235363" y="60131"/>
                  </a:lnTo>
                  <a:lnTo>
                    <a:pt x="234929" y="59868"/>
                  </a:lnTo>
                  <a:lnTo>
                    <a:pt x="234481" y="59604"/>
                  </a:lnTo>
                  <a:lnTo>
                    <a:pt x="234034" y="59367"/>
                  </a:lnTo>
                  <a:lnTo>
                    <a:pt x="233573" y="59131"/>
                  </a:lnTo>
                  <a:lnTo>
                    <a:pt x="233112" y="58894"/>
                  </a:lnTo>
                  <a:lnTo>
                    <a:pt x="232638" y="58683"/>
                  </a:lnTo>
                  <a:lnTo>
                    <a:pt x="232164" y="58472"/>
                  </a:lnTo>
                  <a:lnTo>
                    <a:pt x="231690" y="58275"/>
                  </a:lnTo>
                  <a:lnTo>
                    <a:pt x="231203" y="58091"/>
                  </a:lnTo>
                  <a:lnTo>
                    <a:pt x="230716" y="57906"/>
                  </a:lnTo>
                  <a:lnTo>
                    <a:pt x="230216" y="57748"/>
                  </a:lnTo>
                  <a:lnTo>
                    <a:pt x="229716" y="57590"/>
                  </a:lnTo>
                  <a:lnTo>
                    <a:pt x="229216" y="57446"/>
                  </a:lnTo>
                  <a:lnTo>
                    <a:pt x="228702" y="57314"/>
                  </a:lnTo>
                  <a:lnTo>
                    <a:pt x="228189" y="57182"/>
                  </a:lnTo>
                  <a:lnTo>
                    <a:pt x="227676" y="57077"/>
                  </a:lnTo>
                  <a:lnTo>
                    <a:pt x="227149" y="56972"/>
                  </a:lnTo>
                  <a:lnTo>
                    <a:pt x="227228" y="56550"/>
                  </a:lnTo>
                  <a:lnTo>
                    <a:pt x="227307" y="56116"/>
                  </a:lnTo>
                  <a:lnTo>
                    <a:pt x="227360" y="55695"/>
                  </a:lnTo>
                  <a:lnTo>
                    <a:pt x="227412" y="55274"/>
                  </a:lnTo>
                  <a:lnTo>
                    <a:pt x="227452" y="54839"/>
                  </a:lnTo>
                  <a:lnTo>
                    <a:pt x="227478" y="54405"/>
                  </a:lnTo>
                  <a:lnTo>
                    <a:pt x="227491" y="53970"/>
                  </a:lnTo>
                  <a:lnTo>
                    <a:pt x="227504" y="53536"/>
                  </a:lnTo>
                  <a:lnTo>
                    <a:pt x="227491" y="53102"/>
                  </a:lnTo>
                  <a:lnTo>
                    <a:pt x="227478" y="52667"/>
                  </a:lnTo>
                  <a:lnTo>
                    <a:pt x="227452" y="52246"/>
                  </a:lnTo>
                  <a:lnTo>
                    <a:pt x="227412" y="51825"/>
                  </a:lnTo>
                  <a:lnTo>
                    <a:pt x="227360" y="51390"/>
                  </a:lnTo>
                  <a:lnTo>
                    <a:pt x="227307" y="50982"/>
                  </a:lnTo>
                  <a:lnTo>
                    <a:pt x="227241" y="50561"/>
                  </a:lnTo>
                  <a:lnTo>
                    <a:pt x="227162" y="50153"/>
                  </a:lnTo>
                  <a:lnTo>
                    <a:pt x="227070" y="49732"/>
                  </a:lnTo>
                  <a:lnTo>
                    <a:pt x="226965" y="49337"/>
                  </a:lnTo>
                  <a:lnTo>
                    <a:pt x="226859" y="48929"/>
                  </a:lnTo>
                  <a:lnTo>
                    <a:pt x="226741" y="48534"/>
                  </a:lnTo>
                  <a:lnTo>
                    <a:pt x="226609" y="48139"/>
                  </a:lnTo>
                  <a:lnTo>
                    <a:pt x="226478" y="47757"/>
                  </a:lnTo>
                  <a:lnTo>
                    <a:pt x="226333" y="47362"/>
                  </a:lnTo>
                  <a:lnTo>
                    <a:pt x="226175" y="46981"/>
                  </a:lnTo>
                  <a:lnTo>
                    <a:pt x="226004" y="46612"/>
                  </a:lnTo>
                  <a:lnTo>
                    <a:pt x="225833" y="46243"/>
                  </a:lnTo>
                  <a:lnTo>
                    <a:pt x="225648" y="45875"/>
                  </a:lnTo>
                  <a:lnTo>
                    <a:pt x="225464" y="45519"/>
                  </a:lnTo>
                  <a:lnTo>
                    <a:pt x="225267" y="45164"/>
                  </a:lnTo>
                  <a:lnTo>
                    <a:pt x="225056" y="44809"/>
                  </a:lnTo>
                  <a:lnTo>
                    <a:pt x="224845" y="44466"/>
                  </a:lnTo>
                  <a:lnTo>
                    <a:pt x="224622" y="44124"/>
                  </a:lnTo>
                  <a:lnTo>
                    <a:pt x="224385" y="43795"/>
                  </a:lnTo>
                  <a:lnTo>
                    <a:pt x="224148" y="43466"/>
                  </a:lnTo>
                  <a:lnTo>
                    <a:pt x="223898" y="43137"/>
                  </a:lnTo>
                  <a:lnTo>
                    <a:pt x="223648" y="42821"/>
                  </a:lnTo>
                  <a:lnTo>
                    <a:pt x="223384" y="42518"/>
                  </a:lnTo>
                  <a:lnTo>
                    <a:pt x="223121" y="42215"/>
                  </a:lnTo>
                  <a:lnTo>
                    <a:pt x="222845" y="41913"/>
                  </a:lnTo>
                  <a:lnTo>
                    <a:pt x="222555" y="41623"/>
                  </a:lnTo>
                  <a:lnTo>
                    <a:pt x="222265" y="41347"/>
                  </a:lnTo>
                  <a:lnTo>
                    <a:pt x="221976" y="41070"/>
                  </a:lnTo>
                  <a:lnTo>
                    <a:pt x="221673" y="40807"/>
                  </a:lnTo>
                  <a:lnTo>
                    <a:pt x="221357" y="40544"/>
                  </a:lnTo>
                  <a:lnTo>
                    <a:pt x="221041" y="40280"/>
                  </a:lnTo>
                  <a:lnTo>
                    <a:pt x="220725" y="40043"/>
                  </a:lnTo>
                  <a:lnTo>
                    <a:pt x="220396" y="39806"/>
                  </a:lnTo>
                  <a:lnTo>
                    <a:pt x="220067" y="39570"/>
                  </a:lnTo>
                  <a:lnTo>
                    <a:pt x="219725" y="39346"/>
                  </a:lnTo>
                  <a:lnTo>
                    <a:pt x="219383" y="39135"/>
                  </a:lnTo>
                  <a:lnTo>
                    <a:pt x="219027" y="38925"/>
                  </a:lnTo>
                  <a:lnTo>
                    <a:pt x="218672" y="38727"/>
                  </a:lnTo>
                  <a:lnTo>
                    <a:pt x="218316" y="38530"/>
                  </a:lnTo>
                  <a:lnTo>
                    <a:pt x="217948" y="38345"/>
                  </a:lnTo>
                  <a:lnTo>
                    <a:pt x="217579" y="38174"/>
                  </a:lnTo>
                  <a:lnTo>
                    <a:pt x="217197" y="38016"/>
                  </a:lnTo>
                  <a:lnTo>
                    <a:pt x="216816" y="37858"/>
                  </a:lnTo>
                  <a:lnTo>
                    <a:pt x="216434" y="37713"/>
                  </a:lnTo>
                  <a:lnTo>
                    <a:pt x="216052" y="37569"/>
                  </a:lnTo>
                  <a:lnTo>
                    <a:pt x="215657" y="37450"/>
                  </a:lnTo>
                  <a:lnTo>
                    <a:pt x="215262" y="37332"/>
                  </a:lnTo>
                  <a:lnTo>
                    <a:pt x="214854" y="37213"/>
                  </a:lnTo>
                  <a:lnTo>
                    <a:pt x="214446" y="37121"/>
                  </a:lnTo>
                  <a:lnTo>
                    <a:pt x="214038" y="37029"/>
                  </a:lnTo>
                  <a:lnTo>
                    <a:pt x="213630" y="36950"/>
                  </a:lnTo>
                  <a:lnTo>
                    <a:pt x="213209" y="36884"/>
                  </a:lnTo>
                  <a:lnTo>
                    <a:pt x="212788" y="36818"/>
                  </a:lnTo>
                  <a:lnTo>
                    <a:pt x="212366" y="36779"/>
                  </a:lnTo>
                  <a:lnTo>
                    <a:pt x="211945" y="36739"/>
                  </a:lnTo>
                  <a:lnTo>
                    <a:pt x="211511" y="36713"/>
                  </a:lnTo>
                  <a:lnTo>
                    <a:pt x="211090" y="36687"/>
                  </a:lnTo>
                  <a:lnTo>
                    <a:pt x="210655" y="36687"/>
                  </a:lnTo>
                  <a:lnTo>
                    <a:pt x="210195" y="36700"/>
                  </a:lnTo>
                  <a:lnTo>
                    <a:pt x="209734" y="36713"/>
                  </a:lnTo>
                  <a:lnTo>
                    <a:pt x="209273" y="36739"/>
                  </a:lnTo>
                  <a:lnTo>
                    <a:pt x="208812" y="36792"/>
                  </a:lnTo>
                  <a:lnTo>
                    <a:pt x="208760" y="36292"/>
                  </a:lnTo>
                  <a:lnTo>
                    <a:pt x="208707" y="35805"/>
                  </a:lnTo>
                  <a:lnTo>
                    <a:pt x="208641" y="35318"/>
                  </a:lnTo>
                  <a:lnTo>
                    <a:pt x="208562" y="34844"/>
                  </a:lnTo>
                  <a:lnTo>
                    <a:pt x="208483" y="34357"/>
                  </a:lnTo>
                  <a:lnTo>
                    <a:pt x="208378" y="33883"/>
                  </a:lnTo>
                  <a:lnTo>
                    <a:pt x="208259" y="33422"/>
                  </a:lnTo>
                  <a:lnTo>
                    <a:pt x="208141" y="32948"/>
                  </a:lnTo>
                  <a:lnTo>
                    <a:pt x="208036" y="32567"/>
                  </a:lnTo>
                  <a:lnTo>
                    <a:pt x="207930" y="32172"/>
                  </a:lnTo>
                  <a:lnTo>
                    <a:pt x="207825" y="31790"/>
                  </a:lnTo>
                  <a:lnTo>
                    <a:pt x="207693" y="31408"/>
                  </a:lnTo>
                  <a:lnTo>
                    <a:pt x="207575" y="31026"/>
                  </a:lnTo>
                  <a:lnTo>
                    <a:pt x="207430" y="30658"/>
                  </a:lnTo>
                  <a:lnTo>
                    <a:pt x="207285" y="30289"/>
                  </a:lnTo>
                  <a:lnTo>
                    <a:pt x="207141" y="29921"/>
                  </a:lnTo>
                  <a:lnTo>
                    <a:pt x="206969" y="29552"/>
                  </a:lnTo>
                  <a:lnTo>
                    <a:pt x="206811" y="29197"/>
                  </a:lnTo>
                  <a:lnTo>
                    <a:pt x="206640" y="28841"/>
                  </a:lnTo>
                  <a:lnTo>
                    <a:pt x="206456" y="28486"/>
                  </a:lnTo>
                  <a:lnTo>
                    <a:pt x="206259" y="28144"/>
                  </a:lnTo>
                  <a:lnTo>
                    <a:pt x="206074" y="27801"/>
                  </a:lnTo>
                  <a:lnTo>
                    <a:pt x="205864" y="27472"/>
                  </a:lnTo>
                  <a:lnTo>
                    <a:pt x="205653" y="27130"/>
                  </a:lnTo>
                  <a:lnTo>
                    <a:pt x="205442" y="26801"/>
                  </a:lnTo>
                  <a:lnTo>
                    <a:pt x="205219" y="26485"/>
                  </a:lnTo>
                  <a:lnTo>
                    <a:pt x="204995" y="26169"/>
                  </a:lnTo>
                  <a:lnTo>
                    <a:pt x="204758" y="25853"/>
                  </a:lnTo>
                  <a:lnTo>
                    <a:pt x="204521" y="25537"/>
                  </a:lnTo>
                  <a:lnTo>
                    <a:pt x="204271" y="25234"/>
                  </a:lnTo>
                  <a:lnTo>
                    <a:pt x="204021" y="24932"/>
                  </a:lnTo>
                  <a:lnTo>
                    <a:pt x="203758" y="24642"/>
                  </a:lnTo>
                  <a:lnTo>
                    <a:pt x="203494" y="24353"/>
                  </a:lnTo>
                  <a:lnTo>
                    <a:pt x="203231" y="24076"/>
                  </a:lnTo>
                  <a:lnTo>
                    <a:pt x="202955" y="23800"/>
                  </a:lnTo>
                  <a:lnTo>
                    <a:pt x="202665" y="23523"/>
                  </a:lnTo>
                  <a:lnTo>
                    <a:pt x="202375" y="23260"/>
                  </a:lnTo>
                  <a:lnTo>
                    <a:pt x="202086" y="22997"/>
                  </a:lnTo>
                  <a:lnTo>
                    <a:pt x="201783" y="22747"/>
                  </a:lnTo>
                  <a:lnTo>
                    <a:pt x="201480" y="22496"/>
                  </a:lnTo>
                  <a:lnTo>
                    <a:pt x="201178" y="22260"/>
                  </a:lnTo>
                  <a:lnTo>
                    <a:pt x="200862" y="22023"/>
                  </a:lnTo>
                  <a:lnTo>
                    <a:pt x="200546" y="21799"/>
                  </a:lnTo>
                  <a:lnTo>
                    <a:pt x="200217" y="21575"/>
                  </a:lnTo>
                  <a:lnTo>
                    <a:pt x="199901" y="21351"/>
                  </a:lnTo>
                  <a:lnTo>
                    <a:pt x="199558" y="21141"/>
                  </a:lnTo>
                  <a:lnTo>
                    <a:pt x="199229" y="20943"/>
                  </a:lnTo>
                  <a:lnTo>
                    <a:pt x="198887" y="20746"/>
                  </a:lnTo>
                  <a:lnTo>
                    <a:pt x="198545" y="20561"/>
                  </a:lnTo>
                  <a:lnTo>
                    <a:pt x="198189" y="20377"/>
                  </a:lnTo>
                  <a:lnTo>
                    <a:pt x="197834" y="20206"/>
                  </a:lnTo>
                  <a:lnTo>
                    <a:pt x="197479" y="20035"/>
                  </a:lnTo>
                  <a:lnTo>
                    <a:pt x="197110" y="19877"/>
                  </a:lnTo>
                  <a:lnTo>
                    <a:pt x="196755" y="19719"/>
                  </a:lnTo>
                  <a:lnTo>
                    <a:pt x="196373" y="19574"/>
                  </a:lnTo>
                  <a:lnTo>
                    <a:pt x="196004" y="19443"/>
                  </a:lnTo>
                  <a:lnTo>
                    <a:pt x="195623" y="19311"/>
                  </a:lnTo>
                  <a:lnTo>
                    <a:pt x="195241" y="19179"/>
                  </a:lnTo>
                  <a:lnTo>
                    <a:pt x="194859" y="19074"/>
                  </a:lnTo>
                  <a:lnTo>
                    <a:pt x="194477" y="18955"/>
                  </a:lnTo>
                  <a:lnTo>
                    <a:pt x="194082" y="18863"/>
                  </a:lnTo>
                  <a:lnTo>
                    <a:pt x="193687" y="18771"/>
                  </a:lnTo>
                  <a:lnTo>
                    <a:pt x="193293" y="18692"/>
                  </a:lnTo>
                  <a:lnTo>
                    <a:pt x="192898" y="18613"/>
                  </a:lnTo>
                  <a:lnTo>
                    <a:pt x="192490" y="18547"/>
                  </a:lnTo>
                  <a:lnTo>
                    <a:pt x="192082" y="18495"/>
                  </a:lnTo>
                  <a:lnTo>
                    <a:pt x="191673" y="18442"/>
                  </a:lnTo>
                  <a:lnTo>
                    <a:pt x="191265" y="18403"/>
                  </a:lnTo>
                  <a:lnTo>
                    <a:pt x="190857" y="18376"/>
                  </a:lnTo>
                  <a:lnTo>
                    <a:pt x="190436" y="18350"/>
                  </a:lnTo>
                  <a:lnTo>
                    <a:pt x="190015" y="18337"/>
                  </a:lnTo>
                  <a:lnTo>
                    <a:pt x="189607" y="18324"/>
                  </a:lnTo>
                  <a:lnTo>
                    <a:pt x="188922" y="18337"/>
                  </a:lnTo>
                  <a:lnTo>
                    <a:pt x="188251" y="18376"/>
                  </a:lnTo>
                  <a:lnTo>
                    <a:pt x="187593" y="18442"/>
                  </a:lnTo>
                  <a:lnTo>
                    <a:pt x="186935" y="18521"/>
                  </a:lnTo>
                  <a:lnTo>
                    <a:pt x="186290" y="18626"/>
                  </a:lnTo>
                  <a:lnTo>
                    <a:pt x="185645" y="18745"/>
                  </a:lnTo>
                  <a:lnTo>
                    <a:pt x="185013" y="18890"/>
                  </a:lnTo>
                  <a:lnTo>
                    <a:pt x="184381" y="19061"/>
                  </a:lnTo>
                  <a:lnTo>
                    <a:pt x="183907" y="19179"/>
                  </a:lnTo>
                  <a:lnTo>
                    <a:pt x="183433" y="19324"/>
                  </a:lnTo>
                  <a:lnTo>
                    <a:pt x="182959" y="19469"/>
                  </a:lnTo>
                  <a:lnTo>
                    <a:pt x="182499" y="19627"/>
                  </a:lnTo>
                  <a:lnTo>
                    <a:pt x="182038" y="19798"/>
                  </a:lnTo>
                  <a:lnTo>
                    <a:pt x="181577" y="19982"/>
                  </a:lnTo>
                  <a:lnTo>
                    <a:pt x="181116" y="20180"/>
                  </a:lnTo>
                  <a:lnTo>
                    <a:pt x="180669" y="20377"/>
                  </a:lnTo>
                  <a:lnTo>
                    <a:pt x="180234" y="20601"/>
                  </a:lnTo>
                  <a:lnTo>
                    <a:pt x="179800" y="20825"/>
                  </a:lnTo>
                  <a:lnTo>
                    <a:pt x="179366" y="21062"/>
                  </a:lnTo>
                  <a:lnTo>
                    <a:pt x="178944" y="21312"/>
                  </a:lnTo>
                  <a:lnTo>
                    <a:pt x="178523" y="21575"/>
                  </a:lnTo>
                  <a:lnTo>
                    <a:pt x="178102" y="21838"/>
                  </a:lnTo>
                  <a:lnTo>
                    <a:pt x="177694" y="22115"/>
                  </a:lnTo>
                  <a:lnTo>
                    <a:pt x="177299" y="22417"/>
                  </a:lnTo>
                  <a:lnTo>
                    <a:pt x="177088" y="21917"/>
                  </a:lnTo>
                  <a:lnTo>
                    <a:pt x="176865" y="21417"/>
                  </a:lnTo>
                  <a:lnTo>
                    <a:pt x="176641" y="20930"/>
                  </a:lnTo>
                  <a:lnTo>
                    <a:pt x="176404" y="20443"/>
                  </a:lnTo>
                  <a:lnTo>
                    <a:pt x="176154" y="19969"/>
                  </a:lnTo>
                  <a:lnTo>
                    <a:pt x="175904" y="19495"/>
                  </a:lnTo>
                  <a:lnTo>
                    <a:pt x="175640" y="19021"/>
                  </a:lnTo>
                  <a:lnTo>
                    <a:pt x="175364" y="18561"/>
                  </a:lnTo>
                  <a:lnTo>
                    <a:pt x="175087" y="18113"/>
                  </a:lnTo>
                  <a:lnTo>
                    <a:pt x="174811" y="17652"/>
                  </a:lnTo>
                  <a:lnTo>
                    <a:pt x="174508" y="17218"/>
                  </a:lnTo>
                  <a:lnTo>
                    <a:pt x="174206" y="16783"/>
                  </a:lnTo>
                  <a:lnTo>
                    <a:pt x="173903" y="16349"/>
                  </a:lnTo>
                  <a:lnTo>
                    <a:pt x="173587" y="15915"/>
                  </a:lnTo>
                  <a:lnTo>
                    <a:pt x="173258" y="15507"/>
                  </a:lnTo>
                  <a:lnTo>
                    <a:pt x="172929" y="15085"/>
                  </a:lnTo>
                  <a:lnTo>
                    <a:pt x="172586" y="14690"/>
                  </a:lnTo>
                  <a:lnTo>
                    <a:pt x="172244" y="14282"/>
                  </a:lnTo>
                  <a:lnTo>
                    <a:pt x="171889" y="13888"/>
                  </a:lnTo>
                  <a:lnTo>
                    <a:pt x="171533" y="13506"/>
                  </a:lnTo>
                  <a:lnTo>
                    <a:pt x="171165" y="13124"/>
                  </a:lnTo>
                  <a:lnTo>
                    <a:pt x="170796" y="12755"/>
                  </a:lnTo>
                  <a:lnTo>
                    <a:pt x="170414" y="12387"/>
                  </a:lnTo>
                  <a:lnTo>
                    <a:pt x="170020" y="12031"/>
                  </a:lnTo>
                  <a:lnTo>
                    <a:pt x="169638" y="11689"/>
                  </a:lnTo>
                  <a:lnTo>
                    <a:pt x="169230" y="11334"/>
                  </a:lnTo>
                  <a:lnTo>
                    <a:pt x="168835" y="11005"/>
                  </a:lnTo>
                  <a:lnTo>
                    <a:pt x="168414" y="10676"/>
                  </a:lnTo>
                  <a:lnTo>
                    <a:pt x="168006" y="10360"/>
                  </a:lnTo>
                  <a:lnTo>
                    <a:pt x="167584" y="10044"/>
                  </a:lnTo>
                  <a:lnTo>
                    <a:pt x="167150" y="9741"/>
                  </a:lnTo>
                  <a:lnTo>
                    <a:pt x="166716" y="9438"/>
                  </a:lnTo>
                  <a:lnTo>
                    <a:pt x="166281" y="9149"/>
                  </a:lnTo>
                  <a:lnTo>
                    <a:pt x="165834" y="8859"/>
                  </a:lnTo>
                  <a:lnTo>
                    <a:pt x="165386" y="8596"/>
                  </a:lnTo>
                  <a:lnTo>
                    <a:pt x="164925" y="8319"/>
                  </a:lnTo>
                  <a:lnTo>
                    <a:pt x="164465" y="8069"/>
                  </a:lnTo>
                  <a:lnTo>
                    <a:pt x="164004" y="7819"/>
                  </a:lnTo>
                  <a:lnTo>
                    <a:pt x="163530" y="7582"/>
                  </a:lnTo>
                  <a:lnTo>
                    <a:pt x="163056" y="7345"/>
                  </a:lnTo>
                  <a:lnTo>
                    <a:pt x="162582" y="7121"/>
                  </a:lnTo>
                  <a:lnTo>
                    <a:pt x="162095" y="6911"/>
                  </a:lnTo>
                  <a:lnTo>
                    <a:pt x="161608" y="6700"/>
                  </a:lnTo>
                  <a:lnTo>
                    <a:pt x="161108" y="6503"/>
                  </a:lnTo>
                  <a:lnTo>
                    <a:pt x="160621" y="6305"/>
                  </a:lnTo>
                  <a:lnTo>
                    <a:pt x="160121" y="6134"/>
                  </a:lnTo>
                  <a:lnTo>
                    <a:pt x="159607" y="5963"/>
                  </a:lnTo>
                  <a:lnTo>
                    <a:pt x="159107" y="5792"/>
                  </a:lnTo>
                  <a:lnTo>
                    <a:pt x="158594" y="5647"/>
                  </a:lnTo>
                  <a:lnTo>
                    <a:pt x="158067" y="5502"/>
                  </a:lnTo>
                  <a:lnTo>
                    <a:pt x="157554" y="5371"/>
                  </a:lnTo>
                  <a:lnTo>
                    <a:pt x="157027" y="5239"/>
                  </a:lnTo>
                  <a:lnTo>
                    <a:pt x="156501" y="5121"/>
                  </a:lnTo>
                  <a:lnTo>
                    <a:pt x="155974" y="5015"/>
                  </a:lnTo>
                  <a:lnTo>
                    <a:pt x="155434" y="4923"/>
                  </a:lnTo>
                  <a:lnTo>
                    <a:pt x="154908" y="4831"/>
                  </a:lnTo>
                  <a:lnTo>
                    <a:pt x="154368" y="4765"/>
                  </a:lnTo>
                  <a:lnTo>
                    <a:pt x="153828" y="4686"/>
                  </a:lnTo>
                  <a:lnTo>
                    <a:pt x="153276" y="4634"/>
                  </a:lnTo>
                  <a:lnTo>
                    <a:pt x="152736" y="4594"/>
                  </a:lnTo>
                  <a:lnTo>
                    <a:pt x="152183" y="4555"/>
                  </a:lnTo>
                  <a:lnTo>
                    <a:pt x="151630" y="4528"/>
                  </a:lnTo>
                  <a:lnTo>
                    <a:pt x="151077" y="4515"/>
                  </a:lnTo>
                  <a:lnTo>
                    <a:pt x="150524" y="4502"/>
                  </a:lnTo>
                  <a:lnTo>
                    <a:pt x="149616" y="4515"/>
                  </a:lnTo>
                  <a:lnTo>
                    <a:pt x="148721" y="4555"/>
                  </a:lnTo>
                  <a:lnTo>
                    <a:pt x="147839" y="4634"/>
                  </a:lnTo>
                  <a:lnTo>
                    <a:pt x="146944" y="4726"/>
                  </a:lnTo>
                  <a:lnTo>
                    <a:pt x="146075" y="4844"/>
                  </a:lnTo>
                  <a:lnTo>
                    <a:pt x="145206" y="4989"/>
                  </a:lnTo>
                  <a:lnTo>
                    <a:pt x="144338" y="5160"/>
                  </a:lnTo>
                  <a:lnTo>
                    <a:pt x="143482" y="5358"/>
                  </a:lnTo>
                  <a:lnTo>
                    <a:pt x="142837" y="5529"/>
                  </a:lnTo>
                  <a:lnTo>
                    <a:pt x="142192" y="5700"/>
                  </a:lnTo>
                  <a:lnTo>
                    <a:pt x="141560" y="5897"/>
                  </a:lnTo>
                  <a:lnTo>
                    <a:pt x="140928" y="6121"/>
                  </a:lnTo>
                  <a:lnTo>
                    <a:pt x="140349" y="6332"/>
                  </a:lnTo>
                  <a:lnTo>
                    <a:pt x="139770" y="6555"/>
                  </a:lnTo>
                  <a:lnTo>
                    <a:pt x="139204" y="6792"/>
                  </a:lnTo>
                  <a:lnTo>
                    <a:pt x="138625" y="7042"/>
                  </a:lnTo>
                  <a:lnTo>
                    <a:pt x="138072" y="7293"/>
                  </a:lnTo>
                  <a:lnTo>
                    <a:pt x="137519" y="7569"/>
                  </a:lnTo>
                  <a:lnTo>
                    <a:pt x="136966" y="7859"/>
                  </a:lnTo>
                  <a:lnTo>
                    <a:pt x="136413" y="8148"/>
                  </a:lnTo>
                  <a:lnTo>
                    <a:pt x="135873" y="8464"/>
                  </a:lnTo>
                  <a:lnTo>
                    <a:pt x="135347" y="8780"/>
                  </a:lnTo>
                  <a:lnTo>
                    <a:pt x="134820" y="9109"/>
                  </a:lnTo>
                  <a:lnTo>
                    <a:pt x="134307" y="9465"/>
                  </a:lnTo>
                  <a:lnTo>
                    <a:pt x="133794" y="9820"/>
                  </a:lnTo>
                  <a:lnTo>
                    <a:pt x="133280" y="10189"/>
                  </a:lnTo>
                  <a:lnTo>
                    <a:pt x="132780" y="10570"/>
                  </a:lnTo>
                  <a:lnTo>
                    <a:pt x="132293" y="10952"/>
                  </a:lnTo>
                  <a:lnTo>
                    <a:pt x="131938" y="10333"/>
                  </a:lnTo>
                  <a:lnTo>
                    <a:pt x="131569" y="9728"/>
                  </a:lnTo>
                  <a:lnTo>
                    <a:pt x="131174" y="9149"/>
                  </a:lnTo>
                  <a:lnTo>
                    <a:pt x="130766" y="8569"/>
                  </a:lnTo>
                  <a:lnTo>
                    <a:pt x="130345" y="8003"/>
                  </a:lnTo>
                  <a:lnTo>
                    <a:pt x="129897" y="7464"/>
                  </a:lnTo>
                  <a:lnTo>
                    <a:pt x="129437" y="6937"/>
                  </a:lnTo>
                  <a:lnTo>
                    <a:pt x="128963" y="6424"/>
                  </a:lnTo>
                  <a:lnTo>
                    <a:pt x="128462" y="5937"/>
                  </a:lnTo>
                  <a:lnTo>
                    <a:pt x="127962" y="5450"/>
                  </a:lnTo>
                  <a:lnTo>
                    <a:pt x="127436" y="4989"/>
                  </a:lnTo>
                  <a:lnTo>
                    <a:pt x="126896" y="4555"/>
                  </a:lnTo>
                  <a:lnTo>
                    <a:pt x="126343" y="4133"/>
                  </a:lnTo>
                  <a:lnTo>
                    <a:pt x="125777" y="3725"/>
                  </a:lnTo>
                  <a:lnTo>
                    <a:pt x="125198" y="3344"/>
                  </a:lnTo>
                  <a:lnTo>
                    <a:pt x="124606" y="2975"/>
                  </a:lnTo>
                  <a:lnTo>
                    <a:pt x="124000" y="2620"/>
                  </a:lnTo>
                  <a:lnTo>
                    <a:pt x="123381" y="2290"/>
                  </a:lnTo>
                  <a:lnTo>
                    <a:pt x="122763" y="1988"/>
                  </a:lnTo>
                  <a:lnTo>
                    <a:pt x="122118" y="1698"/>
                  </a:lnTo>
                  <a:lnTo>
                    <a:pt x="121473" y="1435"/>
                  </a:lnTo>
                  <a:lnTo>
                    <a:pt x="120814" y="1198"/>
                  </a:lnTo>
                  <a:lnTo>
                    <a:pt x="120143" y="974"/>
                  </a:lnTo>
                  <a:lnTo>
                    <a:pt x="119472" y="777"/>
                  </a:lnTo>
                  <a:lnTo>
                    <a:pt x="118774" y="592"/>
                  </a:lnTo>
                  <a:lnTo>
                    <a:pt x="118090" y="434"/>
                  </a:lnTo>
                  <a:lnTo>
                    <a:pt x="117379" y="303"/>
                  </a:lnTo>
                  <a:lnTo>
                    <a:pt x="116681" y="197"/>
                  </a:lnTo>
                  <a:lnTo>
                    <a:pt x="115957" y="105"/>
                  </a:lnTo>
                  <a:lnTo>
                    <a:pt x="115246" y="53"/>
                  </a:lnTo>
                  <a:lnTo>
                    <a:pt x="114509" y="13"/>
                  </a:lnTo>
                  <a:lnTo>
                    <a:pt x="1137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790;p24">
              <a:extLst>
                <a:ext uri="{FF2B5EF4-FFF2-40B4-BE49-F238E27FC236}">
                  <a16:creationId xmlns:a16="http://schemas.microsoft.com/office/drawing/2014/main" id="{AFEF5461-90B8-CC89-84A7-55C22F0B096B}"/>
                </a:ext>
              </a:extLst>
            </p:cNvPr>
            <p:cNvSpPr/>
            <p:nvPr/>
          </p:nvSpPr>
          <p:spPr>
            <a:xfrm>
              <a:off x="4780475" y="3381225"/>
              <a:ext cx="1092925" cy="285350"/>
            </a:xfrm>
            <a:custGeom>
              <a:avLst/>
              <a:gdLst/>
              <a:ahLst/>
              <a:cxnLst/>
              <a:rect l="l" t="t" r="r" b="b"/>
              <a:pathLst>
                <a:path w="43717" h="11414" extrusionOk="0">
                  <a:moveTo>
                    <a:pt x="41333" y="7833"/>
                  </a:moveTo>
                  <a:lnTo>
                    <a:pt x="41452" y="7846"/>
                  </a:lnTo>
                  <a:lnTo>
                    <a:pt x="41570" y="7859"/>
                  </a:lnTo>
                  <a:lnTo>
                    <a:pt x="41689" y="7886"/>
                  </a:lnTo>
                  <a:lnTo>
                    <a:pt x="41794" y="7925"/>
                  </a:lnTo>
                  <a:lnTo>
                    <a:pt x="41899" y="7978"/>
                  </a:lnTo>
                  <a:lnTo>
                    <a:pt x="42005" y="8044"/>
                  </a:lnTo>
                  <a:lnTo>
                    <a:pt x="42097" y="8109"/>
                  </a:lnTo>
                  <a:lnTo>
                    <a:pt x="42176" y="8188"/>
                  </a:lnTo>
                  <a:lnTo>
                    <a:pt x="42255" y="8267"/>
                  </a:lnTo>
                  <a:lnTo>
                    <a:pt x="42321" y="8360"/>
                  </a:lnTo>
                  <a:lnTo>
                    <a:pt x="42387" y="8465"/>
                  </a:lnTo>
                  <a:lnTo>
                    <a:pt x="42439" y="8570"/>
                  </a:lnTo>
                  <a:lnTo>
                    <a:pt x="42479" y="8675"/>
                  </a:lnTo>
                  <a:lnTo>
                    <a:pt x="42505" y="8794"/>
                  </a:lnTo>
                  <a:lnTo>
                    <a:pt x="42518" y="8912"/>
                  </a:lnTo>
                  <a:lnTo>
                    <a:pt x="42531" y="9031"/>
                  </a:lnTo>
                  <a:lnTo>
                    <a:pt x="42518" y="9163"/>
                  </a:lnTo>
                  <a:lnTo>
                    <a:pt x="42505" y="9281"/>
                  </a:lnTo>
                  <a:lnTo>
                    <a:pt x="42479" y="9386"/>
                  </a:lnTo>
                  <a:lnTo>
                    <a:pt x="42439" y="9505"/>
                  </a:lnTo>
                  <a:lnTo>
                    <a:pt x="42387" y="9610"/>
                  </a:lnTo>
                  <a:lnTo>
                    <a:pt x="42321" y="9702"/>
                  </a:lnTo>
                  <a:lnTo>
                    <a:pt x="42255" y="9794"/>
                  </a:lnTo>
                  <a:lnTo>
                    <a:pt x="42176" y="9887"/>
                  </a:lnTo>
                  <a:lnTo>
                    <a:pt x="42097" y="9952"/>
                  </a:lnTo>
                  <a:lnTo>
                    <a:pt x="42005" y="10031"/>
                  </a:lnTo>
                  <a:lnTo>
                    <a:pt x="41899" y="10084"/>
                  </a:lnTo>
                  <a:lnTo>
                    <a:pt x="41794" y="10137"/>
                  </a:lnTo>
                  <a:lnTo>
                    <a:pt x="41689" y="10176"/>
                  </a:lnTo>
                  <a:lnTo>
                    <a:pt x="41570" y="10202"/>
                  </a:lnTo>
                  <a:lnTo>
                    <a:pt x="41452" y="10229"/>
                  </a:lnTo>
                  <a:lnTo>
                    <a:pt x="41215" y="10229"/>
                  </a:lnTo>
                  <a:lnTo>
                    <a:pt x="41097" y="10202"/>
                  </a:lnTo>
                  <a:lnTo>
                    <a:pt x="40978" y="10176"/>
                  </a:lnTo>
                  <a:lnTo>
                    <a:pt x="40873" y="10137"/>
                  </a:lnTo>
                  <a:lnTo>
                    <a:pt x="40767" y="10084"/>
                  </a:lnTo>
                  <a:lnTo>
                    <a:pt x="40662" y="10031"/>
                  </a:lnTo>
                  <a:lnTo>
                    <a:pt x="40570" y="9952"/>
                  </a:lnTo>
                  <a:lnTo>
                    <a:pt x="40491" y="9887"/>
                  </a:lnTo>
                  <a:lnTo>
                    <a:pt x="40412" y="9794"/>
                  </a:lnTo>
                  <a:lnTo>
                    <a:pt x="40346" y="9702"/>
                  </a:lnTo>
                  <a:lnTo>
                    <a:pt x="40280" y="9610"/>
                  </a:lnTo>
                  <a:lnTo>
                    <a:pt x="40228" y="9505"/>
                  </a:lnTo>
                  <a:lnTo>
                    <a:pt x="40188" y="9386"/>
                  </a:lnTo>
                  <a:lnTo>
                    <a:pt x="40162" y="9281"/>
                  </a:lnTo>
                  <a:lnTo>
                    <a:pt x="40136" y="9163"/>
                  </a:lnTo>
                  <a:lnTo>
                    <a:pt x="40136" y="9031"/>
                  </a:lnTo>
                  <a:lnTo>
                    <a:pt x="40136" y="8912"/>
                  </a:lnTo>
                  <a:lnTo>
                    <a:pt x="40162" y="8794"/>
                  </a:lnTo>
                  <a:lnTo>
                    <a:pt x="40188" y="8675"/>
                  </a:lnTo>
                  <a:lnTo>
                    <a:pt x="40228" y="8570"/>
                  </a:lnTo>
                  <a:lnTo>
                    <a:pt x="40280" y="8465"/>
                  </a:lnTo>
                  <a:lnTo>
                    <a:pt x="40346" y="8360"/>
                  </a:lnTo>
                  <a:lnTo>
                    <a:pt x="40412" y="8267"/>
                  </a:lnTo>
                  <a:lnTo>
                    <a:pt x="40491" y="8188"/>
                  </a:lnTo>
                  <a:lnTo>
                    <a:pt x="40570" y="8109"/>
                  </a:lnTo>
                  <a:lnTo>
                    <a:pt x="40662" y="8044"/>
                  </a:lnTo>
                  <a:lnTo>
                    <a:pt x="40767" y="7978"/>
                  </a:lnTo>
                  <a:lnTo>
                    <a:pt x="40873" y="7925"/>
                  </a:lnTo>
                  <a:lnTo>
                    <a:pt x="40978" y="7886"/>
                  </a:lnTo>
                  <a:lnTo>
                    <a:pt x="41097" y="7859"/>
                  </a:lnTo>
                  <a:lnTo>
                    <a:pt x="41215" y="7846"/>
                  </a:lnTo>
                  <a:lnTo>
                    <a:pt x="41333" y="7833"/>
                  </a:lnTo>
                  <a:close/>
                  <a:moveTo>
                    <a:pt x="0" y="1"/>
                  </a:moveTo>
                  <a:lnTo>
                    <a:pt x="0" y="9623"/>
                  </a:lnTo>
                  <a:lnTo>
                    <a:pt x="39030" y="9623"/>
                  </a:lnTo>
                  <a:lnTo>
                    <a:pt x="39083" y="9821"/>
                  </a:lnTo>
                  <a:lnTo>
                    <a:pt x="39161" y="9992"/>
                  </a:lnTo>
                  <a:lnTo>
                    <a:pt x="39240" y="10176"/>
                  </a:lnTo>
                  <a:lnTo>
                    <a:pt x="39346" y="10334"/>
                  </a:lnTo>
                  <a:lnTo>
                    <a:pt x="39451" y="10492"/>
                  </a:lnTo>
                  <a:lnTo>
                    <a:pt x="39583" y="10637"/>
                  </a:lnTo>
                  <a:lnTo>
                    <a:pt x="39714" y="10782"/>
                  </a:lnTo>
                  <a:lnTo>
                    <a:pt x="39859" y="10900"/>
                  </a:lnTo>
                  <a:lnTo>
                    <a:pt x="40017" y="11019"/>
                  </a:lnTo>
                  <a:lnTo>
                    <a:pt x="40188" y="11124"/>
                  </a:lnTo>
                  <a:lnTo>
                    <a:pt x="40359" y="11203"/>
                  </a:lnTo>
                  <a:lnTo>
                    <a:pt x="40544" y="11282"/>
                  </a:lnTo>
                  <a:lnTo>
                    <a:pt x="40728" y="11335"/>
                  </a:lnTo>
                  <a:lnTo>
                    <a:pt x="40925" y="11374"/>
                  </a:lnTo>
                  <a:lnTo>
                    <a:pt x="41123" y="11400"/>
                  </a:lnTo>
                  <a:lnTo>
                    <a:pt x="41333" y="11414"/>
                  </a:lnTo>
                  <a:lnTo>
                    <a:pt x="41570" y="11400"/>
                  </a:lnTo>
                  <a:lnTo>
                    <a:pt x="41807" y="11361"/>
                  </a:lnTo>
                  <a:lnTo>
                    <a:pt x="42044" y="11308"/>
                  </a:lnTo>
                  <a:lnTo>
                    <a:pt x="42255" y="11229"/>
                  </a:lnTo>
                  <a:lnTo>
                    <a:pt x="42466" y="11124"/>
                  </a:lnTo>
                  <a:lnTo>
                    <a:pt x="42663" y="11005"/>
                  </a:lnTo>
                  <a:lnTo>
                    <a:pt x="42847" y="10874"/>
                  </a:lnTo>
                  <a:lnTo>
                    <a:pt x="43018" y="10716"/>
                  </a:lnTo>
                  <a:lnTo>
                    <a:pt x="43163" y="10545"/>
                  </a:lnTo>
                  <a:lnTo>
                    <a:pt x="43308" y="10360"/>
                  </a:lnTo>
                  <a:lnTo>
                    <a:pt x="43426" y="10163"/>
                  </a:lnTo>
                  <a:lnTo>
                    <a:pt x="43519" y="9966"/>
                  </a:lnTo>
                  <a:lnTo>
                    <a:pt x="43611" y="9742"/>
                  </a:lnTo>
                  <a:lnTo>
                    <a:pt x="43663" y="9518"/>
                  </a:lnTo>
                  <a:lnTo>
                    <a:pt x="43703" y="9281"/>
                  </a:lnTo>
                  <a:lnTo>
                    <a:pt x="43716" y="9031"/>
                  </a:lnTo>
                  <a:lnTo>
                    <a:pt x="43703" y="8794"/>
                  </a:lnTo>
                  <a:lnTo>
                    <a:pt x="43663" y="8557"/>
                  </a:lnTo>
                  <a:lnTo>
                    <a:pt x="43611" y="8333"/>
                  </a:lnTo>
                  <a:lnTo>
                    <a:pt x="43519" y="8109"/>
                  </a:lnTo>
                  <a:lnTo>
                    <a:pt x="43426" y="7899"/>
                  </a:lnTo>
                  <a:lnTo>
                    <a:pt x="43308" y="7701"/>
                  </a:lnTo>
                  <a:lnTo>
                    <a:pt x="43163" y="7517"/>
                  </a:lnTo>
                  <a:lnTo>
                    <a:pt x="43018" y="7359"/>
                  </a:lnTo>
                  <a:lnTo>
                    <a:pt x="42847" y="7201"/>
                  </a:lnTo>
                  <a:lnTo>
                    <a:pt x="42663" y="7056"/>
                  </a:lnTo>
                  <a:lnTo>
                    <a:pt x="42466" y="6938"/>
                  </a:lnTo>
                  <a:lnTo>
                    <a:pt x="42255" y="6846"/>
                  </a:lnTo>
                  <a:lnTo>
                    <a:pt x="42044" y="6767"/>
                  </a:lnTo>
                  <a:lnTo>
                    <a:pt x="41807" y="6701"/>
                  </a:lnTo>
                  <a:lnTo>
                    <a:pt x="41570" y="6675"/>
                  </a:lnTo>
                  <a:lnTo>
                    <a:pt x="41333" y="6661"/>
                  </a:lnTo>
                  <a:lnTo>
                    <a:pt x="41123" y="6661"/>
                  </a:lnTo>
                  <a:lnTo>
                    <a:pt x="40925" y="6688"/>
                  </a:lnTo>
                  <a:lnTo>
                    <a:pt x="40728" y="6727"/>
                  </a:lnTo>
                  <a:lnTo>
                    <a:pt x="40544" y="6793"/>
                  </a:lnTo>
                  <a:lnTo>
                    <a:pt x="40359" y="6859"/>
                  </a:lnTo>
                  <a:lnTo>
                    <a:pt x="40188" y="6951"/>
                  </a:lnTo>
                  <a:lnTo>
                    <a:pt x="40017" y="7056"/>
                  </a:lnTo>
                  <a:lnTo>
                    <a:pt x="39859" y="7162"/>
                  </a:lnTo>
                  <a:lnTo>
                    <a:pt x="39714" y="7293"/>
                  </a:lnTo>
                  <a:lnTo>
                    <a:pt x="39583" y="7425"/>
                  </a:lnTo>
                  <a:lnTo>
                    <a:pt x="39451" y="7570"/>
                  </a:lnTo>
                  <a:lnTo>
                    <a:pt x="39346" y="7728"/>
                  </a:lnTo>
                  <a:lnTo>
                    <a:pt x="39240" y="7899"/>
                  </a:lnTo>
                  <a:lnTo>
                    <a:pt x="39161" y="8070"/>
                  </a:lnTo>
                  <a:lnTo>
                    <a:pt x="39083" y="8254"/>
                  </a:lnTo>
                  <a:lnTo>
                    <a:pt x="39030" y="8439"/>
                  </a:lnTo>
                  <a:lnTo>
                    <a:pt x="1172" y="8439"/>
                  </a:lnTo>
                  <a:lnTo>
                    <a:pt x="1172"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791;p24">
              <a:extLst>
                <a:ext uri="{FF2B5EF4-FFF2-40B4-BE49-F238E27FC236}">
                  <a16:creationId xmlns:a16="http://schemas.microsoft.com/office/drawing/2014/main" id="{3312CBF0-D8D8-E3BE-6C32-FCB3167FE801}"/>
                </a:ext>
              </a:extLst>
            </p:cNvPr>
            <p:cNvSpPr/>
            <p:nvPr/>
          </p:nvSpPr>
          <p:spPr>
            <a:xfrm>
              <a:off x="4627775" y="3408875"/>
              <a:ext cx="1245625" cy="398875"/>
            </a:xfrm>
            <a:custGeom>
              <a:avLst/>
              <a:gdLst/>
              <a:ahLst/>
              <a:cxnLst/>
              <a:rect l="l" t="t" r="r" b="b"/>
              <a:pathLst>
                <a:path w="49825" h="15955" extrusionOk="0">
                  <a:moveTo>
                    <a:pt x="47441" y="12374"/>
                  </a:moveTo>
                  <a:lnTo>
                    <a:pt x="47560" y="12387"/>
                  </a:lnTo>
                  <a:lnTo>
                    <a:pt x="47678" y="12401"/>
                  </a:lnTo>
                  <a:lnTo>
                    <a:pt x="47797" y="12427"/>
                  </a:lnTo>
                  <a:lnTo>
                    <a:pt x="47902" y="12466"/>
                  </a:lnTo>
                  <a:lnTo>
                    <a:pt x="48007" y="12519"/>
                  </a:lnTo>
                  <a:lnTo>
                    <a:pt x="48113" y="12585"/>
                  </a:lnTo>
                  <a:lnTo>
                    <a:pt x="48205" y="12651"/>
                  </a:lnTo>
                  <a:lnTo>
                    <a:pt x="48284" y="12730"/>
                  </a:lnTo>
                  <a:lnTo>
                    <a:pt x="48363" y="12809"/>
                  </a:lnTo>
                  <a:lnTo>
                    <a:pt x="48429" y="12901"/>
                  </a:lnTo>
                  <a:lnTo>
                    <a:pt x="48495" y="13006"/>
                  </a:lnTo>
                  <a:lnTo>
                    <a:pt x="48547" y="13111"/>
                  </a:lnTo>
                  <a:lnTo>
                    <a:pt x="48587" y="13217"/>
                  </a:lnTo>
                  <a:lnTo>
                    <a:pt x="48613" y="13335"/>
                  </a:lnTo>
                  <a:lnTo>
                    <a:pt x="48626" y="13454"/>
                  </a:lnTo>
                  <a:lnTo>
                    <a:pt x="48639" y="13572"/>
                  </a:lnTo>
                  <a:lnTo>
                    <a:pt x="48626" y="13691"/>
                  </a:lnTo>
                  <a:lnTo>
                    <a:pt x="48613" y="13809"/>
                  </a:lnTo>
                  <a:lnTo>
                    <a:pt x="48587" y="13927"/>
                  </a:lnTo>
                  <a:lnTo>
                    <a:pt x="48547" y="14033"/>
                  </a:lnTo>
                  <a:lnTo>
                    <a:pt x="48495" y="14138"/>
                  </a:lnTo>
                  <a:lnTo>
                    <a:pt x="48429" y="14243"/>
                  </a:lnTo>
                  <a:lnTo>
                    <a:pt x="48363" y="14336"/>
                  </a:lnTo>
                  <a:lnTo>
                    <a:pt x="48284" y="14415"/>
                  </a:lnTo>
                  <a:lnTo>
                    <a:pt x="48205" y="14494"/>
                  </a:lnTo>
                  <a:lnTo>
                    <a:pt x="48113" y="14559"/>
                  </a:lnTo>
                  <a:lnTo>
                    <a:pt x="48007" y="14625"/>
                  </a:lnTo>
                  <a:lnTo>
                    <a:pt x="47902" y="14678"/>
                  </a:lnTo>
                  <a:lnTo>
                    <a:pt x="47797" y="14717"/>
                  </a:lnTo>
                  <a:lnTo>
                    <a:pt x="47678" y="14744"/>
                  </a:lnTo>
                  <a:lnTo>
                    <a:pt x="47560" y="14770"/>
                  </a:lnTo>
                  <a:lnTo>
                    <a:pt x="47323" y="14770"/>
                  </a:lnTo>
                  <a:lnTo>
                    <a:pt x="47205" y="14744"/>
                  </a:lnTo>
                  <a:lnTo>
                    <a:pt x="47086" y="14717"/>
                  </a:lnTo>
                  <a:lnTo>
                    <a:pt x="46981" y="14678"/>
                  </a:lnTo>
                  <a:lnTo>
                    <a:pt x="46875" y="14625"/>
                  </a:lnTo>
                  <a:lnTo>
                    <a:pt x="46770" y="14559"/>
                  </a:lnTo>
                  <a:lnTo>
                    <a:pt x="46678" y="14494"/>
                  </a:lnTo>
                  <a:lnTo>
                    <a:pt x="46599" y="14415"/>
                  </a:lnTo>
                  <a:lnTo>
                    <a:pt x="46520" y="14336"/>
                  </a:lnTo>
                  <a:lnTo>
                    <a:pt x="46454" y="14243"/>
                  </a:lnTo>
                  <a:lnTo>
                    <a:pt x="46388" y="14138"/>
                  </a:lnTo>
                  <a:lnTo>
                    <a:pt x="46336" y="14033"/>
                  </a:lnTo>
                  <a:lnTo>
                    <a:pt x="46296" y="13927"/>
                  </a:lnTo>
                  <a:lnTo>
                    <a:pt x="46270" y="13809"/>
                  </a:lnTo>
                  <a:lnTo>
                    <a:pt x="46244" y="13691"/>
                  </a:lnTo>
                  <a:lnTo>
                    <a:pt x="46244" y="13572"/>
                  </a:lnTo>
                  <a:lnTo>
                    <a:pt x="46244" y="13454"/>
                  </a:lnTo>
                  <a:lnTo>
                    <a:pt x="46270" y="13335"/>
                  </a:lnTo>
                  <a:lnTo>
                    <a:pt x="46296" y="13217"/>
                  </a:lnTo>
                  <a:lnTo>
                    <a:pt x="46336" y="13111"/>
                  </a:lnTo>
                  <a:lnTo>
                    <a:pt x="46388" y="13006"/>
                  </a:lnTo>
                  <a:lnTo>
                    <a:pt x="46454" y="12901"/>
                  </a:lnTo>
                  <a:lnTo>
                    <a:pt x="46520" y="12809"/>
                  </a:lnTo>
                  <a:lnTo>
                    <a:pt x="46599" y="12730"/>
                  </a:lnTo>
                  <a:lnTo>
                    <a:pt x="46678" y="12651"/>
                  </a:lnTo>
                  <a:lnTo>
                    <a:pt x="46770" y="12585"/>
                  </a:lnTo>
                  <a:lnTo>
                    <a:pt x="46875" y="12519"/>
                  </a:lnTo>
                  <a:lnTo>
                    <a:pt x="46981" y="12466"/>
                  </a:lnTo>
                  <a:lnTo>
                    <a:pt x="47086" y="12427"/>
                  </a:lnTo>
                  <a:lnTo>
                    <a:pt x="47205" y="12401"/>
                  </a:lnTo>
                  <a:lnTo>
                    <a:pt x="47323" y="12387"/>
                  </a:lnTo>
                  <a:lnTo>
                    <a:pt x="47441" y="12374"/>
                  </a:lnTo>
                  <a:close/>
                  <a:moveTo>
                    <a:pt x="0" y="0"/>
                  </a:moveTo>
                  <a:lnTo>
                    <a:pt x="0" y="14164"/>
                  </a:lnTo>
                  <a:lnTo>
                    <a:pt x="45138" y="14164"/>
                  </a:lnTo>
                  <a:lnTo>
                    <a:pt x="45191" y="14349"/>
                  </a:lnTo>
                  <a:lnTo>
                    <a:pt x="45269" y="14533"/>
                  </a:lnTo>
                  <a:lnTo>
                    <a:pt x="45348" y="14704"/>
                  </a:lnTo>
                  <a:lnTo>
                    <a:pt x="45454" y="14875"/>
                  </a:lnTo>
                  <a:lnTo>
                    <a:pt x="45559" y="15033"/>
                  </a:lnTo>
                  <a:lnTo>
                    <a:pt x="45691" y="15178"/>
                  </a:lnTo>
                  <a:lnTo>
                    <a:pt x="45822" y="15323"/>
                  </a:lnTo>
                  <a:lnTo>
                    <a:pt x="45967" y="15441"/>
                  </a:lnTo>
                  <a:lnTo>
                    <a:pt x="46125" y="15560"/>
                  </a:lnTo>
                  <a:lnTo>
                    <a:pt x="46296" y="15652"/>
                  </a:lnTo>
                  <a:lnTo>
                    <a:pt x="46467" y="15744"/>
                  </a:lnTo>
                  <a:lnTo>
                    <a:pt x="46652" y="15823"/>
                  </a:lnTo>
                  <a:lnTo>
                    <a:pt x="46836" y="15876"/>
                  </a:lnTo>
                  <a:lnTo>
                    <a:pt x="47033" y="15915"/>
                  </a:lnTo>
                  <a:lnTo>
                    <a:pt x="47231" y="15941"/>
                  </a:lnTo>
                  <a:lnTo>
                    <a:pt x="47441" y="15955"/>
                  </a:lnTo>
                  <a:lnTo>
                    <a:pt x="47678" y="15941"/>
                  </a:lnTo>
                  <a:lnTo>
                    <a:pt x="47915" y="15902"/>
                  </a:lnTo>
                  <a:lnTo>
                    <a:pt x="48152" y="15849"/>
                  </a:lnTo>
                  <a:lnTo>
                    <a:pt x="48363" y="15770"/>
                  </a:lnTo>
                  <a:lnTo>
                    <a:pt x="48574" y="15665"/>
                  </a:lnTo>
                  <a:lnTo>
                    <a:pt x="48771" y="15547"/>
                  </a:lnTo>
                  <a:lnTo>
                    <a:pt x="48955" y="15402"/>
                  </a:lnTo>
                  <a:lnTo>
                    <a:pt x="49126" y="15257"/>
                  </a:lnTo>
                  <a:lnTo>
                    <a:pt x="49271" y="15086"/>
                  </a:lnTo>
                  <a:lnTo>
                    <a:pt x="49416" y="14902"/>
                  </a:lnTo>
                  <a:lnTo>
                    <a:pt x="49534" y="14704"/>
                  </a:lnTo>
                  <a:lnTo>
                    <a:pt x="49627" y="14494"/>
                  </a:lnTo>
                  <a:lnTo>
                    <a:pt x="49719" y="14283"/>
                  </a:lnTo>
                  <a:lnTo>
                    <a:pt x="49771" y="14046"/>
                  </a:lnTo>
                  <a:lnTo>
                    <a:pt x="49811" y="13822"/>
                  </a:lnTo>
                  <a:lnTo>
                    <a:pt x="49824" y="13572"/>
                  </a:lnTo>
                  <a:lnTo>
                    <a:pt x="49811" y="13335"/>
                  </a:lnTo>
                  <a:lnTo>
                    <a:pt x="49771" y="13098"/>
                  </a:lnTo>
                  <a:lnTo>
                    <a:pt x="49719" y="12861"/>
                  </a:lnTo>
                  <a:lnTo>
                    <a:pt x="49627" y="12651"/>
                  </a:lnTo>
                  <a:lnTo>
                    <a:pt x="49534" y="12440"/>
                  </a:lnTo>
                  <a:lnTo>
                    <a:pt x="49416" y="12243"/>
                  </a:lnTo>
                  <a:lnTo>
                    <a:pt x="49271" y="12058"/>
                  </a:lnTo>
                  <a:lnTo>
                    <a:pt x="49126" y="11887"/>
                  </a:lnTo>
                  <a:lnTo>
                    <a:pt x="48955" y="11742"/>
                  </a:lnTo>
                  <a:lnTo>
                    <a:pt x="48771" y="11598"/>
                  </a:lnTo>
                  <a:lnTo>
                    <a:pt x="48574" y="11479"/>
                  </a:lnTo>
                  <a:lnTo>
                    <a:pt x="48363" y="11387"/>
                  </a:lnTo>
                  <a:lnTo>
                    <a:pt x="48152" y="11308"/>
                  </a:lnTo>
                  <a:lnTo>
                    <a:pt x="47915" y="11242"/>
                  </a:lnTo>
                  <a:lnTo>
                    <a:pt x="47678" y="11203"/>
                  </a:lnTo>
                  <a:lnTo>
                    <a:pt x="47441" y="11189"/>
                  </a:lnTo>
                  <a:lnTo>
                    <a:pt x="47231" y="11203"/>
                  </a:lnTo>
                  <a:lnTo>
                    <a:pt x="47033" y="11229"/>
                  </a:lnTo>
                  <a:lnTo>
                    <a:pt x="46836" y="11268"/>
                  </a:lnTo>
                  <a:lnTo>
                    <a:pt x="46652" y="11334"/>
                  </a:lnTo>
                  <a:lnTo>
                    <a:pt x="46467" y="11400"/>
                  </a:lnTo>
                  <a:lnTo>
                    <a:pt x="46296" y="11492"/>
                  </a:lnTo>
                  <a:lnTo>
                    <a:pt x="46125" y="11584"/>
                  </a:lnTo>
                  <a:lnTo>
                    <a:pt x="45967" y="11703"/>
                  </a:lnTo>
                  <a:lnTo>
                    <a:pt x="45822" y="11834"/>
                  </a:lnTo>
                  <a:lnTo>
                    <a:pt x="45691" y="11966"/>
                  </a:lnTo>
                  <a:lnTo>
                    <a:pt x="45559" y="12111"/>
                  </a:lnTo>
                  <a:lnTo>
                    <a:pt x="45454" y="12269"/>
                  </a:lnTo>
                  <a:lnTo>
                    <a:pt x="45348" y="12440"/>
                  </a:lnTo>
                  <a:lnTo>
                    <a:pt x="45269" y="12611"/>
                  </a:lnTo>
                  <a:lnTo>
                    <a:pt x="45191" y="12795"/>
                  </a:lnTo>
                  <a:lnTo>
                    <a:pt x="45138" y="12980"/>
                  </a:lnTo>
                  <a:lnTo>
                    <a:pt x="1185" y="12980"/>
                  </a:lnTo>
                  <a:lnTo>
                    <a:pt x="1185"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792;p24">
              <a:extLst>
                <a:ext uri="{FF2B5EF4-FFF2-40B4-BE49-F238E27FC236}">
                  <a16:creationId xmlns:a16="http://schemas.microsoft.com/office/drawing/2014/main" id="{878DB795-E469-C387-726C-68E7BDD8950F}"/>
                </a:ext>
              </a:extLst>
            </p:cNvPr>
            <p:cNvSpPr/>
            <p:nvPr/>
          </p:nvSpPr>
          <p:spPr>
            <a:xfrm>
              <a:off x="3266675" y="2079350"/>
              <a:ext cx="330100" cy="1344350"/>
            </a:xfrm>
            <a:custGeom>
              <a:avLst/>
              <a:gdLst/>
              <a:ahLst/>
              <a:cxnLst/>
              <a:rect l="l" t="t" r="r" b="b"/>
              <a:pathLst>
                <a:path w="13204" h="53774" extrusionOk="0">
                  <a:moveTo>
                    <a:pt x="2383" y="50193"/>
                  </a:moveTo>
                  <a:lnTo>
                    <a:pt x="2501" y="50207"/>
                  </a:lnTo>
                  <a:lnTo>
                    <a:pt x="2620" y="50220"/>
                  </a:lnTo>
                  <a:lnTo>
                    <a:pt x="2738" y="50246"/>
                  </a:lnTo>
                  <a:lnTo>
                    <a:pt x="2843" y="50286"/>
                  </a:lnTo>
                  <a:lnTo>
                    <a:pt x="2949" y="50338"/>
                  </a:lnTo>
                  <a:lnTo>
                    <a:pt x="3041" y="50404"/>
                  </a:lnTo>
                  <a:lnTo>
                    <a:pt x="3133" y="50470"/>
                  </a:lnTo>
                  <a:lnTo>
                    <a:pt x="3225" y="50549"/>
                  </a:lnTo>
                  <a:lnTo>
                    <a:pt x="3304" y="50628"/>
                  </a:lnTo>
                  <a:lnTo>
                    <a:pt x="3370" y="50720"/>
                  </a:lnTo>
                  <a:lnTo>
                    <a:pt x="3436" y="50825"/>
                  </a:lnTo>
                  <a:lnTo>
                    <a:pt x="3475" y="50931"/>
                  </a:lnTo>
                  <a:lnTo>
                    <a:pt x="3515" y="51036"/>
                  </a:lnTo>
                  <a:lnTo>
                    <a:pt x="3554" y="51154"/>
                  </a:lnTo>
                  <a:lnTo>
                    <a:pt x="3567" y="51273"/>
                  </a:lnTo>
                  <a:lnTo>
                    <a:pt x="3581" y="51391"/>
                  </a:lnTo>
                  <a:lnTo>
                    <a:pt x="3567" y="51510"/>
                  </a:lnTo>
                  <a:lnTo>
                    <a:pt x="3554" y="51628"/>
                  </a:lnTo>
                  <a:lnTo>
                    <a:pt x="3515" y="51747"/>
                  </a:lnTo>
                  <a:lnTo>
                    <a:pt x="3475" y="51852"/>
                  </a:lnTo>
                  <a:lnTo>
                    <a:pt x="3436" y="51957"/>
                  </a:lnTo>
                  <a:lnTo>
                    <a:pt x="3370" y="52063"/>
                  </a:lnTo>
                  <a:lnTo>
                    <a:pt x="3304" y="52155"/>
                  </a:lnTo>
                  <a:lnTo>
                    <a:pt x="3225" y="52234"/>
                  </a:lnTo>
                  <a:lnTo>
                    <a:pt x="3133" y="52313"/>
                  </a:lnTo>
                  <a:lnTo>
                    <a:pt x="3041" y="52379"/>
                  </a:lnTo>
                  <a:lnTo>
                    <a:pt x="2949" y="52444"/>
                  </a:lnTo>
                  <a:lnTo>
                    <a:pt x="2843" y="52497"/>
                  </a:lnTo>
                  <a:lnTo>
                    <a:pt x="2738" y="52536"/>
                  </a:lnTo>
                  <a:lnTo>
                    <a:pt x="2620" y="52563"/>
                  </a:lnTo>
                  <a:lnTo>
                    <a:pt x="2501" y="52589"/>
                  </a:lnTo>
                  <a:lnTo>
                    <a:pt x="2251" y="52589"/>
                  </a:lnTo>
                  <a:lnTo>
                    <a:pt x="2133" y="52563"/>
                  </a:lnTo>
                  <a:lnTo>
                    <a:pt x="2027" y="52536"/>
                  </a:lnTo>
                  <a:lnTo>
                    <a:pt x="1909" y="52497"/>
                  </a:lnTo>
                  <a:lnTo>
                    <a:pt x="1803" y="52444"/>
                  </a:lnTo>
                  <a:lnTo>
                    <a:pt x="1711" y="52379"/>
                  </a:lnTo>
                  <a:lnTo>
                    <a:pt x="1619" y="52313"/>
                  </a:lnTo>
                  <a:lnTo>
                    <a:pt x="1527" y="52234"/>
                  </a:lnTo>
                  <a:lnTo>
                    <a:pt x="1448" y="52155"/>
                  </a:lnTo>
                  <a:lnTo>
                    <a:pt x="1382" y="52063"/>
                  </a:lnTo>
                  <a:lnTo>
                    <a:pt x="1330" y="51957"/>
                  </a:lnTo>
                  <a:lnTo>
                    <a:pt x="1277" y="51852"/>
                  </a:lnTo>
                  <a:lnTo>
                    <a:pt x="1237" y="51747"/>
                  </a:lnTo>
                  <a:lnTo>
                    <a:pt x="1198" y="51628"/>
                  </a:lnTo>
                  <a:lnTo>
                    <a:pt x="1185" y="51510"/>
                  </a:lnTo>
                  <a:lnTo>
                    <a:pt x="1185" y="51391"/>
                  </a:lnTo>
                  <a:lnTo>
                    <a:pt x="1185" y="51273"/>
                  </a:lnTo>
                  <a:lnTo>
                    <a:pt x="1198" y="51154"/>
                  </a:lnTo>
                  <a:lnTo>
                    <a:pt x="1237" y="51036"/>
                  </a:lnTo>
                  <a:lnTo>
                    <a:pt x="1277" y="50931"/>
                  </a:lnTo>
                  <a:lnTo>
                    <a:pt x="1330" y="50825"/>
                  </a:lnTo>
                  <a:lnTo>
                    <a:pt x="1382" y="50720"/>
                  </a:lnTo>
                  <a:lnTo>
                    <a:pt x="1448" y="50628"/>
                  </a:lnTo>
                  <a:lnTo>
                    <a:pt x="1527" y="50549"/>
                  </a:lnTo>
                  <a:lnTo>
                    <a:pt x="1619" y="50470"/>
                  </a:lnTo>
                  <a:lnTo>
                    <a:pt x="1711" y="50404"/>
                  </a:lnTo>
                  <a:lnTo>
                    <a:pt x="1803" y="50338"/>
                  </a:lnTo>
                  <a:lnTo>
                    <a:pt x="1909" y="50286"/>
                  </a:lnTo>
                  <a:lnTo>
                    <a:pt x="2027" y="50246"/>
                  </a:lnTo>
                  <a:lnTo>
                    <a:pt x="2133" y="50220"/>
                  </a:lnTo>
                  <a:lnTo>
                    <a:pt x="2251" y="50207"/>
                  </a:lnTo>
                  <a:lnTo>
                    <a:pt x="2383" y="50193"/>
                  </a:lnTo>
                  <a:close/>
                  <a:moveTo>
                    <a:pt x="12018" y="1"/>
                  </a:moveTo>
                  <a:lnTo>
                    <a:pt x="12018" y="31817"/>
                  </a:lnTo>
                  <a:lnTo>
                    <a:pt x="1777" y="41690"/>
                  </a:lnTo>
                  <a:lnTo>
                    <a:pt x="1777" y="49088"/>
                  </a:lnTo>
                  <a:lnTo>
                    <a:pt x="1593" y="49140"/>
                  </a:lnTo>
                  <a:lnTo>
                    <a:pt x="1409" y="49219"/>
                  </a:lnTo>
                  <a:lnTo>
                    <a:pt x="1237" y="49311"/>
                  </a:lnTo>
                  <a:lnTo>
                    <a:pt x="1066" y="49404"/>
                  </a:lnTo>
                  <a:lnTo>
                    <a:pt x="908" y="49522"/>
                  </a:lnTo>
                  <a:lnTo>
                    <a:pt x="764" y="49640"/>
                  </a:lnTo>
                  <a:lnTo>
                    <a:pt x="632" y="49785"/>
                  </a:lnTo>
                  <a:lnTo>
                    <a:pt x="500" y="49930"/>
                  </a:lnTo>
                  <a:lnTo>
                    <a:pt x="395" y="50088"/>
                  </a:lnTo>
                  <a:lnTo>
                    <a:pt x="290" y="50246"/>
                  </a:lnTo>
                  <a:lnTo>
                    <a:pt x="211" y="50417"/>
                  </a:lnTo>
                  <a:lnTo>
                    <a:pt x="132" y="50601"/>
                  </a:lnTo>
                  <a:lnTo>
                    <a:pt x="79" y="50786"/>
                  </a:lnTo>
                  <a:lnTo>
                    <a:pt x="26" y="50983"/>
                  </a:lnTo>
                  <a:lnTo>
                    <a:pt x="13" y="51194"/>
                  </a:lnTo>
                  <a:lnTo>
                    <a:pt x="0" y="51391"/>
                  </a:lnTo>
                  <a:lnTo>
                    <a:pt x="13" y="51641"/>
                  </a:lnTo>
                  <a:lnTo>
                    <a:pt x="53" y="51865"/>
                  </a:lnTo>
                  <a:lnTo>
                    <a:pt x="105" y="52102"/>
                  </a:lnTo>
                  <a:lnTo>
                    <a:pt x="184" y="52313"/>
                  </a:lnTo>
                  <a:lnTo>
                    <a:pt x="290" y="52523"/>
                  </a:lnTo>
                  <a:lnTo>
                    <a:pt x="408" y="52721"/>
                  </a:lnTo>
                  <a:lnTo>
                    <a:pt x="540" y="52905"/>
                  </a:lnTo>
                  <a:lnTo>
                    <a:pt x="698" y="53076"/>
                  </a:lnTo>
                  <a:lnTo>
                    <a:pt x="869" y="53221"/>
                  </a:lnTo>
                  <a:lnTo>
                    <a:pt x="1053" y="53366"/>
                  </a:lnTo>
                  <a:lnTo>
                    <a:pt x="1251" y="53484"/>
                  </a:lnTo>
                  <a:lnTo>
                    <a:pt x="1448" y="53590"/>
                  </a:lnTo>
                  <a:lnTo>
                    <a:pt x="1672" y="53669"/>
                  </a:lnTo>
                  <a:lnTo>
                    <a:pt x="1896" y="53721"/>
                  </a:lnTo>
                  <a:lnTo>
                    <a:pt x="2133" y="53761"/>
                  </a:lnTo>
                  <a:lnTo>
                    <a:pt x="2383" y="53774"/>
                  </a:lnTo>
                  <a:lnTo>
                    <a:pt x="2620" y="53761"/>
                  </a:lnTo>
                  <a:lnTo>
                    <a:pt x="2857" y="53721"/>
                  </a:lnTo>
                  <a:lnTo>
                    <a:pt x="3080" y="53669"/>
                  </a:lnTo>
                  <a:lnTo>
                    <a:pt x="3304" y="53590"/>
                  </a:lnTo>
                  <a:lnTo>
                    <a:pt x="3515" y="53484"/>
                  </a:lnTo>
                  <a:lnTo>
                    <a:pt x="3712" y="53366"/>
                  </a:lnTo>
                  <a:lnTo>
                    <a:pt x="3883" y="53221"/>
                  </a:lnTo>
                  <a:lnTo>
                    <a:pt x="4054" y="53076"/>
                  </a:lnTo>
                  <a:lnTo>
                    <a:pt x="4212" y="52905"/>
                  </a:lnTo>
                  <a:lnTo>
                    <a:pt x="4344" y="52721"/>
                  </a:lnTo>
                  <a:lnTo>
                    <a:pt x="4463" y="52523"/>
                  </a:lnTo>
                  <a:lnTo>
                    <a:pt x="4568" y="52313"/>
                  </a:lnTo>
                  <a:lnTo>
                    <a:pt x="4647" y="52102"/>
                  </a:lnTo>
                  <a:lnTo>
                    <a:pt x="4713" y="51865"/>
                  </a:lnTo>
                  <a:lnTo>
                    <a:pt x="4739" y="51641"/>
                  </a:lnTo>
                  <a:lnTo>
                    <a:pt x="4752" y="51391"/>
                  </a:lnTo>
                  <a:lnTo>
                    <a:pt x="4752" y="51181"/>
                  </a:lnTo>
                  <a:lnTo>
                    <a:pt x="4726" y="50983"/>
                  </a:lnTo>
                  <a:lnTo>
                    <a:pt x="4673" y="50786"/>
                  </a:lnTo>
                  <a:lnTo>
                    <a:pt x="4620" y="50601"/>
                  </a:lnTo>
                  <a:lnTo>
                    <a:pt x="4541" y="50417"/>
                  </a:lnTo>
                  <a:lnTo>
                    <a:pt x="4463" y="50246"/>
                  </a:lnTo>
                  <a:lnTo>
                    <a:pt x="4357" y="50075"/>
                  </a:lnTo>
                  <a:lnTo>
                    <a:pt x="4239" y="49917"/>
                  </a:lnTo>
                  <a:lnTo>
                    <a:pt x="4120" y="49772"/>
                  </a:lnTo>
                  <a:lnTo>
                    <a:pt x="3975" y="49640"/>
                  </a:lnTo>
                  <a:lnTo>
                    <a:pt x="3831" y="49509"/>
                  </a:lnTo>
                  <a:lnTo>
                    <a:pt x="3673" y="49404"/>
                  </a:lnTo>
                  <a:lnTo>
                    <a:pt x="3515" y="49298"/>
                  </a:lnTo>
                  <a:lnTo>
                    <a:pt x="3330" y="49219"/>
                  </a:lnTo>
                  <a:lnTo>
                    <a:pt x="3146" y="49140"/>
                  </a:lnTo>
                  <a:lnTo>
                    <a:pt x="2962" y="49088"/>
                  </a:lnTo>
                  <a:lnTo>
                    <a:pt x="2962" y="42203"/>
                  </a:lnTo>
                  <a:lnTo>
                    <a:pt x="13203" y="32317"/>
                  </a:lnTo>
                  <a:lnTo>
                    <a:pt x="13203"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793;p24">
              <a:extLst>
                <a:ext uri="{FF2B5EF4-FFF2-40B4-BE49-F238E27FC236}">
                  <a16:creationId xmlns:a16="http://schemas.microsoft.com/office/drawing/2014/main" id="{BF9D544E-1350-C314-3ADA-9768F2F64CF1}"/>
                </a:ext>
              </a:extLst>
            </p:cNvPr>
            <p:cNvSpPr/>
            <p:nvPr/>
          </p:nvSpPr>
          <p:spPr>
            <a:xfrm>
              <a:off x="3416725" y="1856250"/>
              <a:ext cx="330100" cy="1567450"/>
            </a:xfrm>
            <a:custGeom>
              <a:avLst/>
              <a:gdLst/>
              <a:ahLst/>
              <a:cxnLst/>
              <a:rect l="l" t="t" r="r" b="b"/>
              <a:pathLst>
                <a:path w="13204" h="62698" extrusionOk="0">
                  <a:moveTo>
                    <a:pt x="2383" y="59117"/>
                  </a:moveTo>
                  <a:lnTo>
                    <a:pt x="2502" y="59131"/>
                  </a:lnTo>
                  <a:lnTo>
                    <a:pt x="2620" y="59144"/>
                  </a:lnTo>
                  <a:lnTo>
                    <a:pt x="2739" y="59170"/>
                  </a:lnTo>
                  <a:lnTo>
                    <a:pt x="2857" y="59210"/>
                  </a:lnTo>
                  <a:lnTo>
                    <a:pt x="2949" y="59262"/>
                  </a:lnTo>
                  <a:lnTo>
                    <a:pt x="3055" y="59328"/>
                  </a:lnTo>
                  <a:lnTo>
                    <a:pt x="3147" y="59394"/>
                  </a:lnTo>
                  <a:lnTo>
                    <a:pt x="3226" y="59473"/>
                  </a:lnTo>
                  <a:lnTo>
                    <a:pt x="3305" y="59552"/>
                  </a:lnTo>
                  <a:lnTo>
                    <a:pt x="3384" y="59644"/>
                  </a:lnTo>
                  <a:lnTo>
                    <a:pt x="3436" y="59749"/>
                  </a:lnTo>
                  <a:lnTo>
                    <a:pt x="3489" y="59855"/>
                  </a:lnTo>
                  <a:lnTo>
                    <a:pt x="3528" y="59960"/>
                  </a:lnTo>
                  <a:lnTo>
                    <a:pt x="3555" y="60078"/>
                  </a:lnTo>
                  <a:lnTo>
                    <a:pt x="3581" y="60197"/>
                  </a:lnTo>
                  <a:lnTo>
                    <a:pt x="3581" y="60315"/>
                  </a:lnTo>
                  <a:lnTo>
                    <a:pt x="3581" y="60434"/>
                  </a:lnTo>
                  <a:lnTo>
                    <a:pt x="3555" y="60552"/>
                  </a:lnTo>
                  <a:lnTo>
                    <a:pt x="3528" y="60671"/>
                  </a:lnTo>
                  <a:lnTo>
                    <a:pt x="3489" y="60776"/>
                  </a:lnTo>
                  <a:lnTo>
                    <a:pt x="3436" y="60881"/>
                  </a:lnTo>
                  <a:lnTo>
                    <a:pt x="3384" y="60987"/>
                  </a:lnTo>
                  <a:lnTo>
                    <a:pt x="3305" y="61079"/>
                  </a:lnTo>
                  <a:lnTo>
                    <a:pt x="3226" y="61158"/>
                  </a:lnTo>
                  <a:lnTo>
                    <a:pt x="3147" y="61237"/>
                  </a:lnTo>
                  <a:lnTo>
                    <a:pt x="3055" y="61303"/>
                  </a:lnTo>
                  <a:lnTo>
                    <a:pt x="2949" y="61368"/>
                  </a:lnTo>
                  <a:lnTo>
                    <a:pt x="2857" y="61421"/>
                  </a:lnTo>
                  <a:lnTo>
                    <a:pt x="2739" y="61460"/>
                  </a:lnTo>
                  <a:lnTo>
                    <a:pt x="2620" y="61487"/>
                  </a:lnTo>
                  <a:lnTo>
                    <a:pt x="2502" y="61513"/>
                  </a:lnTo>
                  <a:lnTo>
                    <a:pt x="2265" y="61513"/>
                  </a:lnTo>
                  <a:lnTo>
                    <a:pt x="2146" y="61487"/>
                  </a:lnTo>
                  <a:lnTo>
                    <a:pt x="2028" y="61460"/>
                  </a:lnTo>
                  <a:lnTo>
                    <a:pt x="1923" y="61421"/>
                  </a:lnTo>
                  <a:lnTo>
                    <a:pt x="1817" y="61368"/>
                  </a:lnTo>
                  <a:lnTo>
                    <a:pt x="1712" y="61303"/>
                  </a:lnTo>
                  <a:lnTo>
                    <a:pt x="1620" y="61237"/>
                  </a:lnTo>
                  <a:lnTo>
                    <a:pt x="1541" y="61158"/>
                  </a:lnTo>
                  <a:lnTo>
                    <a:pt x="1462" y="61079"/>
                  </a:lnTo>
                  <a:lnTo>
                    <a:pt x="1396" y="60987"/>
                  </a:lnTo>
                  <a:lnTo>
                    <a:pt x="1330" y="60881"/>
                  </a:lnTo>
                  <a:lnTo>
                    <a:pt x="1278" y="60776"/>
                  </a:lnTo>
                  <a:lnTo>
                    <a:pt x="1238" y="60671"/>
                  </a:lnTo>
                  <a:lnTo>
                    <a:pt x="1212" y="60552"/>
                  </a:lnTo>
                  <a:lnTo>
                    <a:pt x="1199" y="60434"/>
                  </a:lnTo>
                  <a:lnTo>
                    <a:pt x="1185" y="60315"/>
                  </a:lnTo>
                  <a:lnTo>
                    <a:pt x="1199" y="60197"/>
                  </a:lnTo>
                  <a:lnTo>
                    <a:pt x="1212" y="60078"/>
                  </a:lnTo>
                  <a:lnTo>
                    <a:pt x="1238" y="59960"/>
                  </a:lnTo>
                  <a:lnTo>
                    <a:pt x="1278" y="59855"/>
                  </a:lnTo>
                  <a:lnTo>
                    <a:pt x="1330" y="59749"/>
                  </a:lnTo>
                  <a:lnTo>
                    <a:pt x="1396" y="59644"/>
                  </a:lnTo>
                  <a:lnTo>
                    <a:pt x="1462" y="59552"/>
                  </a:lnTo>
                  <a:lnTo>
                    <a:pt x="1541" y="59473"/>
                  </a:lnTo>
                  <a:lnTo>
                    <a:pt x="1620" y="59394"/>
                  </a:lnTo>
                  <a:lnTo>
                    <a:pt x="1712" y="59328"/>
                  </a:lnTo>
                  <a:lnTo>
                    <a:pt x="1817" y="59262"/>
                  </a:lnTo>
                  <a:lnTo>
                    <a:pt x="1923" y="59210"/>
                  </a:lnTo>
                  <a:lnTo>
                    <a:pt x="2028" y="59170"/>
                  </a:lnTo>
                  <a:lnTo>
                    <a:pt x="2146" y="59144"/>
                  </a:lnTo>
                  <a:lnTo>
                    <a:pt x="2265" y="59131"/>
                  </a:lnTo>
                  <a:lnTo>
                    <a:pt x="2383" y="59117"/>
                  </a:lnTo>
                  <a:close/>
                  <a:moveTo>
                    <a:pt x="12032" y="0"/>
                  </a:moveTo>
                  <a:lnTo>
                    <a:pt x="12032" y="40741"/>
                  </a:lnTo>
                  <a:lnTo>
                    <a:pt x="1791" y="50614"/>
                  </a:lnTo>
                  <a:lnTo>
                    <a:pt x="1791" y="58012"/>
                  </a:lnTo>
                  <a:lnTo>
                    <a:pt x="1607" y="58064"/>
                  </a:lnTo>
                  <a:lnTo>
                    <a:pt x="1422" y="58143"/>
                  </a:lnTo>
                  <a:lnTo>
                    <a:pt x="1238" y="58235"/>
                  </a:lnTo>
                  <a:lnTo>
                    <a:pt x="1080" y="58328"/>
                  </a:lnTo>
                  <a:lnTo>
                    <a:pt x="922" y="58446"/>
                  </a:lnTo>
                  <a:lnTo>
                    <a:pt x="777" y="58564"/>
                  </a:lnTo>
                  <a:lnTo>
                    <a:pt x="632" y="58709"/>
                  </a:lnTo>
                  <a:lnTo>
                    <a:pt x="514" y="58854"/>
                  </a:lnTo>
                  <a:lnTo>
                    <a:pt x="396" y="59012"/>
                  </a:lnTo>
                  <a:lnTo>
                    <a:pt x="303" y="59170"/>
                  </a:lnTo>
                  <a:lnTo>
                    <a:pt x="211" y="59341"/>
                  </a:lnTo>
                  <a:lnTo>
                    <a:pt x="145" y="59525"/>
                  </a:lnTo>
                  <a:lnTo>
                    <a:pt x="80" y="59710"/>
                  </a:lnTo>
                  <a:lnTo>
                    <a:pt x="40" y="59907"/>
                  </a:lnTo>
                  <a:lnTo>
                    <a:pt x="14" y="60118"/>
                  </a:lnTo>
                  <a:lnTo>
                    <a:pt x="1" y="60315"/>
                  </a:lnTo>
                  <a:lnTo>
                    <a:pt x="14" y="60565"/>
                  </a:lnTo>
                  <a:lnTo>
                    <a:pt x="53" y="60789"/>
                  </a:lnTo>
                  <a:lnTo>
                    <a:pt x="119" y="61026"/>
                  </a:lnTo>
                  <a:lnTo>
                    <a:pt x="198" y="61237"/>
                  </a:lnTo>
                  <a:lnTo>
                    <a:pt x="290" y="61447"/>
                  </a:lnTo>
                  <a:lnTo>
                    <a:pt x="409" y="61645"/>
                  </a:lnTo>
                  <a:lnTo>
                    <a:pt x="554" y="61829"/>
                  </a:lnTo>
                  <a:lnTo>
                    <a:pt x="698" y="62000"/>
                  </a:lnTo>
                  <a:lnTo>
                    <a:pt x="869" y="62145"/>
                  </a:lnTo>
                  <a:lnTo>
                    <a:pt x="1054" y="62290"/>
                  </a:lnTo>
                  <a:lnTo>
                    <a:pt x="1251" y="62408"/>
                  </a:lnTo>
                  <a:lnTo>
                    <a:pt x="1462" y="62514"/>
                  </a:lnTo>
                  <a:lnTo>
                    <a:pt x="1672" y="62593"/>
                  </a:lnTo>
                  <a:lnTo>
                    <a:pt x="1909" y="62645"/>
                  </a:lnTo>
                  <a:lnTo>
                    <a:pt x="2146" y="62685"/>
                  </a:lnTo>
                  <a:lnTo>
                    <a:pt x="2383" y="62698"/>
                  </a:lnTo>
                  <a:lnTo>
                    <a:pt x="2633" y="62685"/>
                  </a:lnTo>
                  <a:lnTo>
                    <a:pt x="2870" y="62645"/>
                  </a:lnTo>
                  <a:lnTo>
                    <a:pt x="3094" y="62593"/>
                  </a:lnTo>
                  <a:lnTo>
                    <a:pt x="3305" y="62514"/>
                  </a:lnTo>
                  <a:lnTo>
                    <a:pt x="3515" y="62408"/>
                  </a:lnTo>
                  <a:lnTo>
                    <a:pt x="3713" y="62290"/>
                  </a:lnTo>
                  <a:lnTo>
                    <a:pt x="3897" y="62145"/>
                  </a:lnTo>
                  <a:lnTo>
                    <a:pt x="4068" y="62000"/>
                  </a:lnTo>
                  <a:lnTo>
                    <a:pt x="4226" y="61829"/>
                  </a:lnTo>
                  <a:lnTo>
                    <a:pt x="4358" y="61645"/>
                  </a:lnTo>
                  <a:lnTo>
                    <a:pt x="4476" y="61447"/>
                  </a:lnTo>
                  <a:lnTo>
                    <a:pt x="4582" y="61237"/>
                  </a:lnTo>
                  <a:lnTo>
                    <a:pt x="4661" y="61026"/>
                  </a:lnTo>
                  <a:lnTo>
                    <a:pt x="4713" y="60789"/>
                  </a:lnTo>
                  <a:lnTo>
                    <a:pt x="4753" y="60565"/>
                  </a:lnTo>
                  <a:lnTo>
                    <a:pt x="4766" y="60315"/>
                  </a:lnTo>
                  <a:lnTo>
                    <a:pt x="4753" y="60105"/>
                  </a:lnTo>
                  <a:lnTo>
                    <a:pt x="4726" y="59907"/>
                  </a:lnTo>
                  <a:lnTo>
                    <a:pt x="4687" y="59710"/>
                  </a:lnTo>
                  <a:lnTo>
                    <a:pt x="4634" y="59525"/>
                  </a:lnTo>
                  <a:lnTo>
                    <a:pt x="4555" y="59341"/>
                  </a:lnTo>
                  <a:lnTo>
                    <a:pt x="4463" y="59170"/>
                  </a:lnTo>
                  <a:lnTo>
                    <a:pt x="4371" y="58999"/>
                  </a:lnTo>
                  <a:lnTo>
                    <a:pt x="4252" y="58841"/>
                  </a:lnTo>
                  <a:lnTo>
                    <a:pt x="4134" y="58696"/>
                  </a:lnTo>
                  <a:lnTo>
                    <a:pt x="3989" y="58564"/>
                  </a:lnTo>
                  <a:lnTo>
                    <a:pt x="3844" y="58433"/>
                  </a:lnTo>
                  <a:lnTo>
                    <a:pt x="3686" y="58328"/>
                  </a:lnTo>
                  <a:lnTo>
                    <a:pt x="3515" y="58222"/>
                  </a:lnTo>
                  <a:lnTo>
                    <a:pt x="3344" y="58143"/>
                  </a:lnTo>
                  <a:lnTo>
                    <a:pt x="3160" y="58064"/>
                  </a:lnTo>
                  <a:lnTo>
                    <a:pt x="2976" y="58012"/>
                  </a:lnTo>
                  <a:lnTo>
                    <a:pt x="2976" y="51127"/>
                  </a:lnTo>
                  <a:lnTo>
                    <a:pt x="13204" y="41241"/>
                  </a:lnTo>
                  <a:lnTo>
                    <a:pt x="13204"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794;p24">
              <a:extLst>
                <a:ext uri="{FF2B5EF4-FFF2-40B4-BE49-F238E27FC236}">
                  <a16:creationId xmlns:a16="http://schemas.microsoft.com/office/drawing/2014/main" id="{72A83BD8-94B2-842E-710C-5E283638F660}"/>
                </a:ext>
              </a:extLst>
            </p:cNvPr>
            <p:cNvSpPr/>
            <p:nvPr/>
          </p:nvSpPr>
          <p:spPr>
            <a:xfrm>
              <a:off x="3839600" y="1316875"/>
              <a:ext cx="642400" cy="242550"/>
            </a:xfrm>
            <a:custGeom>
              <a:avLst/>
              <a:gdLst/>
              <a:ahLst/>
              <a:cxnLst/>
              <a:rect l="l" t="t" r="r" b="b"/>
              <a:pathLst>
                <a:path w="25696" h="9702" extrusionOk="0">
                  <a:moveTo>
                    <a:pt x="2383" y="1185"/>
                  </a:moveTo>
                  <a:lnTo>
                    <a:pt x="2502" y="1198"/>
                  </a:lnTo>
                  <a:lnTo>
                    <a:pt x="2620" y="1211"/>
                  </a:lnTo>
                  <a:lnTo>
                    <a:pt x="2739" y="1237"/>
                  </a:lnTo>
                  <a:lnTo>
                    <a:pt x="2857" y="1277"/>
                  </a:lnTo>
                  <a:lnTo>
                    <a:pt x="2949" y="1330"/>
                  </a:lnTo>
                  <a:lnTo>
                    <a:pt x="3055" y="1395"/>
                  </a:lnTo>
                  <a:lnTo>
                    <a:pt x="3147" y="1461"/>
                  </a:lnTo>
                  <a:lnTo>
                    <a:pt x="3226" y="1540"/>
                  </a:lnTo>
                  <a:lnTo>
                    <a:pt x="3305" y="1619"/>
                  </a:lnTo>
                  <a:lnTo>
                    <a:pt x="3384" y="1711"/>
                  </a:lnTo>
                  <a:lnTo>
                    <a:pt x="3436" y="1817"/>
                  </a:lnTo>
                  <a:lnTo>
                    <a:pt x="3489" y="1922"/>
                  </a:lnTo>
                  <a:lnTo>
                    <a:pt x="3529" y="2027"/>
                  </a:lnTo>
                  <a:lnTo>
                    <a:pt x="3555" y="2146"/>
                  </a:lnTo>
                  <a:lnTo>
                    <a:pt x="3581" y="2264"/>
                  </a:lnTo>
                  <a:lnTo>
                    <a:pt x="3581" y="2383"/>
                  </a:lnTo>
                  <a:lnTo>
                    <a:pt x="3581" y="2501"/>
                  </a:lnTo>
                  <a:lnTo>
                    <a:pt x="3555" y="2620"/>
                  </a:lnTo>
                  <a:lnTo>
                    <a:pt x="3529" y="2738"/>
                  </a:lnTo>
                  <a:lnTo>
                    <a:pt x="3489" y="2856"/>
                  </a:lnTo>
                  <a:lnTo>
                    <a:pt x="3436" y="2949"/>
                  </a:lnTo>
                  <a:lnTo>
                    <a:pt x="3384" y="3054"/>
                  </a:lnTo>
                  <a:lnTo>
                    <a:pt x="3305" y="3146"/>
                  </a:lnTo>
                  <a:lnTo>
                    <a:pt x="3226" y="3225"/>
                  </a:lnTo>
                  <a:lnTo>
                    <a:pt x="3147" y="3304"/>
                  </a:lnTo>
                  <a:lnTo>
                    <a:pt x="3055" y="3383"/>
                  </a:lnTo>
                  <a:lnTo>
                    <a:pt x="2949" y="3436"/>
                  </a:lnTo>
                  <a:lnTo>
                    <a:pt x="2857" y="3488"/>
                  </a:lnTo>
                  <a:lnTo>
                    <a:pt x="2739" y="3528"/>
                  </a:lnTo>
                  <a:lnTo>
                    <a:pt x="2620" y="3554"/>
                  </a:lnTo>
                  <a:lnTo>
                    <a:pt x="2502" y="3580"/>
                  </a:lnTo>
                  <a:lnTo>
                    <a:pt x="2265" y="3580"/>
                  </a:lnTo>
                  <a:lnTo>
                    <a:pt x="2146" y="3554"/>
                  </a:lnTo>
                  <a:lnTo>
                    <a:pt x="2028" y="3528"/>
                  </a:lnTo>
                  <a:lnTo>
                    <a:pt x="1923" y="3488"/>
                  </a:lnTo>
                  <a:lnTo>
                    <a:pt x="1817" y="3436"/>
                  </a:lnTo>
                  <a:lnTo>
                    <a:pt x="1712" y="3383"/>
                  </a:lnTo>
                  <a:lnTo>
                    <a:pt x="1620" y="3304"/>
                  </a:lnTo>
                  <a:lnTo>
                    <a:pt x="1541" y="3225"/>
                  </a:lnTo>
                  <a:lnTo>
                    <a:pt x="1462" y="3146"/>
                  </a:lnTo>
                  <a:lnTo>
                    <a:pt x="1396" y="3054"/>
                  </a:lnTo>
                  <a:lnTo>
                    <a:pt x="1330" y="2949"/>
                  </a:lnTo>
                  <a:lnTo>
                    <a:pt x="1278" y="2856"/>
                  </a:lnTo>
                  <a:lnTo>
                    <a:pt x="1238" y="2738"/>
                  </a:lnTo>
                  <a:lnTo>
                    <a:pt x="1212" y="2620"/>
                  </a:lnTo>
                  <a:lnTo>
                    <a:pt x="1199" y="2501"/>
                  </a:lnTo>
                  <a:lnTo>
                    <a:pt x="1185" y="2383"/>
                  </a:lnTo>
                  <a:lnTo>
                    <a:pt x="1199" y="2264"/>
                  </a:lnTo>
                  <a:lnTo>
                    <a:pt x="1212" y="2146"/>
                  </a:lnTo>
                  <a:lnTo>
                    <a:pt x="1238" y="2027"/>
                  </a:lnTo>
                  <a:lnTo>
                    <a:pt x="1278" y="1922"/>
                  </a:lnTo>
                  <a:lnTo>
                    <a:pt x="1330" y="1817"/>
                  </a:lnTo>
                  <a:lnTo>
                    <a:pt x="1396" y="1711"/>
                  </a:lnTo>
                  <a:lnTo>
                    <a:pt x="1462" y="1619"/>
                  </a:lnTo>
                  <a:lnTo>
                    <a:pt x="1541" y="1540"/>
                  </a:lnTo>
                  <a:lnTo>
                    <a:pt x="1620" y="1461"/>
                  </a:lnTo>
                  <a:lnTo>
                    <a:pt x="1712" y="1395"/>
                  </a:lnTo>
                  <a:lnTo>
                    <a:pt x="1817" y="1330"/>
                  </a:lnTo>
                  <a:lnTo>
                    <a:pt x="1923" y="1277"/>
                  </a:lnTo>
                  <a:lnTo>
                    <a:pt x="2028" y="1237"/>
                  </a:lnTo>
                  <a:lnTo>
                    <a:pt x="2146" y="1211"/>
                  </a:lnTo>
                  <a:lnTo>
                    <a:pt x="2265" y="1198"/>
                  </a:lnTo>
                  <a:lnTo>
                    <a:pt x="2383" y="1185"/>
                  </a:lnTo>
                  <a:close/>
                  <a:moveTo>
                    <a:pt x="2383" y="0"/>
                  </a:moveTo>
                  <a:lnTo>
                    <a:pt x="2146" y="13"/>
                  </a:lnTo>
                  <a:lnTo>
                    <a:pt x="1909" y="53"/>
                  </a:lnTo>
                  <a:lnTo>
                    <a:pt x="1672" y="118"/>
                  </a:lnTo>
                  <a:lnTo>
                    <a:pt x="1462" y="197"/>
                  </a:lnTo>
                  <a:lnTo>
                    <a:pt x="1251" y="290"/>
                  </a:lnTo>
                  <a:lnTo>
                    <a:pt x="1054" y="408"/>
                  </a:lnTo>
                  <a:lnTo>
                    <a:pt x="870" y="553"/>
                  </a:lnTo>
                  <a:lnTo>
                    <a:pt x="698" y="698"/>
                  </a:lnTo>
                  <a:lnTo>
                    <a:pt x="554" y="869"/>
                  </a:lnTo>
                  <a:lnTo>
                    <a:pt x="409" y="1053"/>
                  </a:lnTo>
                  <a:lnTo>
                    <a:pt x="290" y="1251"/>
                  </a:lnTo>
                  <a:lnTo>
                    <a:pt x="198" y="1461"/>
                  </a:lnTo>
                  <a:lnTo>
                    <a:pt x="119" y="1672"/>
                  </a:lnTo>
                  <a:lnTo>
                    <a:pt x="53" y="1909"/>
                  </a:lnTo>
                  <a:lnTo>
                    <a:pt x="14" y="2146"/>
                  </a:lnTo>
                  <a:lnTo>
                    <a:pt x="1" y="2383"/>
                  </a:lnTo>
                  <a:lnTo>
                    <a:pt x="14" y="2633"/>
                  </a:lnTo>
                  <a:lnTo>
                    <a:pt x="53" y="2870"/>
                  </a:lnTo>
                  <a:lnTo>
                    <a:pt x="119" y="3093"/>
                  </a:lnTo>
                  <a:lnTo>
                    <a:pt x="198" y="3304"/>
                  </a:lnTo>
                  <a:lnTo>
                    <a:pt x="290" y="3515"/>
                  </a:lnTo>
                  <a:lnTo>
                    <a:pt x="409" y="3712"/>
                  </a:lnTo>
                  <a:lnTo>
                    <a:pt x="554" y="3896"/>
                  </a:lnTo>
                  <a:lnTo>
                    <a:pt x="698" y="4068"/>
                  </a:lnTo>
                  <a:lnTo>
                    <a:pt x="870" y="4225"/>
                  </a:lnTo>
                  <a:lnTo>
                    <a:pt x="1054" y="4357"/>
                  </a:lnTo>
                  <a:lnTo>
                    <a:pt x="1251" y="4476"/>
                  </a:lnTo>
                  <a:lnTo>
                    <a:pt x="1462" y="4581"/>
                  </a:lnTo>
                  <a:lnTo>
                    <a:pt x="1672" y="4660"/>
                  </a:lnTo>
                  <a:lnTo>
                    <a:pt x="1909" y="4713"/>
                  </a:lnTo>
                  <a:lnTo>
                    <a:pt x="2146" y="4752"/>
                  </a:lnTo>
                  <a:lnTo>
                    <a:pt x="2383" y="4765"/>
                  </a:lnTo>
                  <a:lnTo>
                    <a:pt x="2554" y="4752"/>
                  </a:lnTo>
                  <a:lnTo>
                    <a:pt x="2712" y="4739"/>
                  </a:lnTo>
                  <a:lnTo>
                    <a:pt x="2870" y="4713"/>
                  </a:lnTo>
                  <a:lnTo>
                    <a:pt x="3028" y="4673"/>
                  </a:lnTo>
                  <a:lnTo>
                    <a:pt x="3173" y="4634"/>
                  </a:lnTo>
                  <a:lnTo>
                    <a:pt x="3318" y="4568"/>
                  </a:lnTo>
                  <a:lnTo>
                    <a:pt x="3463" y="4502"/>
                  </a:lnTo>
                  <a:lnTo>
                    <a:pt x="3594" y="4436"/>
                  </a:lnTo>
                  <a:lnTo>
                    <a:pt x="8860" y="9702"/>
                  </a:lnTo>
                  <a:lnTo>
                    <a:pt x="25696" y="9702"/>
                  </a:lnTo>
                  <a:lnTo>
                    <a:pt x="25696" y="8517"/>
                  </a:lnTo>
                  <a:lnTo>
                    <a:pt x="9360" y="8517"/>
                  </a:lnTo>
                  <a:lnTo>
                    <a:pt x="4437" y="3594"/>
                  </a:lnTo>
                  <a:lnTo>
                    <a:pt x="4503" y="3462"/>
                  </a:lnTo>
                  <a:lnTo>
                    <a:pt x="4568" y="3317"/>
                  </a:lnTo>
                  <a:lnTo>
                    <a:pt x="4634" y="3172"/>
                  </a:lnTo>
                  <a:lnTo>
                    <a:pt x="4674" y="3028"/>
                  </a:lnTo>
                  <a:lnTo>
                    <a:pt x="4713" y="2870"/>
                  </a:lnTo>
                  <a:lnTo>
                    <a:pt x="4740" y="2712"/>
                  </a:lnTo>
                  <a:lnTo>
                    <a:pt x="4753" y="2554"/>
                  </a:lnTo>
                  <a:lnTo>
                    <a:pt x="4766" y="2383"/>
                  </a:lnTo>
                  <a:lnTo>
                    <a:pt x="4753" y="2146"/>
                  </a:lnTo>
                  <a:lnTo>
                    <a:pt x="4713" y="1909"/>
                  </a:lnTo>
                  <a:lnTo>
                    <a:pt x="4661" y="1672"/>
                  </a:lnTo>
                  <a:lnTo>
                    <a:pt x="4582" y="1461"/>
                  </a:lnTo>
                  <a:lnTo>
                    <a:pt x="4476" y="1251"/>
                  </a:lnTo>
                  <a:lnTo>
                    <a:pt x="4358" y="1053"/>
                  </a:lnTo>
                  <a:lnTo>
                    <a:pt x="4226" y="869"/>
                  </a:lnTo>
                  <a:lnTo>
                    <a:pt x="4068" y="698"/>
                  </a:lnTo>
                  <a:lnTo>
                    <a:pt x="3897" y="553"/>
                  </a:lnTo>
                  <a:lnTo>
                    <a:pt x="3713" y="408"/>
                  </a:lnTo>
                  <a:lnTo>
                    <a:pt x="3515" y="290"/>
                  </a:lnTo>
                  <a:lnTo>
                    <a:pt x="3305" y="197"/>
                  </a:lnTo>
                  <a:lnTo>
                    <a:pt x="3094" y="118"/>
                  </a:lnTo>
                  <a:lnTo>
                    <a:pt x="2870" y="53"/>
                  </a:lnTo>
                  <a:lnTo>
                    <a:pt x="2633" y="13"/>
                  </a:lnTo>
                  <a:lnTo>
                    <a:pt x="2383"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795;p24">
              <a:extLst>
                <a:ext uri="{FF2B5EF4-FFF2-40B4-BE49-F238E27FC236}">
                  <a16:creationId xmlns:a16="http://schemas.microsoft.com/office/drawing/2014/main" id="{155C6AD3-1FF1-3F71-E950-C663210FB3DF}"/>
                </a:ext>
              </a:extLst>
            </p:cNvPr>
            <p:cNvSpPr/>
            <p:nvPr/>
          </p:nvSpPr>
          <p:spPr>
            <a:xfrm>
              <a:off x="3839600" y="1601200"/>
              <a:ext cx="642400" cy="935625"/>
            </a:xfrm>
            <a:custGeom>
              <a:avLst/>
              <a:gdLst/>
              <a:ahLst/>
              <a:cxnLst/>
              <a:rect l="l" t="t" r="r" b="b"/>
              <a:pathLst>
                <a:path w="25696" h="37425" extrusionOk="0">
                  <a:moveTo>
                    <a:pt x="2502" y="33857"/>
                  </a:moveTo>
                  <a:lnTo>
                    <a:pt x="2620" y="33870"/>
                  </a:lnTo>
                  <a:lnTo>
                    <a:pt x="2739" y="33909"/>
                  </a:lnTo>
                  <a:lnTo>
                    <a:pt x="2857" y="33949"/>
                  </a:lnTo>
                  <a:lnTo>
                    <a:pt x="2949" y="34002"/>
                  </a:lnTo>
                  <a:lnTo>
                    <a:pt x="3055" y="34054"/>
                  </a:lnTo>
                  <a:lnTo>
                    <a:pt x="3147" y="34120"/>
                  </a:lnTo>
                  <a:lnTo>
                    <a:pt x="3226" y="34199"/>
                  </a:lnTo>
                  <a:lnTo>
                    <a:pt x="3305" y="34291"/>
                  </a:lnTo>
                  <a:lnTo>
                    <a:pt x="3384" y="34383"/>
                  </a:lnTo>
                  <a:lnTo>
                    <a:pt x="3436" y="34476"/>
                  </a:lnTo>
                  <a:lnTo>
                    <a:pt x="3489" y="34581"/>
                  </a:lnTo>
                  <a:lnTo>
                    <a:pt x="3529" y="34699"/>
                  </a:lnTo>
                  <a:lnTo>
                    <a:pt x="3555" y="34805"/>
                  </a:lnTo>
                  <a:lnTo>
                    <a:pt x="3581" y="34923"/>
                  </a:lnTo>
                  <a:lnTo>
                    <a:pt x="3581" y="35055"/>
                  </a:lnTo>
                  <a:lnTo>
                    <a:pt x="3581" y="35173"/>
                  </a:lnTo>
                  <a:lnTo>
                    <a:pt x="3555" y="35292"/>
                  </a:lnTo>
                  <a:lnTo>
                    <a:pt x="3529" y="35410"/>
                  </a:lnTo>
                  <a:lnTo>
                    <a:pt x="3489" y="35515"/>
                  </a:lnTo>
                  <a:lnTo>
                    <a:pt x="3436" y="35621"/>
                  </a:lnTo>
                  <a:lnTo>
                    <a:pt x="3384" y="35713"/>
                  </a:lnTo>
                  <a:lnTo>
                    <a:pt x="3305" y="35805"/>
                  </a:lnTo>
                  <a:lnTo>
                    <a:pt x="3226" y="35897"/>
                  </a:lnTo>
                  <a:lnTo>
                    <a:pt x="3147" y="35976"/>
                  </a:lnTo>
                  <a:lnTo>
                    <a:pt x="3055" y="36042"/>
                  </a:lnTo>
                  <a:lnTo>
                    <a:pt x="2949" y="36095"/>
                  </a:lnTo>
                  <a:lnTo>
                    <a:pt x="2857" y="36147"/>
                  </a:lnTo>
                  <a:lnTo>
                    <a:pt x="2739" y="36187"/>
                  </a:lnTo>
                  <a:lnTo>
                    <a:pt x="2620" y="36226"/>
                  </a:lnTo>
                  <a:lnTo>
                    <a:pt x="2502" y="36239"/>
                  </a:lnTo>
                  <a:lnTo>
                    <a:pt x="2265" y="36239"/>
                  </a:lnTo>
                  <a:lnTo>
                    <a:pt x="2146" y="36226"/>
                  </a:lnTo>
                  <a:lnTo>
                    <a:pt x="2028" y="36187"/>
                  </a:lnTo>
                  <a:lnTo>
                    <a:pt x="1923" y="36147"/>
                  </a:lnTo>
                  <a:lnTo>
                    <a:pt x="1817" y="36095"/>
                  </a:lnTo>
                  <a:lnTo>
                    <a:pt x="1712" y="36042"/>
                  </a:lnTo>
                  <a:lnTo>
                    <a:pt x="1620" y="35976"/>
                  </a:lnTo>
                  <a:lnTo>
                    <a:pt x="1541" y="35897"/>
                  </a:lnTo>
                  <a:lnTo>
                    <a:pt x="1462" y="35805"/>
                  </a:lnTo>
                  <a:lnTo>
                    <a:pt x="1396" y="35713"/>
                  </a:lnTo>
                  <a:lnTo>
                    <a:pt x="1330" y="35621"/>
                  </a:lnTo>
                  <a:lnTo>
                    <a:pt x="1278" y="35515"/>
                  </a:lnTo>
                  <a:lnTo>
                    <a:pt x="1238" y="35410"/>
                  </a:lnTo>
                  <a:lnTo>
                    <a:pt x="1212" y="35292"/>
                  </a:lnTo>
                  <a:lnTo>
                    <a:pt x="1199" y="35173"/>
                  </a:lnTo>
                  <a:lnTo>
                    <a:pt x="1185" y="35055"/>
                  </a:lnTo>
                  <a:lnTo>
                    <a:pt x="1199" y="34923"/>
                  </a:lnTo>
                  <a:lnTo>
                    <a:pt x="1212" y="34805"/>
                  </a:lnTo>
                  <a:lnTo>
                    <a:pt x="1238" y="34699"/>
                  </a:lnTo>
                  <a:lnTo>
                    <a:pt x="1278" y="34581"/>
                  </a:lnTo>
                  <a:lnTo>
                    <a:pt x="1330" y="34476"/>
                  </a:lnTo>
                  <a:lnTo>
                    <a:pt x="1396" y="34383"/>
                  </a:lnTo>
                  <a:lnTo>
                    <a:pt x="1462" y="34291"/>
                  </a:lnTo>
                  <a:lnTo>
                    <a:pt x="1541" y="34199"/>
                  </a:lnTo>
                  <a:lnTo>
                    <a:pt x="1620" y="34120"/>
                  </a:lnTo>
                  <a:lnTo>
                    <a:pt x="1712" y="34054"/>
                  </a:lnTo>
                  <a:lnTo>
                    <a:pt x="1817" y="34002"/>
                  </a:lnTo>
                  <a:lnTo>
                    <a:pt x="1923" y="33949"/>
                  </a:lnTo>
                  <a:lnTo>
                    <a:pt x="2028" y="33909"/>
                  </a:lnTo>
                  <a:lnTo>
                    <a:pt x="2146" y="33870"/>
                  </a:lnTo>
                  <a:lnTo>
                    <a:pt x="2265" y="33857"/>
                  </a:lnTo>
                  <a:close/>
                  <a:moveTo>
                    <a:pt x="1791" y="0"/>
                  </a:moveTo>
                  <a:lnTo>
                    <a:pt x="1791" y="32738"/>
                  </a:lnTo>
                  <a:lnTo>
                    <a:pt x="1607" y="32804"/>
                  </a:lnTo>
                  <a:lnTo>
                    <a:pt x="1422" y="32870"/>
                  </a:lnTo>
                  <a:lnTo>
                    <a:pt x="1251" y="32962"/>
                  </a:lnTo>
                  <a:lnTo>
                    <a:pt x="1080" y="33054"/>
                  </a:lnTo>
                  <a:lnTo>
                    <a:pt x="922" y="33172"/>
                  </a:lnTo>
                  <a:lnTo>
                    <a:pt x="777" y="33291"/>
                  </a:lnTo>
                  <a:lnTo>
                    <a:pt x="646" y="33436"/>
                  </a:lnTo>
                  <a:lnTo>
                    <a:pt x="514" y="33580"/>
                  </a:lnTo>
                  <a:lnTo>
                    <a:pt x="396" y="33738"/>
                  </a:lnTo>
                  <a:lnTo>
                    <a:pt x="303" y="33896"/>
                  </a:lnTo>
                  <a:lnTo>
                    <a:pt x="211" y="34081"/>
                  </a:lnTo>
                  <a:lnTo>
                    <a:pt x="146" y="34252"/>
                  </a:lnTo>
                  <a:lnTo>
                    <a:pt x="80" y="34449"/>
                  </a:lnTo>
                  <a:lnTo>
                    <a:pt x="40" y="34647"/>
                  </a:lnTo>
                  <a:lnTo>
                    <a:pt x="14" y="34844"/>
                  </a:lnTo>
                  <a:lnTo>
                    <a:pt x="1" y="35055"/>
                  </a:lnTo>
                  <a:lnTo>
                    <a:pt x="14" y="35292"/>
                  </a:lnTo>
                  <a:lnTo>
                    <a:pt x="53" y="35529"/>
                  </a:lnTo>
                  <a:lnTo>
                    <a:pt x="119" y="35752"/>
                  </a:lnTo>
                  <a:lnTo>
                    <a:pt x="198" y="35976"/>
                  </a:lnTo>
                  <a:lnTo>
                    <a:pt x="290" y="36187"/>
                  </a:lnTo>
                  <a:lnTo>
                    <a:pt x="409" y="36371"/>
                  </a:lnTo>
                  <a:lnTo>
                    <a:pt x="554" y="36555"/>
                  </a:lnTo>
                  <a:lnTo>
                    <a:pt x="698" y="36726"/>
                  </a:lnTo>
                  <a:lnTo>
                    <a:pt x="870" y="36884"/>
                  </a:lnTo>
                  <a:lnTo>
                    <a:pt x="1054" y="37016"/>
                  </a:lnTo>
                  <a:lnTo>
                    <a:pt x="1251" y="37135"/>
                  </a:lnTo>
                  <a:lnTo>
                    <a:pt x="1462" y="37240"/>
                  </a:lnTo>
                  <a:lnTo>
                    <a:pt x="1672" y="37319"/>
                  </a:lnTo>
                  <a:lnTo>
                    <a:pt x="1909" y="37385"/>
                  </a:lnTo>
                  <a:lnTo>
                    <a:pt x="2146" y="37411"/>
                  </a:lnTo>
                  <a:lnTo>
                    <a:pt x="2383" y="37424"/>
                  </a:lnTo>
                  <a:lnTo>
                    <a:pt x="2633" y="37411"/>
                  </a:lnTo>
                  <a:lnTo>
                    <a:pt x="2870" y="37385"/>
                  </a:lnTo>
                  <a:lnTo>
                    <a:pt x="3094" y="37319"/>
                  </a:lnTo>
                  <a:lnTo>
                    <a:pt x="3305" y="37240"/>
                  </a:lnTo>
                  <a:lnTo>
                    <a:pt x="3515" y="37135"/>
                  </a:lnTo>
                  <a:lnTo>
                    <a:pt x="3713" y="37016"/>
                  </a:lnTo>
                  <a:lnTo>
                    <a:pt x="3897" y="36884"/>
                  </a:lnTo>
                  <a:lnTo>
                    <a:pt x="4068" y="36726"/>
                  </a:lnTo>
                  <a:lnTo>
                    <a:pt x="4226" y="36555"/>
                  </a:lnTo>
                  <a:lnTo>
                    <a:pt x="4358" y="36371"/>
                  </a:lnTo>
                  <a:lnTo>
                    <a:pt x="4476" y="36187"/>
                  </a:lnTo>
                  <a:lnTo>
                    <a:pt x="4582" y="35976"/>
                  </a:lnTo>
                  <a:lnTo>
                    <a:pt x="4661" y="35752"/>
                  </a:lnTo>
                  <a:lnTo>
                    <a:pt x="4713" y="35529"/>
                  </a:lnTo>
                  <a:lnTo>
                    <a:pt x="4753" y="35292"/>
                  </a:lnTo>
                  <a:lnTo>
                    <a:pt x="4766" y="35055"/>
                  </a:lnTo>
                  <a:lnTo>
                    <a:pt x="4753" y="34844"/>
                  </a:lnTo>
                  <a:lnTo>
                    <a:pt x="4726" y="34647"/>
                  </a:lnTo>
                  <a:lnTo>
                    <a:pt x="4687" y="34449"/>
                  </a:lnTo>
                  <a:lnTo>
                    <a:pt x="4634" y="34252"/>
                  </a:lnTo>
                  <a:lnTo>
                    <a:pt x="4555" y="34081"/>
                  </a:lnTo>
                  <a:lnTo>
                    <a:pt x="4463" y="33896"/>
                  </a:lnTo>
                  <a:lnTo>
                    <a:pt x="4371" y="33738"/>
                  </a:lnTo>
                  <a:lnTo>
                    <a:pt x="4253" y="33580"/>
                  </a:lnTo>
                  <a:lnTo>
                    <a:pt x="4134" y="33436"/>
                  </a:lnTo>
                  <a:lnTo>
                    <a:pt x="3989" y="33291"/>
                  </a:lnTo>
                  <a:lnTo>
                    <a:pt x="3844" y="33172"/>
                  </a:lnTo>
                  <a:lnTo>
                    <a:pt x="3686" y="33054"/>
                  </a:lnTo>
                  <a:lnTo>
                    <a:pt x="3529" y="32962"/>
                  </a:lnTo>
                  <a:lnTo>
                    <a:pt x="3344" y="32870"/>
                  </a:lnTo>
                  <a:lnTo>
                    <a:pt x="3160" y="32804"/>
                  </a:lnTo>
                  <a:lnTo>
                    <a:pt x="2976" y="32738"/>
                  </a:lnTo>
                  <a:lnTo>
                    <a:pt x="2976" y="1185"/>
                  </a:lnTo>
                  <a:lnTo>
                    <a:pt x="25696" y="1185"/>
                  </a:lnTo>
                  <a:lnTo>
                    <a:pt x="25696"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796;p24">
              <a:extLst>
                <a:ext uri="{FF2B5EF4-FFF2-40B4-BE49-F238E27FC236}">
                  <a16:creationId xmlns:a16="http://schemas.microsoft.com/office/drawing/2014/main" id="{BE7AF6E4-A25C-77FE-B8FF-083FBE37D95B}"/>
                </a:ext>
              </a:extLst>
            </p:cNvPr>
            <p:cNvSpPr/>
            <p:nvPr/>
          </p:nvSpPr>
          <p:spPr>
            <a:xfrm>
              <a:off x="4503050" y="1503450"/>
              <a:ext cx="1081400" cy="686500"/>
            </a:xfrm>
            <a:custGeom>
              <a:avLst/>
              <a:gdLst/>
              <a:ahLst/>
              <a:cxnLst/>
              <a:rect l="l" t="t" r="r" b="b"/>
              <a:pathLst>
                <a:path w="43256" h="27460" extrusionOk="0">
                  <a:moveTo>
                    <a:pt x="40873" y="23879"/>
                  </a:moveTo>
                  <a:lnTo>
                    <a:pt x="41005" y="23893"/>
                  </a:lnTo>
                  <a:lnTo>
                    <a:pt x="41123" y="23906"/>
                  </a:lnTo>
                  <a:lnTo>
                    <a:pt x="41228" y="23932"/>
                  </a:lnTo>
                  <a:lnTo>
                    <a:pt x="41347" y="23971"/>
                  </a:lnTo>
                  <a:lnTo>
                    <a:pt x="41452" y="24024"/>
                  </a:lnTo>
                  <a:lnTo>
                    <a:pt x="41544" y="24090"/>
                  </a:lnTo>
                  <a:lnTo>
                    <a:pt x="41636" y="24156"/>
                  </a:lnTo>
                  <a:lnTo>
                    <a:pt x="41729" y="24235"/>
                  </a:lnTo>
                  <a:lnTo>
                    <a:pt x="41808" y="24314"/>
                  </a:lnTo>
                  <a:lnTo>
                    <a:pt x="41873" y="24406"/>
                  </a:lnTo>
                  <a:lnTo>
                    <a:pt x="41926" y="24511"/>
                  </a:lnTo>
                  <a:lnTo>
                    <a:pt x="41979" y="24616"/>
                  </a:lnTo>
                  <a:lnTo>
                    <a:pt x="42018" y="24722"/>
                  </a:lnTo>
                  <a:lnTo>
                    <a:pt x="42058" y="24840"/>
                  </a:lnTo>
                  <a:lnTo>
                    <a:pt x="42071" y="24959"/>
                  </a:lnTo>
                  <a:lnTo>
                    <a:pt x="42071" y="25077"/>
                  </a:lnTo>
                  <a:lnTo>
                    <a:pt x="42071" y="25209"/>
                  </a:lnTo>
                  <a:lnTo>
                    <a:pt x="42058" y="25327"/>
                  </a:lnTo>
                  <a:lnTo>
                    <a:pt x="42018" y="25433"/>
                  </a:lnTo>
                  <a:lnTo>
                    <a:pt x="41979" y="25551"/>
                  </a:lnTo>
                  <a:lnTo>
                    <a:pt x="41926" y="25656"/>
                  </a:lnTo>
                  <a:lnTo>
                    <a:pt x="41873" y="25749"/>
                  </a:lnTo>
                  <a:lnTo>
                    <a:pt x="41808" y="25841"/>
                  </a:lnTo>
                  <a:lnTo>
                    <a:pt x="41729" y="25933"/>
                  </a:lnTo>
                  <a:lnTo>
                    <a:pt x="41636" y="25999"/>
                  </a:lnTo>
                  <a:lnTo>
                    <a:pt x="41544" y="26078"/>
                  </a:lnTo>
                  <a:lnTo>
                    <a:pt x="41452" y="26130"/>
                  </a:lnTo>
                  <a:lnTo>
                    <a:pt x="41347" y="26183"/>
                  </a:lnTo>
                  <a:lnTo>
                    <a:pt x="41228" y="26222"/>
                  </a:lnTo>
                  <a:lnTo>
                    <a:pt x="41123" y="26249"/>
                  </a:lnTo>
                  <a:lnTo>
                    <a:pt x="41005" y="26275"/>
                  </a:lnTo>
                  <a:lnTo>
                    <a:pt x="40754" y="26275"/>
                  </a:lnTo>
                  <a:lnTo>
                    <a:pt x="40636" y="26249"/>
                  </a:lnTo>
                  <a:lnTo>
                    <a:pt x="40518" y="26222"/>
                  </a:lnTo>
                  <a:lnTo>
                    <a:pt x="40412" y="26183"/>
                  </a:lnTo>
                  <a:lnTo>
                    <a:pt x="40307" y="26130"/>
                  </a:lnTo>
                  <a:lnTo>
                    <a:pt x="40215" y="26078"/>
                  </a:lnTo>
                  <a:lnTo>
                    <a:pt x="40123" y="25999"/>
                  </a:lnTo>
                  <a:lnTo>
                    <a:pt x="40030" y="25933"/>
                  </a:lnTo>
                  <a:lnTo>
                    <a:pt x="39951" y="25841"/>
                  </a:lnTo>
                  <a:lnTo>
                    <a:pt x="39886" y="25749"/>
                  </a:lnTo>
                  <a:lnTo>
                    <a:pt x="39820" y="25656"/>
                  </a:lnTo>
                  <a:lnTo>
                    <a:pt x="39780" y="25551"/>
                  </a:lnTo>
                  <a:lnTo>
                    <a:pt x="39741" y="25433"/>
                  </a:lnTo>
                  <a:lnTo>
                    <a:pt x="39701" y="25327"/>
                  </a:lnTo>
                  <a:lnTo>
                    <a:pt x="39688" y="25209"/>
                  </a:lnTo>
                  <a:lnTo>
                    <a:pt x="39675" y="25077"/>
                  </a:lnTo>
                  <a:lnTo>
                    <a:pt x="39688" y="24959"/>
                  </a:lnTo>
                  <a:lnTo>
                    <a:pt x="39701" y="24840"/>
                  </a:lnTo>
                  <a:lnTo>
                    <a:pt x="39741" y="24722"/>
                  </a:lnTo>
                  <a:lnTo>
                    <a:pt x="39780" y="24616"/>
                  </a:lnTo>
                  <a:lnTo>
                    <a:pt x="39820" y="24511"/>
                  </a:lnTo>
                  <a:lnTo>
                    <a:pt x="39886" y="24406"/>
                  </a:lnTo>
                  <a:lnTo>
                    <a:pt x="39951" y="24314"/>
                  </a:lnTo>
                  <a:lnTo>
                    <a:pt x="40030" y="24235"/>
                  </a:lnTo>
                  <a:lnTo>
                    <a:pt x="40123" y="24156"/>
                  </a:lnTo>
                  <a:lnTo>
                    <a:pt x="40215" y="24090"/>
                  </a:lnTo>
                  <a:lnTo>
                    <a:pt x="40307" y="24024"/>
                  </a:lnTo>
                  <a:lnTo>
                    <a:pt x="40412" y="23971"/>
                  </a:lnTo>
                  <a:lnTo>
                    <a:pt x="40518" y="23932"/>
                  </a:lnTo>
                  <a:lnTo>
                    <a:pt x="40636" y="23906"/>
                  </a:lnTo>
                  <a:lnTo>
                    <a:pt x="40754" y="23893"/>
                  </a:lnTo>
                  <a:lnTo>
                    <a:pt x="40873" y="23879"/>
                  </a:lnTo>
                  <a:close/>
                  <a:moveTo>
                    <a:pt x="0" y="1"/>
                  </a:moveTo>
                  <a:lnTo>
                    <a:pt x="0" y="1185"/>
                  </a:lnTo>
                  <a:lnTo>
                    <a:pt x="20022" y="1185"/>
                  </a:lnTo>
                  <a:lnTo>
                    <a:pt x="40294" y="13388"/>
                  </a:lnTo>
                  <a:lnTo>
                    <a:pt x="40294" y="22774"/>
                  </a:lnTo>
                  <a:lnTo>
                    <a:pt x="40096" y="22839"/>
                  </a:lnTo>
                  <a:lnTo>
                    <a:pt x="39912" y="22905"/>
                  </a:lnTo>
                  <a:lnTo>
                    <a:pt x="39741" y="22997"/>
                  </a:lnTo>
                  <a:lnTo>
                    <a:pt x="39570" y="23090"/>
                  </a:lnTo>
                  <a:lnTo>
                    <a:pt x="39425" y="23208"/>
                  </a:lnTo>
                  <a:lnTo>
                    <a:pt x="39267" y="23326"/>
                  </a:lnTo>
                  <a:lnTo>
                    <a:pt x="39135" y="23458"/>
                  </a:lnTo>
                  <a:lnTo>
                    <a:pt x="39004" y="23616"/>
                  </a:lnTo>
                  <a:lnTo>
                    <a:pt x="38898" y="23774"/>
                  </a:lnTo>
                  <a:lnTo>
                    <a:pt x="38793" y="23932"/>
                  </a:lnTo>
                  <a:lnTo>
                    <a:pt x="38714" y="24103"/>
                  </a:lnTo>
                  <a:lnTo>
                    <a:pt x="38635" y="24287"/>
                  </a:lnTo>
                  <a:lnTo>
                    <a:pt x="38582" y="24485"/>
                  </a:lnTo>
                  <a:lnTo>
                    <a:pt x="38530" y="24669"/>
                  </a:lnTo>
                  <a:lnTo>
                    <a:pt x="38503" y="24880"/>
                  </a:lnTo>
                  <a:lnTo>
                    <a:pt x="38503" y="25077"/>
                  </a:lnTo>
                  <a:lnTo>
                    <a:pt x="38517" y="25327"/>
                  </a:lnTo>
                  <a:lnTo>
                    <a:pt x="38543" y="25564"/>
                  </a:lnTo>
                  <a:lnTo>
                    <a:pt x="38609" y="25788"/>
                  </a:lnTo>
                  <a:lnTo>
                    <a:pt x="38688" y="25999"/>
                  </a:lnTo>
                  <a:lnTo>
                    <a:pt x="38793" y="26209"/>
                  </a:lnTo>
                  <a:lnTo>
                    <a:pt x="38912" y="26407"/>
                  </a:lnTo>
                  <a:lnTo>
                    <a:pt x="39043" y="26591"/>
                  </a:lnTo>
                  <a:lnTo>
                    <a:pt x="39201" y="26762"/>
                  </a:lnTo>
                  <a:lnTo>
                    <a:pt x="39372" y="26920"/>
                  </a:lnTo>
                  <a:lnTo>
                    <a:pt x="39543" y="27052"/>
                  </a:lnTo>
                  <a:lnTo>
                    <a:pt x="39741" y="27170"/>
                  </a:lnTo>
                  <a:lnTo>
                    <a:pt x="39951" y="27276"/>
                  </a:lnTo>
                  <a:lnTo>
                    <a:pt x="40175" y="27355"/>
                  </a:lnTo>
                  <a:lnTo>
                    <a:pt x="40399" y="27407"/>
                  </a:lnTo>
                  <a:lnTo>
                    <a:pt x="40636" y="27447"/>
                  </a:lnTo>
                  <a:lnTo>
                    <a:pt x="40873" y="27460"/>
                  </a:lnTo>
                  <a:lnTo>
                    <a:pt x="41123" y="27447"/>
                  </a:lnTo>
                  <a:lnTo>
                    <a:pt x="41360" y="27407"/>
                  </a:lnTo>
                  <a:lnTo>
                    <a:pt x="41584" y="27355"/>
                  </a:lnTo>
                  <a:lnTo>
                    <a:pt x="41808" y="27276"/>
                  </a:lnTo>
                  <a:lnTo>
                    <a:pt x="42018" y="27170"/>
                  </a:lnTo>
                  <a:lnTo>
                    <a:pt x="42202" y="27052"/>
                  </a:lnTo>
                  <a:lnTo>
                    <a:pt x="42387" y="26920"/>
                  </a:lnTo>
                  <a:lnTo>
                    <a:pt x="42558" y="26762"/>
                  </a:lnTo>
                  <a:lnTo>
                    <a:pt x="42716" y="26591"/>
                  </a:lnTo>
                  <a:lnTo>
                    <a:pt x="42847" y="26407"/>
                  </a:lnTo>
                  <a:lnTo>
                    <a:pt x="42966" y="26209"/>
                  </a:lnTo>
                  <a:lnTo>
                    <a:pt x="43071" y="25999"/>
                  </a:lnTo>
                  <a:lnTo>
                    <a:pt x="43150" y="25788"/>
                  </a:lnTo>
                  <a:lnTo>
                    <a:pt x="43203" y="25564"/>
                  </a:lnTo>
                  <a:lnTo>
                    <a:pt x="43242" y="25327"/>
                  </a:lnTo>
                  <a:lnTo>
                    <a:pt x="43256" y="25077"/>
                  </a:lnTo>
                  <a:lnTo>
                    <a:pt x="43242" y="24880"/>
                  </a:lnTo>
                  <a:lnTo>
                    <a:pt x="43229" y="24669"/>
                  </a:lnTo>
                  <a:lnTo>
                    <a:pt x="43177" y="24485"/>
                  </a:lnTo>
                  <a:lnTo>
                    <a:pt x="43124" y="24287"/>
                  </a:lnTo>
                  <a:lnTo>
                    <a:pt x="43045" y="24103"/>
                  </a:lnTo>
                  <a:lnTo>
                    <a:pt x="42966" y="23932"/>
                  </a:lnTo>
                  <a:lnTo>
                    <a:pt x="42861" y="23774"/>
                  </a:lnTo>
                  <a:lnTo>
                    <a:pt x="42742" y="23616"/>
                  </a:lnTo>
                  <a:lnTo>
                    <a:pt x="42624" y="23471"/>
                  </a:lnTo>
                  <a:lnTo>
                    <a:pt x="42492" y="23326"/>
                  </a:lnTo>
                  <a:lnTo>
                    <a:pt x="42334" y="23208"/>
                  </a:lnTo>
                  <a:lnTo>
                    <a:pt x="42176" y="23090"/>
                  </a:lnTo>
                  <a:lnTo>
                    <a:pt x="42018" y="22997"/>
                  </a:lnTo>
                  <a:lnTo>
                    <a:pt x="41847" y="22905"/>
                  </a:lnTo>
                  <a:lnTo>
                    <a:pt x="41663" y="22839"/>
                  </a:lnTo>
                  <a:lnTo>
                    <a:pt x="41465" y="22774"/>
                  </a:lnTo>
                  <a:lnTo>
                    <a:pt x="41465" y="12730"/>
                  </a:lnTo>
                  <a:lnTo>
                    <a:pt x="20351"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797;p24">
              <a:extLst>
                <a:ext uri="{FF2B5EF4-FFF2-40B4-BE49-F238E27FC236}">
                  <a16:creationId xmlns:a16="http://schemas.microsoft.com/office/drawing/2014/main" id="{0AE69CFD-3F35-4191-B016-6912E26F82AA}"/>
                </a:ext>
              </a:extLst>
            </p:cNvPr>
            <p:cNvSpPr/>
            <p:nvPr/>
          </p:nvSpPr>
          <p:spPr>
            <a:xfrm>
              <a:off x="4503050" y="2207050"/>
              <a:ext cx="195175" cy="387675"/>
            </a:xfrm>
            <a:custGeom>
              <a:avLst/>
              <a:gdLst/>
              <a:ahLst/>
              <a:cxnLst/>
              <a:rect l="l" t="t" r="r" b="b"/>
              <a:pathLst>
                <a:path w="7807" h="15507" extrusionOk="0">
                  <a:moveTo>
                    <a:pt x="5424" y="11926"/>
                  </a:moveTo>
                  <a:lnTo>
                    <a:pt x="5542" y="11940"/>
                  </a:lnTo>
                  <a:lnTo>
                    <a:pt x="5661" y="11953"/>
                  </a:lnTo>
                  <a:lnTo>
                    <a:pt x="5779" y="11979"/>
                  </a:lnTo>
                  <a:lnTo>
                    <a:pt x="5898" y="12019"/>
                  </a:lnTo>
                  <a:lnTo>
                    <a:pt x="5990" y="12071"/>
                  </a:lnTo>
                  <a:lnTo>
                    <a:pt x="6095" y="12137"/>
                  </a:lnTo>
                  <a:lnTo>
                    <a:pt x="6187" y="12203"/>
                  </a:lnTo>
                  <a:lnTo>
                    <a:pt x="6266" y="12282"/>
                  </a:lnTo>
                  <a:lnTo>
                    <a:pt x="6345" y="12361"/>
                  </a:lnTo>
                  <a:lnTo>
                    <a:pt x="6424" y="12453"/>
                  </a:lnTo>
                  <a:lnTo>
                    <a:pt x="6477" y="12558"/>
                  </a:lnTo>
                  <a:lnTo>
                    <a:pt x="6529" y="12664"/>
                  </a:lnTo>
                  <a:lnTo>
                    <a:pt x="6569" y="12769"/>
                  </a:lnTo>
                  <a:lnTo>
                    <a:pt x="6595" y="12887"/>
                  </a:lnTo>
                  <a:lnTo>
                    <a:pt x="6622" y="13006"/>
                  </a:lnTo>
                  <a:lnTo>
                    <a:pt x="6622" y="13124"/>
                  </a:lnTo>
                  <a:lnTo>
                    <a:pt x="6622" y="13256"/>
                  </a:lnTo>
                  <a:lnTo>
                    <a:pt x="6595" y="13374"/>
                  </a:lnTo>
                  <a:lnTo>
                    <a:pt x="6569" y="13480"/>
                  </a:lnTo>
                  <a:lnTo>
                    <a:pt x="6529" y="13598"/>
                  </a:lnTo>
                  <a:lnTo>
                    <a:pt x="6477" y="13704"/>
                  </a:lnTo>
                  <a:lnTo>
                    <a:pt x="6424" y="13796"/>
                  </a:lnTo>
                  <a:lnTo>
                    <a:pt x="6345" y="13888"/>
                  </a:lnTo>
                  <a:lnTo>
                    <a:pt x="6266" y="13980"/>
                  </a:lnTo>
                  <a:lnTo>
                    <a:pt x="6187" y="14046"/>
                  </a:lnTo>
                  <a:lnTo>
                    <a:pt x="6095" y="14125"/>
                  </a:lnTo>
                  <a:lnTo>
                    <a:pt x="5990" y="14177"/>
                  </a:lnTo>
                  <a:lnTo>
                    <a:pt x="5898" y="14230"/>
                  </a:lnTo>
                  <a:lnTo>
                    <a:pt x="5779" y="14270"/>
                  </a:lnTo>
                  <a:lnTo>
                    <a:pt x="5661" y="14296"/>
                  </a:lnTo>
                  <a:lnTo>
                    <a:pt x="5542" y="14322"/>
                  </a:lnTo>
                  <a:lnTo>
                    <a:pt x="5305" y="14322"/>
                  </a:lnTo>
                  <a:lnTo>
                    <a:pt x="5187" y="14296"/>
                  </a:lnTo>
                  <a:lnTo>
                    <a:pt x="5068" y="14270"/>
                  </a:lnTo>
                  <a:lnTo>
                    <a:pt x="4963" y="14230"/>
                  </a:lnTo>
                  <a:lnTo>
                    <a:pt x="4858" y="14177"/>
                  </a:lnTo>
                  <a:lnTo>
                    <a:pt x="4752" y="14125"/>
                  </a:lnTo>
                  <a:lnTo>
                    <a:pt x="4660" y="14046"/>
                  </a:lnTo>
                  <a:lnTo>
                    <a:pt x="4581" y="13980"/>
                  </a:lnTo>
                  <a:lnTo>
                    <a:pt x="4502" y="13888"/>
                  </a:lnTo>
                  <a:lnTo>
                    <a:pt x="4436" y="13796"/>
                  </a:lnTo>
                  <a:lnTo>
                    <a:pt x="4371" y="13704"/>
                  </a:lnTo>
                  <a:lnTo>
                    <a:pt x="4318" y="13598"/>
                  </a:lnTo>
                  <a:lnTo>
                    <a:pt x="4278" y="13480"/>
                  </a:lnTo>
                  <a:lnTo>
                    <a:pt x="4252" y="13374"/>
                  </a:lnTo>
                  <a:lnTo>
                    <a:pt x="4239" y="13256"/>
                  </a:lnTo>
                  <a:lnTo>
                    <a:pt x="4226" y="13124"/>
                  </a:lnTo>
                  <a:lnTo>
                    <a:pt x="4239" y="13006"/>
                  </a:lnTo>
                  <a:lnTo>
                    <a:pt x="4252" y="12887"/>
                  </a:lnTo>
                  <a:lnTo>
                    <a:pt x="4278" y="12769"/>
                  </a:lnTo>
                  <a:lnTo>
                    <a:pt x="4318" y="12664"/>
                  </a:lnTo>
                  <a:lnTo>
                    <a:pt x="4371" y="12558"/>
                  </a:lnTo>
                  <a:lnTo>
                    <a:pt x="4436" y="12453"/>
                  </a:lnTo>
                  <a:lnTo>
                    <a:pt x="4502" y="12361"/>
                  </a:lnTo>
                  <a:lnTo>
                    <a:pt x="4581" y="12282"/>
                  </a:lnTo>
                  <a:lnTo>
                    <a:pt x="4660" y="12203"/>
                  </a:lnTo>
                  <a:lnTo>
                    <a:pt x="4752" y="12137"/>
                  </a:lnTo>
                  <a:lnTo>
                    <a:pt x="4858" y="12071"/>
                  </a:lnTo>
                  <a:lnTo>
                    <a:pt x="4963" y="12019"/>
                  </a:lnTo>
                  <a:lnTo>
                    <a:pt x="5068" y="11979"/>
                  </a:lnTo>
                  <a:lnTo>
                    <a:pt x="5187" y="11953"/>
                  </a:lnTo>
                  <a:lnTo>
                    <a:pt x="5305" y="11940"/>
                  </a:lnTo>
                  <a:lnTo>
                    <a:pt x="5424" y="11926"/>
                  </a:lnTo>
                  <a:close/>
                  <a:moveTo>
                    <a:pt x="0" y="0"/>
                  </a:moveTo>
                  <a:lnTo>
                    <a:pt x="0" y="1185"/>
                  </a:lnTo>
                  <a:lnTo>
                    <a:pt x="4871" y="1185"/>
                  </a:lnTo>
                  <a:lnTo>
                    <a:pt x="4871" y="10821"/>
                  </a:lnTo>
                  <a:lnTo>
                    <a:pt x="4673" y="10873"/>
                  </a:lnTo>
                  <a:lnTo>
                    <a:pt x="4489" y="10939"/>
                  </a:lnTo>
                  <a:lnTo>
                    <a:pt x="4318" y="11031"/>
                  </a:lnTo>
                  <a:lnTo>
                    <a:pt x="4147" y="11123"/>
                  </a:lnTo>
                  <a:lnTo>
                    <a:pt x="3989" y="11242"/>
                  </a:lnTo>
                  <a:lnTo>
                    <a:pt x="3831" y="11360"/>
                  </a:lnTo>
                  <a:lnTo>
                    <a:pt x="3699" y="11492"/>
                  </a:lnTo>
                  <a:lnTo>
                    <a:pt x="3568" y="11650"/>
                  </a:lnTo>
                  <a:lnTo>
                    <a:pt x="3449" y="11808"/>
                  </a:lnTo>
                  <a:lnTo>
                    <a:pt x="3344" y="11966"/>
                  </a:lnTo>
                  <a:lnTo>
                    <a:pt x="3265" y="12150"/>
                  </a:lnTo>
                  <a:lnTo>
                    <a:pt x="3186" y="12335"/>
                  </a:lnTo>
                  <a:lnTo>
                    <a:pt x="3120" y="12519"/>
                  </a:lnTo>
                  <a:lnTo>
                    <a:pt x="3081" y="12716"/>
                  </a:lnTo>
                  <a:lnTo>
                    <a:pt x="3054" y="12914"/>
                  </a:lnTo>
                  <a:lnTo>
                    <a:pt x="3041" y="13124"/>
                  </a:lnTo>
                  <a:lnTo>
                    <a:pt x="3054" y="13374"/>
                  </a:lnTo>
                  <a:lnTo>
                    <a:pt x="3094" y="13611"/>
                  </a:lnTo>
                  <a:lnTo>
                    <a:pt x="3160" y="13835"/>
                  </a:lnTo>
                  <a:lnTo>
                    <a:pt x="3239" y="14046"/>
                  </a:lnTo>
                  <a:lnTo>
                    <a:pt x="3331" y="14256"/>
                  </a:lnTo>
                  <a:lnTo>
                    <a:pt x="3449" y="14454"/>
                  </a:lnTo>
                  <a:lnTo>
                    <a:pt x="3594" y="14638"/>
                  </a:lnTo>
                  <a:lnTo>
                    <a:pt x="3739" y="14809"/>
                  </a:lnTo>
                  <a:lnTo>
                    <a:pt x="3910" y="14967"/>
                  </a:lnTo>
                  <a:lnTo>
                    <a:pt x="4094" y="15099"/>
                  </a:lnTo>
                  <a:lnTo>
                    <a:pt x="4292" y="15217"/>
                  </a:lnTo>
                  <a:lnTo>
                    <a:pt x="4502" y="15323"/>
                  </a:lnTo>
                  <a:lnTo>
                    <a:pt x="4713" y="15402"/>
                  </a:lnTo>
                  <a:lnTo>
                    <a:pt x="4950" y="15454"/>
                  </a:lnTo>
                  <a:lnTo>
                    <a:pt x="5187" y="15494"/>
                  </a:lnTo>
                  <a:lnTo>
                    <a:pt x="5424" y="15507"/>
                  </a:lnTo>
                  <a:lnTo>
                    <a:pt x="5674" y="15494"/>
                  </a:lnTo>
                  <a:lnTo>
                    <a:pt x="5911" y="15454"/>
                  </a:lnTo>
                  <a:lnTo>
                    <a:pt x="6134" y="15402"/>
                  </a:lnTo>
                  <a:lnTo>
                    <a:pt x="6345" y="15323"/>
                  </a:lnTo>
                  <a:lnTo>
                    <a:pt x="6556" y="15217"/>
                  </a:lnTo>
                  <a:lnTo>
                    <a:pt x="6753" y="15099"/>
                  </a:lnTo>
                  <a:lnTo>
                    <a:pt x="6937" y="14967"/>
                  </a:lnTo>
                  <a:lnTo>
                    <a:pt x="7109" y="14809"/>
                  </a:lnTo>
                  <a:lnTo>
                    <a:pt x="7267" y="14638"/>
                  </a:lnTo>
                  <a:lnTo>
                    <a:pt x="7398" y="14454"/>
                  </a:lnTo>
                  <a:lnTo>
                    <a:pt x="7517" y="14256"/>
                  </a:lnTo>
                  <a:lnTo>
                    <a:pt x="7622" y="14046"/>
                  </a:lnTo>
                  <a:lnTo>
                    <a:pt x="7701" y="13835"/>
                  </a:lnTo>
                  <a:lnTo>
                    <a:pt x="7754" y="13611"/>
                  </a:lnTo>
                  <a:lnTo>
                    <a:pt x="7793" y="13374"/>
                  </a:lnTo>
                  <a:lnTo>
                    <a:pt x="7806" y="13124"/>
                  </a:lnTo>
                  <a:lnTo>
                    <a:pt x="7793" y="12927"/>
                  </a:lnTo>
                  <a:lnTo>
                    <a:pt x="7767" y="12729"/>
                  </a:lnTo>
                  <a:lnTo>
                    <a:pt x="7727" y="12532"/>
                  </a:lnTo>
                  <a:lnTo>
                    <a:pt x="7675" y="12348"/>
                  </a:lnTo>
                  <a:lnTo>
                    <a:pt x="7596" y="12163"/>
                  </a:lnTo>
                  <a:lnTo>
                    <a:pt x="7517" y="11992"/>
                  </a:lnTo>
                  <a:lnTo>
                    <a:pt x="7411" y="11834"/>
                  </a:lnTo>
                  <a:lnTo>
                    <a:pt x="7306" y="11676"/>
                  </a:lnTo>
                  <a:lnTo>
                    <a:pt x="7188" y="11532"/>
                  </a:lnTo>
                  <a:lnTo>
                    <a:pt x="7043" y="11387"/>
                  </a:lnTo>
                  <a:lnTo>
                    <a:pt x="6911" y="11268"/>
                  </a:lnTo>
                  <a:lnTo>
                    <a:pt x="6753" y="11150"/>
                  </a:lnTo>
                  <a:lnTo>
                    <a:pt x="6582" y="11058"/>
                  </a:lnTo>
                  <a:lnTo>
                    <a:pt x="6411" y="10966"/>
                  </a:lnTo>
                  <a:lnTo>
                    <a:pt x="6240" y="10887"/>
                  </a:lnTo>
                  <a:lnTo>
                    <a:pt x="6056" y="10834"/>
                  </a:lnTo>
                  <a:lnTo>
                    <a:pt x="6056"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798;p24">
              <a:extLst>
                <a:ext uri="{FF2B5EF4-FFF2-40B4-BE49-F238E27FC236}">
                  <a16:creationId xmlns:a16="http://schemas.microsoft.com/office/drawing/2014/main" id="{86F08E35-BAD1-29B7-81C6-88E7051762E1}"/>
                </a:ext>
              </a:extLst>
            </p:cNvPr>
            <p:cNvSpPr/>
            <p:nvPr/>
          </p:nvSpPr>
          <p:spPr>
            <a:xfrm>
              <a:off x="4514575" y="1581125"/>
              <a:ext cx="543325" cy="118825"/>
            </a:xfrm>
            <a:custGeom>
              <a:avLst/>
              <a:gdLst/>
              <a:ahLst/>
              <a:cxnLst/>
              <a:rect l="l" t="t" r="r" b="b"/>
              <a:pathLst>
                <a:path w="21733" h="4753" extrusionOk="0">
                  <a:moveTo>
                    <a:pt x="19350" y="1172"/>
                  </a:moveTo>
                  <a:lnTo>
                    <a:pt x="19469" y="1185"/>
                  </a:lnTo>
                  <a:lnTo>
                    <a:pt x="19587" y="1198"/>
                  </a:lnTo>
                  <a:lnTo>
                    <a:pt x="19706" y="1225"/>
                  </a:lnTo>
                  <a:lnTo>
                    <a:pt x="19811" y="1264"/>
                  </a:lnTo>
                  <a:lnTo>
                    <a:pt x="19916" y="1317"/>
                  </a:lnTo>
                  <a:lnTo>
                    <a:pt x="20022" y="1382"/>
                  </a:lnTo>
                  <a:lnTo>
                    <a:pt x="20114" y="1448"/>
                  </a:lnTo>
                  <a:lnTo>
                    <a:pt x="20193" y="1527"/>
                  </a:lnTo>
                  <a:lnTo>
                    <a:pt x="20272" y="1606"/>
                  </a:lnTo>
                  <a:lnTo>
                    <a:pt x="20338" y="1698"/>
                  </a:lnTo>
                  <a:lnTo>
                    <a:pt x="20403" y="1804"/>
                  </a:lnTo>
                  <a:lnTo>
                    <a:pt x="20456" y="1909"/>
                  </a:lnTo>
                  <a:lnTo>
                    <a:pt x="20496" y="2014"/>
                  </a:lnTo>
                  <a:lnTo>
                    <a:pt x="20522" y="2133"/>
                  </a:lnTo>
                  <a:lnTo>
                    <a:pt x="20548" y="2251"/>
                  </a:lnTo>
                  <a:lnTo>
                    <a:pt x="20548" y="2370"/>
                  </a:lnTo>
                  <a:lnTo>
                    <a:pt x="20548" y="2488"/>
                  </a:lnTo>
                  <a:lnTo>
                    <a:pt x="20522" y="2620"/>
                  </a:lnTo>
                  <a:lnTo>
                    <a:pt x="20496" y="2725"/>
                  </a:lnTo>
                  <a:lnTo>
                    <a:pt x="20456" y="2844"/>
                  </a:lnTo>
                  <a:lnTo>
                    <a:pt x="20403" y="2949"/>
                  </a:lnTo>
                  <a:lnTo>
                    <a:pt x="20338" y="3041"/>
                  </a:lnTo>
                  <a:lnTo>
                    <a:pt x="20272" y="3133"/>
                  </a:lnTo>
                  <a:lnTo>
                    <a:pt x="20193" y="3212"/>
                  </a:lnTo>
                  <a:lnTo>
                    <a:pt x="20114" y="3291"/>
                  </a:lnTo>
                  <a:lnTo>
                    <a:pt x="20022" y="3370"/>
                  </a:lnTo>
                  <a:lnTo>
                    <a:pt x="19916" y="3423"/>
                  </a:lnTo>
                  <a:lnTo>
                    <a:pt x="19811" y="3475"/>
                  </a:lnTo>
                  <a:lnTo>
                    <a:pt x="19706" y="3515"/>
                  </a:lnTo>
                  <a:lnTo>
                    <a:pt x="19587" y="3541"/>
                  </a:lnTo>
                  <a:lnTo>
                    <a:pt x="19469" y="3568"/>
                  </a:lnTo>
                  <a:lnTo>
                    <a:pt x="19232" y="3568"/>
                  </a:lnTo>
                  <a:lnTo>
                    <a:pt x="19113" y="3541"/>
                  </a:lnTo>
                  <a:lnTo>
                    <a:pt x="18995" y="3515"/>
                  </a:lnTo>
                  <a:lnTo>
                    <a:pt x="18890" y="3475"/>
                  </a:lnTo>
                  <a:lnTo>
                    <a:pt x="18784" y="3423"/>
                  </a:lnTo>
                  <a:lnTo>
                    <a:pt x="18679" y="3370"/>
                  </a:lnTo>
                  <a:lnTo>
                    <a:pt x="18587" y="3291"/>
                  </a:lnTo>
                  <a:lnTo>
                    <a:pt x="18508" y="3212"/>
                  </a:lnTo>
                  <a:lnTo>
                    <a:pt x="18429" y="3133"/>
                  </a:lnTo>
                  <a:lnTo>
                    <a:pt x="18363" y="3041"/>
                  </a:lnTo>
                  <a:lnTo>
                    <a:pt x="18297" y="2949"/>
                  </a:lnTo>
                  <a:lnTo>
                    <a:pt x="18245" y="2844"/>
                  </a:lnTo>
                  <a:lnTo>
                    <a:pt x="18205" y="2725"/>
                  </a:lnTo>
                  <a:lnTo>
                    <a:pt x="18179" y="2620"/>
                  </a:lnTo>
                  <a:lnTo>
                    <a:pt x="18166" y="2488"/>
                  </a:lnTo>
                  <a:lnTo>
                    <a:pt x="18152" y="2370"/>
                  </a:lnTo>
                  <a:lnTo>
                    <a:pt x="18166" y="2251"/>
                  </a:lnTo>
                  <a:lnTo>
                    <a:pt x="18179" y="2133"/>
                  </a:lnTo>
                  <a:lnTo>
                    <a:pt x="18205" y="2014"/>
                  </a:lnTo>
                  <a:lnTo>
                    <a:pt x="18245" y="1909"/>
                  </a:lnTo>
                  <a:lnTo>
                    <a:pt x="18297" y="1804"/>
                  </a:lnTo>
                  <a:lnTo>
                    <a:pt x="18363" y="1698"/>
                  </a:lnTo>
                  <a:lnTo>
                    <a:pt x="18429" y="1606"/>
                  </a:lnTo>
                  <a:lnTo>
                    <a:pt x="18508" y="1527"/>
                  </a:lnTo>
                  <a:lnTo>
                    <a:pt x="18587" y="1448"/>
                  </a:lnTo>
                  <a:lnTo>
                    <a:pt x="18679" y="1382"/>
                  </a:lnTo>
                  <a:lnTo>
                    <a:pt x="18784" y="1317"/>
                  </a:lnTo>
                  <a:lnTo>
                    <a:pt x="18890" y="1264"/>
                  </a:lnTo>
                  <a:lnTo>
                    <a:pt x="18995" y="1225"/>
                  </a:lnTo>
                  <a:lnTo>
                    <a:pt x="19113" y="1198"/>
                  </a:lnTo>
                  <a:lnTo>
                    <a:pt x="19232" y="1185"/>
                  </a:lnTo>
                  <a:lnTo>
                    <a:pt x="19350" y="1172"/>
                  </a:lnTo>
                  <a:close/>
                  <a:moveTo>
                    <a:pt x="19140" y="0"/>
                  </a:moveTo>
                  <a:lnTo>
                    <a:pt x="18942" y="27"/>
                  </a:lnTo>
                  <a:lnTo>
                    <a:pt x="18745" y="66"/>
                  </a:lnTo>
                  <a:lnTo>
                    <a:pt x="18561" y="132"/>
                  </a:lnTo>
                  <a:lnTo>
                    <a:pt x="18376" y="198"/>
                  </a:lnTo>
                  <a:lnTo>
                    <a:pt x="18205" y="290"/>
                  </a:lnTo>
                  <a:lnTo>
                    <a:pt x="18034" y="395"/>
                  </a:lnTo>
                  <a:lnTo>
                    <a:pt x="17889" y="501"/>
                  </a:lnTo>
                  <a:lnTo>
                    <a:pt x="17731" y="632"/>
                  </a:lnTo>
                  <a:lnTo>
                    <a:pt x="17600" y="764"/>
                  </a:lnTo>
                  <a:lnTo>
                    <a:pt x="17481" y="909"/>
                  </a:lnTo>
                  <a:lnTo>
                    <a:pt x="17363" y="1067"/>
                  </a:lnTo>
                  <a:lnTo>
                    <a:pt x="17257" y="1238"/>
                  </a:lnTo>
                  <a:lnTo>
                    <a:pt x="17178" y="1409"/>
                  </a:lnTo>
                  <a:lnTo>
                    <a:pt x="17099" y="1593"/>
                  </a:lnTo>
                  <a:lnTo>
                    <a:pt x="17047" y="1777"/>
                  </a:lnTo>
                  <a:lnTo>
                    <a:pt x="0" y="1777"/>
                  </a:lnTo>
                  <a:lnTo>
                    <a:pt x="0" y="2962"/>
                  </a:lnTo>
                  <a:lnTo>
                    <a:pt x="17047" y="2962"/>
                  </a:lnTo>
                  <a:lnTo>
                    <a:pt x="17099" y="3146"/>
                  </a:lnTo>
                  <a:lnTo>
                    <a:pt x="17178" y="3331"/>
                  </a:lnTo>
                  <a:lnTo>
                    <a:pt x="17257" y="3515"/>
                  </a:lnTo>
                  <a:lnTo>
                    <a:pt x="17363" y="3673"/>
                  </a:lnTo>
                  <a:lnTo>
                    <a:pt x="17481" y="3831"/>
                  </a:lnTo>
                  <a:lnTo>
                    <a:pt x="17600" y="3976"/>
                  </a:lnTo>
                  <a:lnTo>
                    <a:pt x="17731" y="4120"/>
                  </a:lnTo>
                  <a:lnTo>
                    <a:pt x="17889" y="4239"/>
                  </a:lnTo>
                  <a:lnTo>
                    <a:pt x="18034" y="4357"/>
                  </a:lnTo>
                  <a:lnTo>
                    <a:pt x="18205" y="4450"/>
                  </a:lnTo>
                  <a:lnTo>
                    <a:pt x="18376" y="4542"/>
                  </a:lnTo>
                  <a:lnTo>
                    <a:pt x="18561" y="4621"/>
                  </a:lnTo>
                  <a:lnTo>
                    <a:pt x="18745" y="4673"/>
                  </a:lnTo>
                  <a:lnTo>
                    <a:pt x="18942" y="4713"/>
                  </a:lnTo>
                  <a:lnTo>
                    <a:pt x="19140" y="4739"/>
                  </a:lnTo>
                  <a:lnTo>
                    <a:pt x="19350" y="4752"/>
                  </a:lnTo>
                  <a:lnTo>
                    <a:pt x="19600" y="4739"/>
                  </a:lnTo>
                  <a:lnTo>
                    <a:pt x="19824" y="4700"/>
                  </a:lnTo>
                  <a:lnTo>
                    <a:pt x="20061" y="4647"/>
                  </a:lnTo>
                  <a:lnTo>
                    <a:pt x="20272" y="4568"/>
                  </a:lnTo>
                  <a:lnTo>
                    <a:pt x="20482" y="4463"/>
                  </a:lnTo>
                  <a:lnTo>
                    <a:pt x="20680" y="4344"/>
                  </a:lnTo>
                  <a:lnTo>
                    <a:pt x="20864" y="4213"/>
                  </a:lnTo>
                  <a:lnTo>
                    <a:pt x="21035" y="4055"/>
                  </a:lnTo>
                  <a:lnTo>
                    <a:pt x="21180" y="3884"/>
                  </a:lnTo>
                  <a:lnTo>
                    <a:pt x="21325" y="3699"/>
                  </a:lnTo>
                  <a:lnTo>
                    <a:pt x="21443" y="3502"/>
                  </a:lnTo>
                  <a:lnTo>
                    <a:pt x="21549" y="3291"/>
                  </a:lnTo>
                  <a:lnTo>
                    <a:pt x="21628" y="3081"/>
                  </a:lnTo>
                  <a:lnTo>
                    <a:pt x="21680" y="2857"/>
                  </a:lnTo>
                  <a:lnTo>
                    <a:pt x="21720" y="2620"/>
                  </a:lnTo>
                  <a:lnTo>
                    <a:pt x="21733" y="2370"/>
                  </a:lnTo>
                  <a:lnTo>
                    <a:pt x="21720" y="2133"/>
                  </a:lnTo>
                  <a:lnTo>
                    <a:pt x="21680" y="1896"/>
                  </a:lnTo>
                  <a:lnTo>
                    <a:pt x="21628" y="1672"/>
                  </a:lnTo>
                  <a:lnTo>
                    <a:pt x="21549" y="1448"/>
                  </a:lnTo>
                  <a:lnTo>
                    <a:pt x="21443" y="1238"/>
                  </a:lnTo>
                  <a:lnTo>
                    <a:pt x="21325" y="1040"/>
                  </a:lnTo>
                  <a:lnTo>
                    <a:pt x="21180" y="856"/>
                  </a:lnTo>
                  <a:lnTo>
                    <a:pt x="21035" y="685"/>
                  </a:lnTo>
                  <a:lnTo>
                    <a:pt x="20864" y="540"/>
                  </a:lnTo>
                  <a:lnTo>
                    <a:pt x="20680" y="395"/>
                  </a:lnTo>
                  <a:lnTo>
                    <a:pt x="20482" y="277"/>
                  </a:lnTo>
                  <a:lnTo>
                    <a:pt x="20272" y="185"/>
                  </a:lnTo>
                  <a:lnTo>
                    <a:pt x="20061" y="106"/>
                  </a:lnTo>
                  <a:lnTo>
                    <a:pt x="19824" y="40"/>
                  </a:lnTo>
                  <a:lnTo>
                    <a:pt x="19600"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799;p24">
              <a:extLst>
                <a:ext uri="{FF2B5EF4-FFF2-40B4-BE49-F238E27FC236}">
                  <a16:creationId xmlns:a16="http://schemas.microsoft.com/office/drawing/2014/main" id="{A7F83941-3348-0EE5-F8A0-1A8B32A194C6}"/>
                </a:ext>
              </a:extLst>
            </p:cNvPr>
            <p:cNvSpPr/>
            <p:nvPr/>
          </p:nvSpPr>
          <p:spPr>
            <a:xfrm>
              <a:off x="4514575" y="1714725"/>
              <a:ext cx="543325" cy="118825"/>
            </a:xfrm>
            <a:custGeom>
              <a:avLst/>
              <a:gdLst/>
              <a:ahLst/>
              <a:cxnLst/>
              <a:rect l="l" t="t" r="r" b="b"/>
              <a:pathLst>
                <a:path w="21733" h="4753" extrusionOk="0">
                  <a:moveTo>
                    <a:pt x="19350" y="1172"/>
                  </a:moveTo>
                  <a:lnTo>
                    <a:pt x="19469" y="1185"/>
                  </a:lnTo>
                  <a:lnTo>
                    <a:pt x="19587" y="1199"/>
                  </a:lnTo>
                  <a:lnTo>
                    <a:pt x="19706" y="1225"/>
                  </a:lnTo>
                  <a:lnTo>
                    <a:pt x="19811" y="1278"/>
                  </a:lnTo>
                  <a:lnTo>
                    <a:pt x="19916" y="1317"/>
                  </a:lnTo>
                  <a:lnTo>
                    <a:pt x="20022" y="1383"/>
                  </a:lnTo>
                  <a:lnTo>
                    <a:pt x="20114" y="1449"/>
                  </a:lnTo>
                  <a:lnTo>
                    <a:pt x="20193" y="1528"/>
                  </a:lnTo>
                  <a:lnTo>
                    <a:pt x="20272" y="1607"/>
                  </a:lnTo>
                  <a:lnTo>
                    <a:pt x="20338" y="1699"/>
                  </a:lnTo>
                  <a:lnTo>
                    <a:pt x="20403" y="1804"/>
                  </a:lnTo>
                  <a:lnTo>
                    <a:pt x="20456" y="1909"/>
                  </a:lnTo>
                  <a:lnTo>
                    <a:pt x="20496" y="2015"/>
                  </a:lnTo>
                  <a:lnTo>
                    <a:pt x="20522" y="2133"/>
                  </a:lnTo>
                  <a:lnTo>
                    <a:pt x="20548" y="2252"/>
                  </a:lnTo>
                  <a:lnTo>
                    <a:pt x="20548" y="2370"/>
                  </a:lnTo>
                  <a:lnTo>
                    <a:pt x="20548" y="2502"/>
                  </a:lnTo>
                  <a:lnTo>
                    <a:pt x="20522" y="2620"/>
                  </a:lnTo>
                  <a:lnTo>
                    <a:pt x="20496" y="2726"/>
                  </a:lnTo>
                  <a:lnTo>
                    <a:pt x="20456" y="2844"/>
                  </a:lnTo>
                  <a:lnTo>
                    <a:pt x="20403" y="2949"/>
                  </a:lnTo>
                  <a:lnTo>
                    <a:pt x="20338" y="3041"/>
                  </a:lnTo>
                  <a:lnTo>
                    <a:pt x="20272" y="3134"/>
                  </a:lnTo>
                  <a:lnTo>
                    <a:pt x="20193" y="3226"/>
                  </a:lnTo>
                  <a:lnTo>
                    <a:pt x="20114" y="3292"/>
                  </a:lnTo>
                  <a:lnTo>
                    <a:pt x="20022" y="3371"/>
                  </a:lnTo>
                  <a:lnTo>
                    <a:pt x="19916" y="3423"/>
                  </a:lnTo>
                  <a:lnTo>
                    <a:pt x="19811" y="3476"/>
                  </a:lnTo>
                  <a:lnTo>
                    <a:pt x="19706" y="3515"/>
                  </a:lnTo>
                  <a:lnTo>
                    <a:pt x="19587" y="3542"/>
                  </a:lnTo>
                  <a:lnTo>
                    <a:pt x="19469" y="3568"/>
                  </a:lnTo>
                  <a:lnTo>
                    <a:pt x="19232" y="3568"/>
                  </a:lnTo>
                  <a:lnTo>
                    <a:pt x="19113" y="3542"/>
                  </a:lnTo>
                  <a:lnTo>
                    <a:pt x="18995" y="3515"/>
                  </a:lnTo>
                  <a:lnTo>
                    <a:pt x="18890" y="3476"/>
                  </a:lnTo>
                  <a:lnTo>
                    <a:pt x="18784" y="3423"/>
                  </a:lnTo>
                  <a:lnTo>
                    <a:pt x="18679" y="3371"/>
                  </a:lnTo>
                  <a:lnTo>
                    <a:pt x="18587" y="3292"/>
                  </a:lnTo>
                  <a:lnTo>
                    <a:pt x="18508" y="3226"/>
                  </a:lnTo>
                  <a:lnTo>
                    <a:pt x="18429" y="3134"/>
                  </a:lnTo>
                  <a:lnTo>
                    <a:pt x="18363" y="3041"/>
                  </a:lnTo>
                  <a:lnTo>
                    <a:pt x="18297" y="2949"/>
                  </a:lnTo>
                  <a:lnTo>
                    <a:pt x="18245" y="2844"/>
                  </a:lnTo>
                  <a:lnTo>
                    <a:pt x="18205" y="2726"/>
                  </a:lnTo>
                  <a:lnTo>
                    <a:pt x="18179" y="2620"/>
                  </a:lnTo>
                  <a:lnTo>
                    <a:pt x="18166" y="2502"/>
                  </a:lnTo>
                  <a:lnTo>
                    <a:pt x="18152" y="2370"/>
                  </a:lnTo>
                  <a:lnTo>
                    <a:pt x="18166" y="2252"/>
                  </a:lnTo>
                  <a:lnTo>
                    <a:pt x="18179" y="2133"/>
                  </a:lnTo>
                  <a:lnTo>
                    <a:pt x="18205" y="2015"/>
                  </a:lnTo>
                  <a:lnTo>
                    <a:pt x="18245" y="1909"/>
                  </a:lnTo>
                  <a:lnTo>
                    <a:pt x="18297" y="1804"/>
                  </a:lnTo>
                  <a:lnTo>
                    <a:pt x="18363" y="1699"/>
                  </a:lnTo>
                  <a:lnTo>
                    <a:pt x="18429" y="1607"/>
                  </a:lnTo>
                  <a:lnTo>
                    <a:pt x="18508" y="1528"/>
                  </a:lnTo>
                  <a:lnTo>
                    <a:pt x="18587" y="1449"/>
                  </a:lnTo>
                  <a:lnTo>
                    <a:pt x="18679" y="1383"/>
                  </a:lnTo>
                  <a:lnTo>
                    <a:pt x="18784" y="1317"/>
                  </a:lnTo>
                  <a:lnTo>
                    <a:pt x="18890" y="1278"/>
                  </a:lnTo>
                  <a:lnTo>
                    <a:pt x="18995" y="1225"/>
                  </a:lnTo>
                  <a:lnTo>
                    <a:pt x="19113" y="1199"/>
                  </a:lnTo>
                  <a:lnTo>
                    <a:pt x="19232" y="1185"/>
                  </a:lnTo>
                  <a:lnTo>
                    <a:pt x="19350" y="1172"/>
                  </a:lnTo>
                  <a:close/>
                  <a:moveTo>
                    <a:pt x="19140" y="1"/>
                  </a:moveTo>
                  <a:lnTo>
                    <a:pt x="18942" y="27"/>
                  </a:lnTo>
                  <a:lnTo>
                    <a:pt x="18745" y="67"/>
                  </a:lnTo>
                  <a:lnTo>
                    <a:pt x="18561" y="132"/>
                  </a:lnTo>
                  <a:lnTo>
                    <a:pt x="18376" y="198"/>
                  </a:lnTo>
                  <a:lnTo>
                    <a:pt x="18205" y="290"/>
                  </a:lnTo>
                  <a:lnTo>
                    <a:pt x="18034" y="396"/>
                  </a:lnTo>
                  <a:lnTo>
                    <a:pt x="17889" y="501"/>
                  </a:lnTo>
                  <a:lnTo>
                    <a:pt x="17731" y="633"/>
                  </a:lnTo>
                  <a:lnTo>
                    <a:pt x="17600" y="764"/>
                  </a:lnTo>
                  <a:lnTo>
                    <a:pt x="17481" y="909"/>
                  </a:lnTo>
                  <a:lnTo>
                    <a:pt x="17363" y="1067"/>
                  </a:lnTo>
                  <a:lnTo>
                    <a:pt x="17257" y="1238"/>
                  </a:lnTo>
                  <a:lnTo>
                    <a:pt x="17178" y="1409"/>
                  </a:lnTo>
                  <a:lnTo>
                    <a:pt x="17099" y="1593"/>
                  </a:lnTo>
                  <a:lnTo>
                    <a:pt x="17047" y="1778"/>
                  </a:lnTo>
                  <a:lnTo>
                    <a:pt x="0" y="1778"/>
                  </a:lnTo>
                  <a:lnTo>
                    <a:pt x="0" y="2962"/>
                  </a:lnTo>
                  <a:lnTo>
                    <a:pt x="17047" y="2962"/>
                  </a:lnTo>
                  <a:lnTo>
                    <a:pt x="17099" y="3160"/>
                  </a:lnTo>
                  <a:lnTo>
                    <a:pt x="17178" y="3331"/>
                  </a:lnTo>
                  <a:lnTo>
                    <a:pt x="17257" y="3515"/>
                  </a:lnTo>
                  <a:lnTo>
                    <a:pt x="17363" y="3673"/>
                  </a:lnTo>
                  <a:lnTo>
                    <a:pt x="17481" y="3831"/>
                  </a:lnTo>
                  <a:lnTo>
                    <a:pt x="17600" y="3976"/>
                  </a:lnTo>
                  <a:lnTo>
                    <a:pt x="17731" y="4121"/>
                  </a:lnTo>
                  <a:lnTo>
                    <a:pt x="17889" y="4239"/>
                  </a:lnTo>
                  <a:lnTo>
                    <a:pt x="18034" y="4358"/>
                  </a:lnTo>
                  <a:lnTo>
                    <a:pt x="18205" y="4463"/>
                  </a:lnTo>
                  <a:lnTo>
                    <a:pt x="18376" y="4542"/>
                  </a:lnTo>
                  <a:lnTo>
                    <a:pt x="18561" y="4621"/>
                  </a:lnTo>
                  <a:lnTo>
                    <a:pt x="18745" y="4674"/>
                  </a:lnTo>
                  <a:lnTo>
                    <a:pt x="18942" y="4713"/>
                  </a:lnTo>
                  <a:lnTo>
                    <a:pt x="19140" y="4740"/>
                  </a:lnTo>
                  <a:lnTo>
                    <a:pt x="19350" y="4753"/>
                  </a:lnTo>
                  <a:lnTo>
                    <a:pt x="19600" y="4740"/>
                  </a:lnTo>
                  <a:lnTo>
                    <a:pt x="19824" y="4700"/>
                  </a:lnTo>
                  <a:lnTo>
                    <a:pt x="20061" y="4647"/>
                  </a:lnTo>
                  <a:lnTo>
                    <a:pt x="20272" y="4568"/>
                  </a:lnTo>
                  <a:lnTo>
                    <a:pt x="20482" y="4463"/>
                  </a:lnTo>
                  <a:lnTo>
                    <a:pt x="20680" y="4345"/>
                  </a:lnTo>
                  <a:lnTo>
                    <a:pt x="20864" y="4213"/>
                  </a:lnTo>
                  <a:lnTo>
                    <a:pt x="21035" y="4055"/>
                  </a:lnTo>
                  <a:lnTo>
                    <a:pt x="21180" y="3884"/>
                  </a:lnTo>
                  <a:lnTo>
                    <a:pt x="21325" y="3700"/>
                  </a:lnTo>
                  <a:lnTo>
                    <a:pt x="21443" y="3502"/>
                  </a:lnTo>
                  <a:lnTo>
                    <a:pt x="21549" y="3305"/>
                  </a:lnTo>
                  <a:lnTo>
                    <a:pt x="21628" y="3081"/>
                  </a:lnTo>
                  <a:lnTo>
                    <a:pt x="21680" y="2857"/>
                  </a:lnTo>
                  <a:lnTo>
                    <a:pt x="21720" y="2620"/>
                  </a:lnTo>
                  <a:lnTo>
                    <a:pt x="21733" y="2370"/>
                  </a:lnTo>
                  <a:lnTo>
                    <a:pt x="21720" y="2133"/>
                  </a:lnTo>
                  <a:lnTo>
                    <a:pt x="21680" y="1896"/>
                  </a:lnTo>
                  <a:lnTo>
                    <a:pt x="21628" y="1672"/>
                  </a:lnTo>
                  <a:lnTo>
                    <a:pt x="21549" y="1449"/>
                  </a:lnTo>
                  <a:lnTo>
                    <a:pt x="21443" y="1238"/>
                  </a:lnTo>
                  <a:lnTo>
                    <a:pt x="21325" y="1041"/>
                  </a:lnTo>
                  <a:lnTo>
                    <a:pt x="21180" y="856"/>
                  </a:lnTo>
                  <a:lnTo>
                    <a:pt x="21035" y="698"/>
                  </a:lnTo>
                  <a:lnTo>
                    <a:pt x="20864" y="540"/>
                  </a:lnTo>
                  <a:lnTo>
                    <a:pt x="20680" y="409"/>
                  </a:lnTo>
                  <a:lnTo>
                    <a:pt x="20482" y="277"/>
                  </a:lnTo>
                  <a:lnTo>
                    <a:pt x="20272" y="185"/>
                  </a:lnTo>
                  <a:lnTo>
                    <a:pt x="20061" y="106"/>
                  </a:lnTo>
                  <a:lnTo>
                    <a:pt x="19824" y="40"/>
                  </a:lnTo>
                  <a:lnTo>
                    <a:pt x="19600" y="14"/>
                  </a:lnTo>
                  <a:lnTo>
                    <a:pt x="19350"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800;p24">
              <a:extLst>
                <a:ext uri="{FF2B5EF4-FFF2-40B4-BE49-F238E27FC236}">
                  <a16:creationId xmlns:a16="http://schemas.microsoft.com/office/drawing/2014/main" id="{2C4F1137-BD90-8AA4-3A94-E6059357AE7D}"/>
                </a:ext>
              </a:extLst>
            </p:cNvPr>
            <p:cNvSpPr/>
            <p:nvPr/>
          </p:nvSpPr>
          <p:spPr>
            <a:xfrm>
              <a:off x="5244800" y="2763850"/>
              <a:ext cx="1016575" cy="721400"/>
            </a:xfrm>
            <a:custGeom>
              <a:avLst/>
              <a:gdLst/>
              <a:ahLst/>
              <a:cxnLst/>
              <a:rect l="l" t="t" r="r" b="b"/>
              <a:pathLst>
                <a:path w="40663" h="28856" extrusionOk="0">
                  <a:moveTo>
                    <a:pt x="38280" y="25275"/>
                  </a:moveTo>
                  <a:lnTo>
                    <a:pt x="38412" y="25288"/>
                  </a:lnTo>
                  <a:lnTo>
                    <a:pt x="38530" y="25301"/>
                  </a:lnTo>
                  <a:lnTo>
                    <a:pt x="38636" y="25341"/>
                  </a:lnTo>
                  <a:lnTo>
                    <a:pt x="38754" y="25380"/>
                  </a:lnTo>
                  <a:lnTo>
                    <a:pt x="38859" y="25420"/>
                  </a:lnTo>
                  <a:lnTo>
                    <a:pt x="38952" y="25486"/>
                  </a:lnTo>
                  <a:lnTo>
                    <a:pt x="39044" y="25551"/>
                  </a:lnTo>
                  <a:lnTo>
                    <a:pt x="39136" y="25630"/>
                  </a:lnTo>
                  <a:lnTo>
                    <a:pt x="39202" y="25722"/>
                  </a:lnTo>
                  <a:lnTo>
                    <a:pt x="39281" y="25815"/>
                  </a:lnTo>
                  <a:lnTo>
                    <a:pt x="39333" y="25907"/>
                  </a:lnTo>
                  <a:lnTo>
                    <a:pt x="39386" y="26012"/>
                  </a:lnTo>
                  <a:lnTo>
                    <a:pt x="39425" y="26117"/>
                  </a:lnTo>
                  <a:lnTo>
                    <a:pt x="39452" y="26236"/>
                  </a:lnTo>
                  <a:lnTo>
                    <a:pt x="39478" y="26354"/>
                  </a:lnTo>
                  <a:lnTo>
                    <a:pt x="39478" y="26473"/>
                  </a:lnTo>
                  <a:lnTo>
                    <a:pt x="39478" y="26604"/>
                  </a:lnTo>
                  <a:lnTo>
                    <a:pt x="39452" y="26723"/>
                  </a:lnTo>
                  <a:lnTo>
                    <a:pt x="39425" y="26828"/>
                  </a:lnTo>
                  <a:lnTo>
                    <a:pt x="39386" y="26947"/>
                  </a:lnTo>
                  <a:lnTo>
                    <a:pt x="39333" y="27052"/>
                  </a:lnTo>
                  <a:lnTo>
                    <a:pt x="39281" y="27144"/>
                  </a:lnTo>
                  <a:lnTo>
                    <a:pt x="39202" y="27236"/>
                  </a:lnTo>
                  <a:lnTo>
                    <a:pt x="39136" y="27328"/>
                  </a:lnTo>
                  <a:lnTo>
                    <a:pt x="39044" y="27407"/>
                  </a:lnTo>
                  <a:lnTo>
                    <a:pt x="38952" y="27473"/>
                  </a:lnTo>
                  <a:lnTo>
                    <a:pt x="38859" y="27526"/>
                  </a:lnTo>
                  <a:lnTo>
                    <a:pt x="38754" y="27579"/>
                  </a:lnTo>
                  <a:lnTo>
                    <a:pt x="38636" y="27618"/>
                  </a:lnTo>
                  <a:lnTo>
                    <a:pt x="38530" y="27658"/>
                  </a:lnTo>
                  <a:lnTo>
                    <a:pt x="38412" y="27671"/>
                  </a:lnTo>
                  <a:lnTo>
                    <a:pt x="38162" y="27671"/>
                  </a:lnTo>
                  <a:lnTo>
                    <a:pt x="38043" y="27658"/>
                  </a:lnTo>
                  <a:lnTo>
                    <a:pt x="37925" y="27618"/>
                  </a:lnTo>
                  <a:lnTo>
                    <a:pt x="37819" y="27579"/>
                  </a:lnTo>
                  <a:lnTo>
                    <a:pt x="37714" y="27526"/>
                  </a:lnTo>
                  <a:lnTo>
                    <a:pt x="37609" y="27473"/>
                  </a:lnTo>
                  <a:lnTo>
                    <a:pt x="37517" y="27407"/>
                  </a:lnTo>
                  <a:lnTo>
                    <a:pt x="37438" y="27328"/>
                  </a:lnTo>
                  <a:lnTo>
                    <a:pt x="37359" y="27236"/>
                  </a:lnTo>
                  <a:lnTo>
                    <a:pt x="37293" y="27144"/>
                  </a:lnTo>
                  <a:lnTo>
                    <a:pt x="37227" y="27052"/>
                  </a:lnTo>
                  <a:lnTo>
                    <a:pt x="37174" y="26947"/>
                  </a:lnTo>
                  <a:lnTo>
                    <a:pt x="37135" y="26828"/>
                  </a:lnTo>
                  <a:lnTo>
                    <a:pt x="37109" y="26723"/>
                  </a:lnTo>
                  <a:lnTo>
                    <a:pt x="37095" y="26604"/>
                  </a:lnTo>
                  <a:lnTo>
                    <a:pt x="37082" y="26473"/>
                  </a:lnTo>
                  <a:lnTo>
                    <a:pt x="37095" y="26354"/>
                  </a:lnTo>
                  <a:lnTo>
                    <a:pt x="37109" y="26236"/>
                  </a:lnTo>
                  <a:lnTo>
                    <a:pt x="37135" y="26117"/>
                  </a:lnTo>
                  <a:lnTo>
                    <a:pt x="37174" y="26012"/>
                  </a:lnTo>
                  <a:lnTo>
                    <a:pt x="37227" y="25907"/>
                  </a:lnTo>
                  <a:lnTo>
                    <a:pt x="37293" y="25815"/>
                  </a:lnTo>
                  <a:lnTo>
                    <a:pt x="37359" y="25722"/>
                  </a:lnTo>
                  <a:lnTo>
                    <a:pt x="37438" y="25630"/>
                  </a:lnTo>
                  <a:lnTo>
                    <a:pt x="37517" y="25551"/>
                  </a:lnTo>
                  <a:lnTo>
                    <a:pt x="37609" y="25486"/>
                  </a:lnTo>
                  <a:lnTo>
                    <a:pt x="37714" y="25420"/>
                  </a:lnTo>
                  <a:lnTo>
                    <a:pt x="37819" y="25380"/>
                  </a:lnTo>
                  <a:lnTo>
                    <a:pt x="37925" y="25341"/>
                  </a:lnTo>
                  <a:lnTo>
                    <a:pt x="38043" y="25301"/>
                  </a:lnTo>
                  <a:lnTo>
                    <a:pt x="38162" y="25288"/>
                  </a:lnTo>
                  <a:lnTo>
                    <a:pt x="38280" y="25275"/>
                  </a:lnTo>
                  <a:close/>
                  <a:moveTo>
                    <a:pt x="1" y="1"/>
                  </a:moveTo>
                  <a:lnTo>
                    <a:pt x="1" y="19207"/>
                  </a:lnTo>
                  <a:lnTo>
                    <a:pt x="30264" y="19207"/>
                  </a:lnTo>
                  <a:lnTo>
                    <a:pt x="36266" y="25209"/>
                  </a:lnTo>
                  <a:lnTo>
                    <a:pt x="36187" y="25354"/>
                  </a:lnTo>
                  <a:lnTo>
                    <a:pt x="36121" y="25499"/>
                  </a:lnTo>
                  <a:lnTo>
                    <a:pt x="36056" y="25657"/>
                  </a:lnTo>
                  <a:lnTo>
                    <a:pt x="36003" y="25815"/>
                  </a:lnTo>
                  <a:lnTo>
                    <a:pt x="35963" y="25973"/>
                  </a:lnTo>
                  <a:lnTo>
                    <a:pt x="35924" y="26131"/>
                  </a:lnTo>
                  <a:lnTo>
                    <a:pt x="35911" y="26302"/>
                  </a:lnTo>
                  <a:lnTo>
                    <a:pt x="35911" y="26473"/>
                  </a:lnTo>
                  <a:lnTo>
                    <a:pt x="35924" y="26723"/>
                  </a:lnTo>
                  <a:lnTo>
                    <a:pt x="35950" y="26960"/>
                  </a:lnTo>
                  <a:lnTo>
                    <a:pt x="36016" y="27184"/>
                  </a:lnTo>
                  <a:lnTo>
                    <a:pt x="36095" y="27407"/>
                  </a:lnTo>
                  <a:lnTo>
                    <a:pt x="36187" y="27605"/>
                  </a:lnTo>
                  <a:lnTo>
                    <a:pt x="36306" y="27802"/>
                  </a:lnTo>
                  <a:lnTo>
                    <a:pt x="36450" y="27987"/>
                  </a:lnTo>
                  <a:lnTo>
                    <a:pt x="36608" y="28158"/>
                  </a:lnTo>
                  <a:lnTo>
                    <a:pt x="36766" y="28316"/>
                  </a:lnTo>
                  <a:lnTo>
                    <a:pt x="36951" y="28447"/>
                  </a:lnTo>
                  <a:lnTo>
                    <a:pt x="37148" y="28566"/>
                  </a:lnTo>
                  <a:lnTo>
                    <a:pt x="37359" y="28671"/>
                  </a:lnTo>
                  <a:lnTo>
                    <a:pt x="37583" y="28750"/>
                  </a:lnTo>
                  <a:lnTo>
                    <a:pt x="37806" y="28803"/>
                  </a:lnTo>
                  <a:lnTo>
                    <a:pt x="38043" y="28842"/>
                  </a:lnTo>
                  <a:lnTo>
                    <a:pt x="38280" y="28855"/>
                  </a:lnTo>
                  <a:lnTo>
                    <a:pt x="38530" y="28842"/>
                  </a:lnTo>
                  <a:lnTo>
                    <a:pt x="38767" y="28803"/>
                  </a:lnTo>
                  <a:lnTo>
                    <a:pt x="38991" y="28750"/>
                  </a:lnTo>
                  <a:lnTo>
                    <a:pt x="39215" y="28671"/>
                  </a:lnTo>
                  <a:lnTo>
                    <a:pt x="39412" y="28566"/>
                  </a:lnTo>
                  <a:lnTo>
                    <a:pt x="39610" y="28447"/>
                  </a:lnTo>
                  <a:lnTo>
                    <a:pt x="39794" y="28316"/>
                  </a:lnTo>
                  <a:lnTo>
                    <a:pt x="39965" y="28158"/>
                  </a:lnTo>
                  <a:lnTo>
                    <a:pt x="40123" y="27987"/>
                  </a:lnTo>
                  <a:lnTo>
                    <a:pt x="40255" y="27802"/>
                  </a:lnTo>
                  <a:lnTo>
                    <a:pt x="40373" y="27605"/>
                  </a:lnTo>
                  <a:lnTo>
                    <a:pt x="40479" y="27407"/>
                  </a:lnTo>
                  <a:lnTo>
                    <a:pt x="40557" y="27184"/>
                  </a:lnTo>
                  <a:lnTo>
                    <a:pt x="40610" y="26960"/>
                  </a:lnTo>
                  <a:lnTo>
                    <a:pt x="40650" y="26723"/>
                  </a:lnTo>
                  <a:lnTo>
                    <a:pt x="40663" y="26473"/>
                  </a:lnTo>
                  <a:lnTo>
                    <a:pt x="40650" y="26236"/>
                  </a:lnTo>
                  <a:lnTo>
                    <a:pt x="40610" y="25999"/>
                  </a:lnTo>
                  <a:lnTo>
                    <a:pt x="40557" y="25775"/>
                  </a:lnTo>
                  <a:lnTo>
                    <a:pt x="40479" y="25551"/>
                  </a:lnTo>
                  <a:lnTo>
                    <a:pt x="40373" y="25341"/>
                  </a:lnTo>
                  <a:lnTo>
                    <a:pt x="40255" y="25143"/>
                  </a:lnTo>
                  <a:lnTo>
                    <a:pt x="40123" y="24972"/>
                  </a:lnTo>
                  <a:lnTo>
                    <a:pt x="39965" y="24801"/>
                  </a:lnTo>
                  <a:lnTo>
                    <a:pt x="39794" y="24643"/>
                  </a:lnTo>
                  <a:lnTo>
                    <a:pt x="39610" y="24511"/>
                  </a:lnTo>
                  <a:lnTo>
                    <a:pt x="39412" y="24393"/>
                  </a:lnTo>
                  <a:lnTo>
                    <a:pt x="39215" y="24288"/>
                  </a:lnTo>
                  <a:lnTo>
                    <a:pt x="38991" y="24209"/>
                  </a:lnTo>
                  <a:lnTo>
                    <a:pt x="38767" y="24143"/>
                  </a:lnTo>
                  <a:lnTo>
                    <a:pt x="38530" y="24117"/>
                  </a:lnTo>
                  <a:lnTo>
                    <a:pt x="38280" y="24103"/>
                  </a:lnTo>
                  <a:lnTo>
                    <a:pt x="38122" y="24103"/>
                  </a:lnTo>
                  <a:lnTo>
                    <a:pt x="37977" y="24117"/>
                  </a:lnTo>
                  <a:lnTo>
                    <a:pt x="37819" y="24143"/>
                  </a:lnTo>
                  <a:lnTo>
                    <a:pt x="37675" y="24182"/>
                  </a:lnTo>
                  <a:lnTo>
                    <a:pt x="37530" y="24222"/>
                  </a:lnTo>
                  <a:lnTo>
                    <a:pt x="37398" y="24275"/>
                  </a:lnTo>
                  <a:lnTo>
                    <a:pt x="37253" y="24327"/>
                  </a:lnTo>
                  <a:lnTo>
                    <a:pt x="37122" y="24406"/>
                  </a:lnTo>
                  <a:lnTo>
                    <a:pt x="30764" y="18035"/>
                  </a:lnTo>
                  <a:lnTo>
                    <a:pt x="1172" y="18035"/>
                  </a:lnTo>
                  <a:lnTo>
                    <a:pt x="1172"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801;p24">
              <a:extLst>
                <a:ext uri="{FF2B5EF4-FFF2-40B4-BE49-F238E27FC236}">
                  <a16:creationId xmlns:a16="http://schemas.microsoft.com/office/drawing/2014/main" id="{7C56F266-4DE1-7472-C8B3-8DDBB971EB6D}"/>
                </a:ext>
              </a:extLst>
            </p:cNvPr>
            <p:cNvSpPr/>
            <p:nvPr/>
          </p:nvSpPr>
          <p:spPr>
            <a:xfrm>
              <a:off x="5370525" y="2744125"/>
              <a:ext cx="1047825" cy="619025"/>
            </a:xfrm>
            <a:custGeom>
              <a:avLst/>
              <a:gdLst/>
              <a:ahLst/>
              <a:cxnLst/>
              <a:rect l="l" t="t" r="r" b="b"/>
              <a:pathLst>
                <a:path w="41913" h="24761" extrusionOk="0">
                  <a:moveTo>
                    <a:pt x="39530" y="21180"/>
                  </a:moveTo>
                  <a:lnTo>
                    <a:pt x="39649" y="21193"/>
                  </a:lnTo>
                  <a:lnTo>
                    <a:pt x="39767" y="21207"/>
                  </a:lnTo>
                  <a:lnTo>
                    <a:pt x="39886" y="21233"/>
                  </a:lnTo>
                  <a:lnTo>
                    <a:pt x="39991" y="21272"/>
                  </a:lnTo>
                  <a:lnTo>
                    <a:pt x="40096" y="21325"/>
                  </a:lnTo>
                  <a:lnTo>
                    <a:pt x="40202" y="21391"/>
                  </a:lnTo>
                  <a:lnTo>
                    <a:pt x="40294" y="21457"/>
                  </a:lnTo>
                  <a:lnTo>
                    <a:pt x="40373" y="21536"/>
                  </a:lnTo>
                  <a:lnTo>
                    <a:pt x="40452" y="21615"/>
                  </a:lnTo>
                  <a:lnTo>
                    <a:pt x="40517" y="21707"/>
                  </a:lnTo>
                  <a:lnTo>
                    <a:pt x="40583" y="21812"/>
                  </a:lnTo>
                  <a:lnTo>
                    <a:pt x="40636" y="21917"/>
                  </a:lnTo>
                  <a:lnTo>
                    <a:pt x="40675" y="22023"/>
                  </a:lnTo>
                  <a:lnTo>
                    <a:pt x="40702" y="22141"/>
                  </a:lnTo>
                  <a:lnTo>
                    <a:pt x="40728" y="22260"/>
                  </a:lnTo>
                  <a:lnTo>
                    <a:pt x="40728" y="22378"/>
                  </a:lnTo>
                  <a:lnTo>
                    <a:pt x="40728" y="22497"/>
                  </a:lnTo>
                  <a:lnTo>
                    <a:pt x="40702" y="22615"/>
                  </a:lnTo>
                  <a:lnTo>
                    <a:pt x="40675" y="22734"/>
                  </a:lnTo>
                  <a:lnTo>
                    <a:pt x="40636" y="22839"/>
                  </a:lnTo>
                  <a:lnTo>
                    <a:pt x="40583" y="22944"/>
                  </a:lnTo>
                  <a:lnTo>
                    <a:pt x="40517" y="23049"/>
                  </a:lnTo>
                  <a:lnTo>
                    <a:pt x="40452" y="23142"/>
                  </a:lnTo>
                  <a:lnTo>
                    <a:pt x="40373" y="23221"/>
                  </a:lnTo>
                  <a:lnTo>
                    <a:pt x="40294" y="23300"/>
                  </a:lnTo>
                  <a:lnTo>
                    <a:pt x="40202" y="23365"/>
                  </a:lnTo>
                  <a:lnTo>
                    <a:pt x="40096" y="23431"/>
                  </a:lnTo>
                  <a:lnTo>
                    <a:pt x="39991" y="23484"/>
                  </a:lnTo>
                  <a:lnTo>
                    <a:pt x="39886" y="23523"/>
                  </a:lnTo>
                  <a:lnTo>
                    <a:pt x="39767" y="23550"/>
                  </a:lnTo>
                  <a:lnTo>
                    <a:pt x="39649" y="23576"/>
                  </a:lnTo>
                  <a:lnTo>
                    <a:pt x="39412" y="23576"/>
                  </a:lnTo>
                  <a:lnTo>
                    <a:pt x="39293" y="23550"/>
                  </a:lnTo>
                  <a:lnTo>
                    <a:pt x="39175" y="23523"/>
                  </a:lnTo>
                  <a:lnTo>
                    <a:pt x="39069" y="23484"/>
                  </a:lnTo>
                  <a:lnTo>
                    <a:pt x="38964" y="23431"/>
                  </a:lnTo>
                  <a:lnTo>
                    <a:pt x="38859" y="23365"/>
                  </a:lnTo>
                  <a:lnTo>
                    <a:pt x="38767" y="23300"/>
                  </a:lnTo>
                  <a:lnTo>
                    <a:pt x="38688" y="23221"/>
                  </a:lnTo>
                  <a:lnTo>
                    <a:pt x="38609" y="23142"/>
                  </a:lnTo>
                  <a:lnTo>
                    <a:pt x="38543" y="23049"/>
                  </a:lnTo>
                  <a:lnTo>
                    <a:pt x="38477" y="22944"/>
                  </a:lnTo>
                  <a:lnTo>
                    <a:pt x="38424" y="22839"/>
                  </a:lnTo>
                  <a:lnTo>
                    <a:pt x="38385" y="22734"/>
                  </a:lnTo>
                  <a:lnTo>
                    <a:pt x="38359" y="22615"/>
                  </a:lnTo>
                  <a:lnTo>
                    <a:pt x="38345" y="22497"/>
                  </a:lnTo>
                  <a:lnTo>
                    <a:pt x="38332" y="22378"/>
                  </a:lnTo>
                  <a:lnTo>
                    <a:pt x="38345" y="22260"/>
                  </a:lnTo>
                  <a:lnTo>
                    <a:pt x="38359" y="22141"/>
                  </a:lnTo>
                  <a:lnTo>
                    <a:pt x="38385" y="22023"/>
                  </a:lnTo>
                  <a:lnTo>
                    <a:pt x="38424" y="21917"/>
                  </a:lnTo>
                  <a:lnTo>
                    <a:pt x="38477" y="21812"/>
                  </a:lnTo>
                  <a:lnTo>
                    <a:pt x="38543" y="21707"/>
                  </a:lnTo>
                  <a:lnTo>
                    <a:pt x="38609" y="21615"/>
                  </a:lnTo>
                  <a:lnTo>
                    <a:pt x="38688" y="21536"/>
                  </a:lnTo>
                  <a:lnTo>
                    <a:pt x="38767" y="21457"/>
                  </a:lnTo>
                  <a:lnTo>
                    <a:pt x="38859" y="21391"/>
                  </a:lnTo>
                  <a:lnTo>
                    <a:pt x="38964" y="21325"/>
                  </a:lnTo>
                  <a:lnTo>
                    <a:pt x="39069" y="21272"/>
                  </a:lnTo>
                  <a:lnTo>
                    <a:pt x="39175" y="21233"/>
                  </a:lnTo>
                  <a:lnTo>
                    <a:pt x="39293" y="21207"/>
                  </a:lnTo>
                  <a:lnTo>
                    <a:pt x="39412" y="21193"/>
                  </a:lnTo>
                  <a:lnTo>
                    <a:pt x="39530" y="21180"/>
                  </a:lnTo>
                  <a:close/>
                  <a:moveTo>
                    <a:pt x="0" y="0"/>
                  </a:moveTo>
                  <a:lnTo>
                    <a:pt x="0" y="13914"/>
                  </a:lnTo>
                  <a:lnTo>
                    <a:pt x="30276" y="13914"/>
                  </a:lnTo>
                  <a:lnTo>
                    <a:pt x="37503" y="21141"/>
                  </a:lnTo>
                  <a:lnTo>
                    <a:pt x="37424" y="21272"/>
                  </a:lnTo>
                  <a:lnTo>
                    <a:pt x="37358" y="21417"/>
                  </a:lnTo>
                  <a:lnTo>
                    <a:pt x="37292" y="21575"/>
                  </a:lnTo>
                  <a:lnTo>
                    <a:pt x="37240" y="21720"/>
                  </a:lnTo>
                  <a:lnTo>
                    <a:pt x="37200" y="21878"/>
                  </a:lnTo>
                  <a:lnTo>
                    <a:pt x="37174" y="22049"/>
                  </a:lnTo>
                  <a:lnTo>
                    <a:pt x="37161" y="22207"/>
                  </a:lnTo>
                  <a:lnTo>
                    <a:pt x="37148" y="22378"/>
                  </a:lnTo>
                  <a:lnTo>
                    <a:pt x="37161" y="22628"/>
                  </a:lnTo>
                  <a:lnTo>
                    <a:pt x="37200" y="22852"/>
                  </a:lnTo>
                  <a:lnTo>
                    <a:pt x="37266" y="23089"/>
                  </a:lnTo>
                  <a:lnTo>
                    <a:pt x="37345" y="23300"/>
                  </a:lnTo>
                  <a:lnTo>
                    <a:pt x="37437" y="23510"/>
                  </a:lnTo>
                  <a:lnTo>
                    <a:pt x="37556" y="23708"/>
                  </a:lnTo>
                  <a:lnTo>
                    <a:pt x="37700" y="23892"/>
                  </a:lnTo>
                  <a:lnTo>
                    <a:pt x="37845" y="24063"/>
                  </a:lnTo>
                  <a:lnTo>
                    <a:pt x="38016" y="24208"/>
                  </a:lnTo>
                  <a:lnTo>
                    <a:pt x="38201" y="24353"/>
                  </a:lnTo>
                  <a:lnTo>
                    <a:pt x="38398" y="24471"/>
                  </a:lnTo>
                  <a:lnTo>
                    <a:pt x="38609" y="24576"/>
                  </a:lnTo>
                  <a:lnTo>
                    <a:pt x="38819" y="24655"/>
                  </a:lnTo>
                  <a:lnTo>
                    <a:pt x="39056" y="24708"/>
                  </a:lnTo>
                  <a:lnTo>
                    <a:pt x="39293" y="24748"/>
                  </a:lnTo>
                  <a:lnTo>
                    <a:pt x="39530" y="24761"/>
                  </a:lnTo>
                  <a:lnTo>
                    <a:pt x="39780" y="24748"/>
                  </a:lnTo>
                  <a:lnTo>
                    <a:pt x="40004" y="24708"/>
                  </a:lnTo>
                  <a:lnTo>
                    <a:pt x="40241" y="24655"/>
                  </a:lnTo>
                  <a:lnTo>
                    <a:pt x="40452" y="24576"/>
                  </a:lnTo>
                  <a:lnTo>
                    <a:pt x="40662" y="24471"/>
                  </a:lnTo>
                  <a:lnTo>
                    <a:pt x="40860" y="24353"/>
                  </a:lnTo>
                  <a:lnTo>
                    <a:pt x="41044" y="24208"/>
                  </a:lnTo>
                  <a:lnTo>
                    <a:pt x="41215" y="24063"/>
                  </a:lnTo>
                  <a:lnTo>
                    <a:pt x="41360" y="23892"/>
                  </a:lnTo>
                  <a:lnTo>
                    <a:pt x="41505" y="23708"/>
                  </a:lnTo>
                  <a:lnTo>
                    <a:pt x="41623" y="23510"/>
                  </a:lnTo>
                  <a:lnTo>
                    <a:pt x="41728" y="23300"/>
                  </a:lnTo>
                  <a:lnTo>
                    <a:pt x="41807" y="23089"/>
                  </a:lnTo>
                  <a:lnTo>
                    <a:pt x="41860" y="22852"/>
                  </a:lnTo>
                  <a:lnTo>
                    <a:pt x="41900" y="22628"/>
                  </a:lnTo>
                  <a:lnTo>
                    <a:pt x="41913" y="22378"/>
                  </a:lnTo>
                  <a:lnTo>
                    <a:pt x="41900" y="22141"/>
                  </a:lnTo>
                  <a:lnTo>
                    <a:pt x="41860" y="21904"/>
                  </a:lnTo>
                  <a:lnTo>
                    <a:pt x="41807" y="21667"/>
                  </a:lnTo>
                  <a:lnTo>
                    <a:pt x="41728" y="21457"/>
                  </a:lnTo>
                  <a:lnTo>
                    <a:pt x="41623" y="21246"/>
                  </a:lnTo>
                  <a:lnTo>
                    <a:pt x="41505" y="21049"/>
                  </a:lnTo>
                  <a:lnTo>
                    <a:pt x="41360" y="20864"/>
                  </a:lnTo>
                  <a:lnTo>
                    <a:pt x="41215" y="20693"/>
                  </a:lnTo>
                  <a:lnTo>
                    <a:pt x="41044" y="20548"/>
                  </a:lnTo>
                  <a:lnTo>
                    <a:pt x="40860" y="20404"/>
                  </a:lnTo>
                  <a:lnTo>
                    <a:pt x="40662" y="20285"/>
                  </a:lnTo>
                  <a:lnTo>
                    <a:pt x="40452" y="20193"/>
                  </a:lnTo>
                  <a:lnTo>
                    <a:pt x="40241" y="20114"/>
                  </a:lnTo>
                  <a:lnTo>
                    <a:pt x="40004" y="20048"/>
                  </a:lnTo>
                  <a:lnTo>
                    <a:pt x="39780" y="20009"/>
                  </a:lnTo>
                  <a:lnTo>
                    <a:pt x="39530" y="19996"/>
                  </a:lnTo>
                  <a:lnTo>
                    <a:pt x="39372" y="20009"/>
                  </a:lnTo>
                  <a:lnTo>
                    <a:pt x="39214" y="20022"/>
                  </a:lnTo>
                  <a:lnTo>
                    <a:pt x="39056" y="20048"/>
                  </a:lnTo>
                  <a:lnTo>
                    <a:pt x="38912" y="20088"/>
                  </a:lnTo>
                  <a:lnTo>
                    <a:pt x="38767" y="20127"/>
                  </a:lnTo>
                  <a:lnTo>
                    <a:pt x="38622" y="20180"/>
                  </a:lnTo>
                  <a:lnTo>
                    <a:pt x="38477" y="20246"/>
                  </a:lnTo>
                  <a:lnTo>
                    <a:pt x="38345" y="20311"/>
                  </a:lnTo>
                  <a:lnTo>
                    <a:pt x="30763" y="12729"/>
                  </a:lnTo>
                  <a:lnTo>
                    <a:pt x="1185" y="12729"/>
                  </a:lnTo>
                  <a:lnTo>
                    <a:pt x="1185"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802;p24">
              <a:extLst>
                <a:ext uri="{FF2B5EF4-FFF2-40B4-BE49-F238E27FC236}">
                  <a16:creationId xmlns:a16="http://schemas.microsoft.com/office/drawing/2014/main" id="{EEB914D5-9EB8-5F27-ACB7-832526B4B92D}"/>
                </a:ext>
              </a:extLst>
            </p:cNvPr>
            <p:cNvSpPr/>
            <p:nvPr/>
          </p:nvSpPr>
          <p:spPr>
            <a:xfrm>
              <a:off x="4481975" y="1997075"/>
              <a:ext cx="863225" cy="642425"/>
            </a:xfrm>
            <a:custGeom>
              <a:avLst/>
              <a:gdLst/>
              <a:ahLst/>
              <a:cxnLst/>
              <a:rect l="l" t="t" r="r" b="b"/>
              <a:pathLst>
                <a:path w="34529" h="25697" extrusionOk="0">
                  <a:moveTo>
                    <a:pt x="32146" y="22116"/>
                  </a:moveTo>
                  <a:lnTo>
                    <a:pt x="32278" y="22129"/>
                  </a:lnTo>
                  <a:lnTo>
                    <a:pt x="32396" y="22142"/>
                  </a:lnTo>
                  <a:lnTo>
                    <a:pt x="32501" y="22168"/>
                  </a:lnTo>
                  <a:lnTo>
                    <a:pt x="32620" y="22208"/>
                  </a:lnTo>
                  <a:lnTo>
                    <a:pt x="32725" y="22260"/>
                  </a:lnTo>
                  <a:lnTo>
                    <a:pt x="32817" y="22326"/>
                  </a:lnTo>
                  <a:lnTo>
                    <a:pt x="32910" y="22392"/>
                  </a:lnTo>
                  <a:lnTo>
                    <a:pt x="33002" y="22471"/>
                  </a:lnTo>
                  <a:lnTo>
                    <a:pt x="33068" y="22550"/>
                  </a:lnTo>
                  <a:lnTo>
                    <a:pt x="33146" y="22642"/>
                  </a:lnTo>
                  <a:lnTo>
                    <a:pt x="33199" y="22748"/>
                  </a:lnTo>
                  <a:lnTo>
                    <a:pt x="33252" y="22853"/>
                  </a:lnTo>
                  <a:lnTo>
                    <a:pt x="33291" y="22958"/>
                  </a:lnTo>
                  <a:lnTo>
                    <a:pt x="33318" y="23077"/>
                  </a:lnTo>
                  <a:lnTo>
                    <a:pt x="33344" y="23195"/>
                  </a:lnTo>
                  <a:lnTo>
                    <a:pt x="33344" y="23314"/>
                  </a:lnTo>
                  <a:lnTo>
                    <a:pt x="33344" y="23432"/>
                  </a:lnTo>
                  <a:lnTo>
                    <a:pt x="33318" y="23551"/>
                  </a:lnTo>
                  <a:lnTo>
                    <a:pt x="33291" y="23669"/>
                  </a:lnTo>
                  <a:lnTo>
                    <a:pt x="33252" y="23774"/>
                  </a:lnTo>
                  <a:lnTo>
                    <a:pt x="33199" y="23880"/>
                  </a:lnTo>
                  <a:lnTo>
                    <a:pt x="33146" y="23985"/>
                  </a:lnTo>
                  <a:lnTo>
                    <a:pt x="33068" y="24077"/>
                  </a:lnTo>
                  <a:lnTo>
                    <a:pt x="33002" y="24156"/>
                  </a:lnTo>
                  <a:lnTo>
                    <a:pt x="32910" y="24235"/>
                  </a:lnTo>
                  <a:lnTo>
                    <a:pt x="32817" y="24301"/>
                  </a:lnTo>
                  <a:lnTo>
                    <a:pt x="32725" y="24367"/>
                  </a:lnTo>
                  <a:lnTo>
                    <a:pt x="32620" y="24419"/>
                  </a:lnTo>
                  <a:lnTo>
                    <a:pt x="32501" y="24459"/>
                  </a:lnTo>
                  <a:lnTo>
                    <a:pt x="32396" y="24485"/>
                  </a:lnTo>
                  <a:lnTo>
                    <a:pt x="32278" y="24511"/>
                  </a:lnTo>
                  <a:lnTo>
                    <a:pt x="32028" y="24511"/>
                  </a:lnTo>
                  <a:lnTo>
                    <a:pt x="31896" y="24485"/>
                  </a:lnTo>
                  <a:lnTo>
                    <a:pt x="31777" y="24459"/>
                  </a:lnTo>
                  <a:lnTo>
                    <a:pt x="31672" y="24406"/>
                  </a:lnTo>
                  <a:lnTo>
                    <a:pt x="31567" y="24353"/>
                  </a:lnTo>
                  <a:lnTo>
                    <a:pt x="31462" y="24288"/>
                  </a:lnTo>
                  <a:lnTo>
                    <a:pt x="31369" y="24222"/>
                  </a:lnTo>
                  <a:lnTo>
                    <a:pt x="31277" y="24130"/>
                  </a:lnTo>
                  <a:lnTo>
                    <a:pt x="31409" y="24130"/>
                  </a:lnTo>
                  <a:lnTo>
                    <a:pt x="31409" y="22958"/>
                  </a:lnTo>
                  <a:lnTo>
                    <a:pt x="31001" y="22958"/>
                  </a:lnTo>
                  <a:lnTo>
                    <a:pt x="31080" y="22774"/>
                  </a:lnTo>
                  <a:lnTo>
                    <a:pt x="31172" y="22616"/>
                  </a:lnTo>
                  <a:lnTo>
                    <a:pt x="31290" y="22471"/>
                  </a:lnTo>
                  <a:lnTo>
                    <a:pt x="31435" y="22353"/>
                  </a:lnTo>
                  <a:lnTo>
                    <a:pt x="31593" y="22260"/>
                  </a:lnTo>
                  <a:lnTo>
                    <a:pt x="31764" y="22182"/>
                  </a:lnTo>
                  <a:lnTo>
                    <a:pt x="31949" y="22129"/>
                  </a:lnTo>
                  <a:lnTo>
                    <a:pt x="32054" y="22116"/>
                  </a:lnTo>
                  <a:close/>
                  <a:moveTo>
                    <a:pt x="1" y="1"/>
                  </a:moveTo>
                  <a:lnTo>
                    <a:pt x="1" y="1186"/>
                  </a:lnTo>
                  <a:lnTo>
                    <a:pt x="15494" y="1186"/>
                  </a:lnTo>
                  <a:lnTo>
                    <a:pt x="15494" y="24130"/>
                  </a:lnTo>
                  <a:lnTo>
                    <a:pt x="29921" y="24130"/>
                  </a:lnTo>
                  <a:lnTo>
                    <a:pt x="29987" y="24301"/>
                  </a:lnTo>
                  <a:lnTo>
                    <a:pt x="30066" y="24459"/>
                  </a:lnTo>
                  <a:lnTo>
                    <a:pt x="30158" y="24617"/>
                  </a:lnTo>
                  <a:lnTo>
                    <a:pt x="30264" y="24762"/>
                  </a:lnTo>
                  <a:lnTo>
                    <a:pt x="30382" y="24893"/>
                  </a:lnTo>
                  <a:lnTo>
                    <a:pt x="30501" y="25025"/>
                  </a:lnTo>
                  <a:lnTo>
                    <a:pt x="30632" y="25143"/>
                  </a:lnTo>
                  <a:lnTo>
                    <a:pt x="30777" y="25249"/>
                  </a:lnTo>
                  <a:lnTo>
                    <a:pt x="30922" y="25354"/>
                  </a:lnTo>
                  <a:lnTo>
                    <a:pt x="31080" y="25446"/>
                  </a:lnTo>
                  <a:lnTo>
                    <a:pt x="31251" y="25512"/>
                  </a:lnTo>
                  <a:lnTo>
                    <a:pt x="31422" y="25578"/>
                  </a:lnTo>
                  <a:lnTo>
                    <a:pt x="31593" y="25630"/>
                  </a:lnTo>
                  <a:lnTo>
                    <a:pt x="31777" y="25670"/>
                  </a:lnTo>
                  <a:lnTo>
                    <a:pt x="31962" y="25683"/>
                  </a:lnTo>
                  <a:lnTo>
                    <a:pt x="32146" y="25696"/>
                  </a:lnTo>
                  <a:lnTo>
                    <a:pt x="32396" y="25683"/>
                  </a:lnTo>
                  <a:lnTo>
                    <a:pt x="32633" y="25644"/>
                  </a:lnTo>
                  <a:lnTo>
                    <a:pt x="32857" y="25591"/>
                  </a:lnTo>
                  <a:lnTo>
                    <a:pt x="33068" y="25512"/>
                  </a:lnTo>
                  <a:lnTo>
                    <a:pt x="33278" y="25407"/>
                  </a:lnTo>
                  <a:lnTo>
                    <a:pt x="33476" y="25288"/>
                  </a:lnTo>
                  <a:lnTo>
                    <a:pt x="33660" y="25143"/>
                  </a:lnTo>
                  <a:lnTo>
                    <a:pt x="33831" y="24999"/>
                  </a:lnTo>
                  <a:lnTo>
                    <a:pt x="33989" y="24827"/>
                  </a:lnTo>
                  <a:lnTo>
                    <a:pt x="34121" y="24643"/>
                  </a:lnTo>
                  <a:lnTo>
                    <a:pt x="34239" y="24446"/>
                  </a:lnTo>
                  <a:lnTo>
                    <a:pt x="34344" y="24235"/>
                  </a:lnTo>
                  <a:lnTo>
                    <a:pt x="34423" y="24024"/>
                  </a:lnTo>
                  <a:lnTo>
                    <a:pt x="34476" y="23787"/>
                  </a:lnTo>
                  <a:lnTo>
                    <a:pt x="34515" y="23551"/>
                  </a:lnTo>
                  <a:lnTo>
                    <a:pt x="34529" y="23314"/>
                  </a:lnTo>
                  <a:lnTo>
                    <a:pt x="34515" y="23077"/>
                  </a:lnTo>
                  <a:lnTo>
                    <a:pt x="34476" y="22840"/>
                  </a:lnTo>
                  <a:lnTo>
                    <a:pt x="34423" y="22603"/>
                  </a:lnTo>
                  <a:lnTo>
                    <a:pt x="34344" y="22392"/>
                  </a:lnTo>
                  <a:lnTo>
                    <a:pt x="34239" y="22182"/>
                  </a:lnTo>
                  <a:lnTo>
                    <a:pt x="34121" y="21984"/>
                  </a:lnTo>
                  <a:lnTo>
                    <a:pt x="33989" y="21800"/>
                  </a:lnTo>
                  <a:lnTo>
                    <a:pt x="33831" y="21629"/>
                  </a:lnTo>
                  <a:lnTo>
                    <a:pt x="33660" y="21484"/>
                  </a:lnTo>
                  <a:lnTo>
                    <a:pt x="33476" y="21339"/>
                  </a:lnTo>
                  <a:lnTo>
                    <a:pt x="33278" y="21221"/>
                  </a:lnTo>
                  <a:lnTo>
                    <a:pt x="33068" y="21128"/>
                  </a:lnTo>
                  <a:lnTo>
                    <a:pt x="32857" y="21036"/>
                  </a:lnTo>
                  <a:lnTo>
                    <a:pt x="32633" y="20984"/>
                  </a:lnTo>
                  <a:lnTo>
                    <a:pt x="32396" y="20944"/>
                  </a:lnTo>
                  <a:lnTo>
                    <a:pt x="32146" y="20931"/>
                  </a:lnTo>
                  <a:lnTo>
                    <a:pt x="31922" y="20944"/>
                  </a:lnTo>
                  <a:lnTo>
                    <a:pt x="31712" y="20970"/>
                  </a:lnTo>
                  <a:lnTo>
                    <a:pt x="31501" y="21023"/>
                  </a:lnTo>
                  <a:lnTo>
                    <a:pt x="31304" y="21089"/>
                  </a:lnTo>
                  <a:lnTo>
                    <a:pt x="31106" y="21168"/>
                  </a:lnTo>
                  <a:lnTo>
                    <a:pt x="30922" y="21273"/>
                  </a:lnTo>
                  <a:lnTo>
                    <a:pt x="30751" y="21392"/>
                  </a:lnTo>
                  <a:lnTo>
                    <a:pt x="30593" y="21523"/>
                  </a:lnTo>
                  <a:lnTo>
                    <a:pt x="30448" y="21655"/>
                  </a:lnTo>
                  <a:lnTo>
                    <a:pt x="30303" y="21813"/>
                  </a:lnTo>
                  <a:lnTo>
                    <a:pt x="30185" y="21984"/>
                  </a:lnTo>
                  <a:lnTo>
                    <a:pt x="30066" y="22155"/>
                  </a:lnTo>
                  <a:lnTo>
                    <a:pt x="29974" y="22339"/>
                  </a:lnTo>
                  <a:lnTo>
                    <a:pt x="29895" y="22537"/>
                  </a:lnTo>
                  <a:lnTo>
                    <a:pt x="29842" y="22748"/>
                  </a:lnTo>
                  <a:lnTo>
                    <a:pt x="29803" y="22958"/>
                  </a:lnTo>
                  <a:lnTo>
                    <a:pt x="16679" y="22958"/>
                  </a:lnTo>
                  <a:lnTo>
                    <a:pt x="16679"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803;p24">
              <a:extLst>
                <a:ext uri="{FF2B5EF4-FFF2-40B4-BE49-F238E27FC236}">
                  <a16:creationId xmlns:a16="http://schemas.microsoft.com/office/drawing/2014/main" id="{2C6647DE-7FCD-AF2E-D75F-E2023E21349F}"/>
                </a:ext>
              </a:extLst>
            </p:cNvPr>
            <p:cNvSpPr/>
            <p:nvPr/>
          </p:nvSpPr>
          <p:spPr>
            <a:xfrm>
              <a:off x="5823350" y="1374775"/>
              <a:ext cx="554850" cy="548300"/>
            </a:xfrm>
            <a:custGeom>
              <a:avLst/>
              <a:gdLst/>
              <a:ahLst/>
              <a:cxnLst/>
              <a:rect l="l" t="t" r="r" b="b"/>
              <a:pathLst>
                <a:path w="22194" h="21932" extrusionOk="0">
                  <a:moveTo>
                    <a:pt x="2383" y="1186"/>
                  </a:moveTo>
                  <a:lnTo>
                    <a:pt x="2501" y="1199"/>
                  </a:lnTo>
                  <a:lnTo>
                    <a:pt x="2620" y="1212"/>
                  </a:lnTo>
                  <a:lnTo>
                    <a:pt x="2738" y="1238"/>
                  </a:lnTo>
                  <a:lnTo>
                    <a:pt x="2844" y="1278"/>
                  </a:lnTo>
                  <a:lnTo>
                    <a:pt x="2949" y="1330"/>
                  </a:lnTo>
                  <a:lnTo>
                    <a:pt x="3054" y="1396"/>
                  </a:lnTo>
                  <a:lnTo>
                    <a:pt x="3146" y="1462"/>
                  </a:lnTo>
                  <a:lnTo>
                    <a:pt x="3225" y="1541"/>
                  </a:lnTo>
                  <a:lnTo>
                    <a:pt x="3304" y="1620"/>
                  </a:lnTo>
                  <a:lnTo>
                    <a:pt x="3383" y="1712"/>
                  </a:lnTo>
                  <a:lnTo>
                    <a:pt x="3436" y="1817"/>
                  </a:lnTo>
                  <a:lnTo>
                    <a:pt x="3489" y="1923"/>
                  </a:lnTo>
                  <a:lnTo>
                    <a:pt x="3528" y="2028"/>
                  </a:lnTo>
                  <a:lnTo>
                    <a:pt x="3554" y="2146"/>
                  </a:lnTo>
                  <a:lnTo>
                    <a:pt x="3581" y="2265"/>
                  </a:lnTo>
                  <a:lnTo>
                    <a:pt x="3581" y="2383"/>
                  </a:lnTo>
                  <a:lnTo>
                    <a:pt x="3581" y="2502"/>
                  </a:lnTo>
                  <a:lnTo>
                    <a:pt x="3554" y="2620"/>
                  </a:lnTo>
                  <a:lnTo>
                    <a:pt x="3528" y="2739"/>
                  </a:lnTo>
                  <a:lnTo>
                    <a:pt x="3489" y="2857"/>
                  </a:lnTo>
                  <a:lnTo>
                    <a:pt x="3436" y="2949"/>
                  </a:lnTo>
                  <a:lnTo>
                    <a:pt x="3383" y="3055"/>
                  </a:lnTo>
                  <a:lnTo>
                    <a:pt x="3304" y="3147"/>
                  </a:lnTo>
                  <a:lnTo>
                    <a:pt x="3225" y="3226"/>
                  </a:lnTo>
                  <a:lnTo>
                    <a:pt x="3146" y="3305"/>
                  </a:lnTo>
                  <a:lnTo>
                    <a:pt x="3054" y="3384"/>
                  </a:lnTo>
                  <a:lnTo>
                    <a:pt x="2949" y="3436"/>
                  </a:lnTo>
                  <a:lnTo>
                    <a:pt x="2844" y="3489"/>
                  </a:lnTo>
                  <a:lnTo>
                    <a:pt x="2738" y="3529"/>
                  </a:lnTo>
                  <a:lnTo>
                    <a:pt x="2620" y="3555"/>
                  </a:lnTo>
                  <a:lnTo>
                    <a:pt x="2501" y="3581"/>
                  </a:lnTo>
                  <a:lnTo>
                    <a:pt x="2264" y="3581"/>
                  </a:lnTo>
                  <a:lnTo>
                    <a:pt x="2146" y="3555"/>
                  </a:lnTo>
                  <a:lnTo>
                    <a:pt x="2027" y="3529"/>
                  </a:lnTo>
                  <a:lnTo>
                    <a:pt x="1922" y="3489"/>
                  </a:lnTo>
                  <a:lnTo>
                    <a:pt x="1817" y="3436"/>
                  </a:lnTo>
                  <a:lnTo>
                    <a:pt x="1711" y="3384"/>
                  </a:lnTo>
                  <a:lnTo>
                    <a:pt x="1619" y="3305"/>
                  </a:lnTo>
                  <a:lnTo>
                    <a:pt x="1540" y="3226"/>
                  </a:lnTo>
                  <a:lnTo>
                    <a:pt x="1461" y="3147"/>
                  </a:lnTo>
                  <a:lnTo>
                    <a:pt x="1396" y="3055"/>
                  </a:lnTo>
                  <a:lnTo>
                    <a:pt x="1330" y="2949"/>
                  </a:lnTo>
                  <a:lnTo>
                    <a:pt x="1277" y="2857"/>
                  </a:lnTo>
                  <a:lnTo>
                    <a:pt x="1238" y="2739"/>
                  </a:lnTo>
                  <a:lnTo>
                    <a:pt x="1211" y="2620"/>
                  </a:lnTo>
                  <a:lnTo>
                    <a:pt x="1198" y="2502"/>
                  </a:lnTo>
                  <a:lnTo>
                    <a:pt x="1185" y="2383"/>
                  </a:lnTo>
                  <a:lnTo>
                    <a:pt x="1198" y="2265"/>
                  </a:lnTo>
                  <a:lnTo>
                    <a:pt x="1211" y="2146"/>
                  </a:lnTo>
                  <a:lnTo>
                    <a:pt x="1238" y="2028"/>
                  </a:lnTo>
                  <a:lnTo>
                    <a:pt x="1277" y="1923"/>
                  </a:lnTo>
                  <a:lnTo>
                    <a:pt x="1330" y="1817"/>
                  </a:lnTo>
                  <a:lnTo>
                    <a:pt x="1396" y="1712"/>
                  </a:lnTo>
                  <a:lnTo>
                    <a:pt x="1461" y="1620"/>
                  </a:lnTo>
                  <a:lnTo>
                    <a:pt x="1540" y="1541"/>
                  </a:lnTo>
                  <a:lnTo>
                    <a:pt x="1619" y="1462"/>
                  </a:lnTo>
                  <a:lnTo>
                    <a:pt x="1711" y="1396"/>
                  </a:lnTo>
                  <a:lnTo>
                    <a:pt x="1817" y="1330"/>
                  </a:lnTo>
                  <a:lnTo>
                    <a:pt x="1922" y="1278"/>
                  </a:lnTo>
                  <a:lnTo>
                    <a:pt x="2027" y="1238"/>
                  </a:lnTo>
                  <a:lnTo>
                    <a:pt x="2146" y="1212"/>
                  </a:lnTo>
                  <a:lnTo>
                    <a:pt x="2264" y="1199"/>
                  </a:lnTo>
                  <a:lnTo>
                    <a:pt x="2383" y="1186"/>
                  </a:lnTo>
                  <a:close/>
                  <a:moveTo>
                    <a:pt x="19930" y="18351"/>
                  </a:moveTo>
                  <a:lnTo>
                    <a:pt x="20048" y="18377"/>
                  </a:lnTo>
                  <a:lnTo>
                    <a:pt x="20167" y="18403"/>
                  </a:lnTo>
                  <a:lnTo>
                    <a:pt x="20272" y="18443"/>
                  </a:lnTo>
                  <a:lnTo>
                    <a:pt x="20377" y="18496"/>
                  </a:lnTo>
                  <a:lnTo>
                    <a:pt x="20483" y="18561"/>
                  </a:lnTo>
                  <a:lnTo>
                    <a:pt x="20575" y="18627"/>
                  </a:lnTo>
                  <a:lnTo>
                    <a:pt x="20654" y="18706"/>
                  </a:lnTo>
                  <a:lnTo>
                    <a:pt x="20733" y="18785"/>
                  </a:lnTo>
                  <a:lnTo>
                    <a:pt x="20799" y="18877"/>
                  </a:lnTo>
                  <a:lnTo>
                    <a:pt x="20864" y="18983"/>
                  </a:lnTo>
                  <a:lnTo>
                    <a:pt x="20917" y="19088"/>
                  </a:lnTo>
                  <a:lnTo>
                    <a:pt x="20956" y="19193"/>
                  </a:lnTo>
                  <a:lnTo>
                    <a:pt x="20983" y="19312"/>
                  </a:lnTo>
                  <a:lnTo>
                    <a:pt x="20996" y="19430"/>
                  </a:lnTo>
                  <a:lnTo>
                    <a:pt x="21009" y="19549"/>
                  </a:lnTo>
                  <a:lnTo>
                    <a:pt x="20996" y="19667"/>
                  </a:lnTo>
                  <a:lnTo>
                    <a:pt x="20983" y="19786"/>
                  </a:lnTo>
                  <a:lnTo>
                    <a:pt x="20956" y="19904"/>
                  </a:lnTo>
                  <a:lnTo>
                    <a:pt x="20917" y="20009"/>
                  </a:lnTo>
                  <a:lnTo>
                    <a:pt x="20864" y="20115"/>
                  </a:lnTo>
                  <a:lnTo>
                    <a:pt x="20799" y="20220"/>
                  </a:lnTo>
                  <a:lnTo>
                    <a:pt x="20733" y="20312"/>
                  </a:lnTo>
                  <a:lnTo>
                    <a:pt x="20654" y="20391"/>
                  </a:lnTo>
                  <a:lnTo>
                    <a:pt x="20575" y="20470"/>
                  </a:lnTo>
                  <a:lnTo>
                    <a:pt x="20483" y="20536"/>
                  </a:lnTo>
                  <a:lnTo>
                    <a:pt x="20377" y="20602"/>
                  </a:lnTo>
                  <a:lnTo>
                    <a:pt x="20272" y="20654"/>
                  </a:lnTo>
                  <a:lnTo>
                    <a:pt x="20167" y="20694"/>
                  </a:lnTo>
                  <a:lnTo>
                    <a:pt x="20048" y="20720"/>
                  </a:lnTo>
                  <a:lnTo>
                    <a:pt x="19930" y="20733"/>
                  </a:lnTo>
                  <a:lnTo>
                    <a:pt x="19811" y="20746"/>
                  </a:lnTo>
                  <a:lnTo>
                    <a:pt x="19693" y="20733"/>
                  </a:lnTo>
                  <a:lnTo>
                    <a:pt x="19574" y="20720"/>
                  </a:lnTo>
                  <a:lnTo>
                    <a:pt x="19456" y="20694"/>
                  </a:lnTo>
                  <a:lnTo>
                    <a:pt x="19337" y="20654"/>
                  </a:lnTo>
                  <a:lnTo>
                    <a:pt x="19245" y="20602"/>
                  </a:lnTo>
                  <a:lnTo>
                    <a:pt x="19140" y="20536"/>
                  </a:lnTo>
                  <a:lnTo>
                    <a:pt x="19048" y="20470"/>
                  </a:lnTo>
                  <a:lnTo>
                    <a:pt x="18969" y="20391"/>
                  </a:lnTo>
                  <a:lnTo>
                    <a:pt x="18890" y="20312"/>
                  </a:lnTo>
                  <a:lnTo>
                    <a:pt x="18811" y="20220"/>
                  </a:lnTo>
                  <a:lnTo>
                    <a:pt x="18758" y="20115"/>
                  </a:lnTo>
                  <a:lnTo>
                    <a:pt x="18706" y="20009"/>
                  </a:lnTo>
                  <a:lnTo>
                    <a:pt x="18666" y="19904"/>
                  </a:lnTo>
                  <a:lnTo>
                    <a:pt x="18640" y="19786"/>
                  </a:lnTo>
                  <a:lnTo>
                    <a:pt x="18613" y="19667"/>
                  </a:lnTo>
                  <a:lnTo>
                    <a:pt x="18613" y="19549"/>
                  </a:lnTo>
                  <a:lnTo>
                    <a:pt x="18613" y="19430"/>
                  </a:lnTo>
                  <a:lnTo>
                    <a:pt x="18640" y="19312"/>
                  </a:lnTo>
                  <a:lnTo>
                    <a:pt x="18666" y="19193"/>
                  </a:lnTo>
                  <a:lnTo>
                    <a:pt x="18706" y="19088"/>
                  </a:lnTo>
                  <a:lnTo>
                    <a:pt x="18758" y="18983"/>
                  </a:lnTo>
                  <a:lnTo>
                    <a:pt x="18811" y="18877"/>
                  </a:lnTo>
                  <a:lnTo>
                    <a:pt x="18890" y="18785"/>
                  </a:lnTo>
                  <a:lnTo>
                    <a:pt x="18969" y="18706"/>
                  </a:lnTo>
                  <a:lnTo>
                    <a:pt x="19048" y="18627"/>
                  </a:lnTo>
                  <a:lnTo>
                    <a:pt x="19140" y="18561"/>
                  </a:lnTo>
                  <a:lnTo>
                    <a:pt x="19245" y="18496"/>
                  </a:lnTo>
                  <a:lnTo>
                    <a:pt x="19337" y="18443"/>
                  </a:lnTo>
                  <a:lnTo>
                    <a:pt x="19456" y="18403"/>
                  </a:lnTo>
                  <a:lnTo>
                    <a:pt x="19574" y="18377"/>
                  </a:lnTo>
                  <a:lnTo>
                    <a:pt x="19693" y="18351"/>
                  </a:lnTo>
                  <a:close/>
                  <a:moveTo>
                    <a:pt x="2383" y="1"/>
                  </a:moveTo>
                  <a:lnTo>
                    <a:pt x="2146" y="14"/>
                  </a:lnTo>
                  <a:lnTo>
                    <a:pt x="1909" y="53"/>
                  </a:lnTo>
                  <a:lnTo>
                    <a:pt x="1672" y="119"/>
                  </a:lnTo>
                  <a:lnTo>
                    <a:pt x="1461" y="198"/>
                  </a:lnTo>
                  <a:lnTo>
                    <a:pt x="1251" y="290"/>
                  </a:lnTo>
                  <a:lnTo>
                    <a:pt x="1053" y="409"/>
                  </a:lnTo>
                  <a:lnTo>
                    <a:pt x="869" y="554"/>
                  </a:lnTo>
                  <a:lnTo>
                    <a:pt x="698" y="698"/>
                  </a:lnTo>
                  <a:lnTo>
                    <a:pt x="553" y="870"/>
                  </a:lnTo>
                  <a:lnTo>
                    <a:pt x="408" y="1054"/>
                  </a:lnTo>
                  <a:lnTo>
                    <a:pt x="290" y="1251"/>
                  </a:lnTo>
                  <a:lnTo>
                    <a:pt x="198" y="1462"/>
                  </a:lnTo>
                  <a:lnTo>
                    <a:pt x="119" y="1673"/>
                  </a:lnTo>
                  <a:lnTo>
                    <a:pt x="53" y="1909"/>
                  </a:lnTo>
                  <a:lnTo>
                    <a:pt x="13" y="2146"/>
                  </a:lnTo>
                  <a:lnTo>
                    <a:pt x="0" y="2383"/>
                  </a:lnTo>
                  <a:lnTo>
                    <a:pt x="13" y="2633"/>
                  </a:lnTo>
                  <a:lnTo>
                    <a:pt x="53" y="2870"/>
                  </a:lnTo>
                  <a:lnTo>
                    <a:pt x="119" y="3094"/>
                  </a:lnTo>
                  <a:lnTo>
                    <a:pt x="198" y="3305"/>
                  </a:lnTo>
                  <a:lnTo>
                    <a:pt x="290" y="3515"/>
                  </a:lnTo>
                  <a:lnTo>
                    <a:pt x="408" y="3713"/>
                  </a:lnTo>
                  <a:lnTo>
                    <a:pt x="553" y="3897"/>
                  </a:lnTo>
                  <a:lnTo>
                    <a:pt x="698" y="4068"/>
                  </a:lnTo>
                  <a:lnTo>
                    <a:pt x="869" y="4226"/>
                  </a:lnTo>
                  <a:lnTo>
                    <a:pt x="1053" y="4358"/>
                  </a:lnTo>
                  <a:lnTo>
                    <a:pt x="1251" y="4476"/>
                  </a:lnTo>
                  <a:lnTo>
                    <a:pt x="1461" y="4582"/>
                  </a:lnTo>
                  <a:lnTo>
                    <a:pt x="1672" y="4661"/>
                  </a:lnTo>
                  <a:lnTo>
                    <a:pt x="1909" y="4713"/>
                  </a:lnTo>
                  <a:lnTo>
                    <a:pt x="2146" y="4753"/>
                  </a:lnTo>
                  <a:lnTo>
                    <a:pt x="2383" y="4766"/>
                  </a:lnTo>
                  <a:lnTo>
                    <a:pt x="2554" y="4753"/>
                  </a:lnTo>
                  <a:lnTo>
                    <a:pt x="2725" y="4740"/>
                  </a:lnTo>
                  <a:lnTo>
                    <a:pt x="2883" y="4713"/>
                  </a:lnTo>
                  <a:lnTo>
                    <a:pt x="3041" y="4674"/>
                  </a:lnTo>
                  <a:lnTo>
                    <a:pt x="3199" y="4621"/>
                  </a:lnTo>
                  <a:lnTo>
                    <a:pt x="3344" y="4555"/>
                  </a:lnTo>
                  <a:lnTo>
                    <a:pt x="3489" y="4490"/>
                  </a:lnTo>
                  <a:lnTo>
                    <a:pt x="3633" y="4411"/>
                  </a:lnTo>
                  <a:lnTo>
                    <a:pt x="17692" y="18469"/>
                  </a:lnTo>
                  <a:lnTo>
                    <a:pt x="17626" y="18588"/>
                  </a:lnTo>
                  <a:lnTo>
                    <a:pt x="17573" y="18719"/>
                  </a:lnTo>
                  <a:lnTo>
                    <a:pt x="17534" y="18851"/>
                  </a:lnTo>
                  <a:lnTo>
                    <a:pt x="17494" y="18983"/>
                  </a:lnTo>
                  <a:lnTo>
                    <a:pt x="17468" y="19127"/>
                  </a:lnTo>
                  <a:lnTo>
                    <a:pt x="17442" y="19259"/>
                  </a:lnTo>
                  <a:lnTo>
                    <a:pt x="17442" y="19404"/>
                  </a:lnTo>
                  <a:lnTo>
                    <a:pt x="17429" y="19549"/>
                  </a:lnTo>
                  <a:lnTo>
                    <a:pt x="17442" y="19786"/>
                  </a:lnTo>
                  <a:lnTo>
                    <a:pt x="17481" y="20022"/>
                  </a:lnTo>
                  <a:lnTo>
                    <a:pt x="17534" y="20259"/>
                  </a:lnTo>
                  <a:lnTo>
                    <a:pt x="17613" y="20470"/>
                  </a:lnTo>
                  <a:lnTo>
                    <a:pt x="17718" y="20681"/>
                  </a:lnTo>
                  <a:lnTo>
                    <a:pt x="17837" y="20878"/>
                  </a:lnTo>
                  <a:lnTo>
                    <a:pt x="17968" y="21062"/>
                  </a:lnTo>
                  <a:lnTo>
                    <a:pt x="18126" y="21234"/>
                  </a:lnTo>
                  <a:lnTo>
                    <a:pt x="18297" y="21378"/>
                  </a:lnTo>
                  <a:lnTo>
                    <a:pt x="18482" y="21523"/>
                  </a:lnTo>
                  <a:lnTo>
                    <a:pt x="18679" y="21642"/>
                  </a:lnTo>
                  <a:lnTo>
                    <a:pt x="18890" y="21734"/>
                  </a:lnTo>
                  <a:lnTo>
                    <a:pt x="19100" y="21826"/>
                  </a:lnTo>
                  <a:lnTo>
                    <a:pt x="19337" y="21879"/>
                  </a:lnTo>
                  <a:lnTo>
                    <a:pt x="19561" y="21918"/>
                  </a:lnTo>
                  <a:lnTo>
                    <a:pt x="19811" y="21931"/>
                  </a:lnTo>
                  <a:lnTo>
                    <a:pt x="20048" y="21918"/>
                  </a:lnTo>
                  <a:lnTo>
                    <a:pt x="20285" y="21879"/>
                  </a:lnTo>
                  <a:lnTo>
                    <a:pt x="20522" y="21826"/>
                  </a:lnTo>
                  <a:lnTo>
                    <a:pt x="20733" y="21734"/>
                  </a:lnTo>
                  <a:lnTo>
                    <a:pt x="20943" y="21642"/>
                  </a:lnTo>
                  <a:lnTo>
                    <a:pt x="21141" y="21523"/>
                  </a:lnTo>
                  <a:lnTo>
                    <a:pt x="21325" y="21378"/>
                  </a:lnTo>
                  <a:lnTo>
                    <a:pt x="21496" y="21234"/>
                  </a:lnTo>
                  <a:lnTo>
                    <a:pt x="21641" y="21062"/>
                  </a:lnTo>
                  <a:lnTo>
                    <a:pt x="21786" y="20878"/>
                  </a:lnTo>
                  <a:lnTo>
                    <a:pt x="21904" y="20681"/>
                  </a:lnTo>
                  <a:lnTo>
                    <a:pt x="21996" y="20470"/>
                  </a:lnTo>
                  <a:lnTo>
                    <a:pt x="22075" y="20259"/>
                  </a:lnTo>
                  <a:lnTo>
                    <a:pt x="22141" y="20022"/>
                  </a:lnTo>
                  <a:lnTo>
                    <a:pt x="22181" y="19786"/>
                  </a:lnTo>
                  <a:lnTo>
                    <a:pt x="22194" y="19549"/>
                  </a:lnTo>
                  <a:lnTo>
                    <a:pt x="22181" y="19298"/>
                  </a:lnTo>
                  <a:lnTo>
                    <a:pt x="22141" y="19075"/>
                  </a:lnTo>
                  <a:lnTo>
                    <a:pt x="22075" y="18838"/>
                  </a:lnTo>
                  <a:lnTo>
                    <a:pt x="21996" y="18627"/>
                  </a:lnTo>
                  <a:lnTo>
                    <a:pt x="21904" y="18417"/>
                  </a:lnTo>
                  <a:lnTo>
                    <a:pt x="21786" y="18219"/>
                  </a:lnTo>
                  <a:lnTo>
                    <a:pt x="21641" y="18035"/>
                  </a:lnTo>
                  <a:lnTo>
                    <a:pt x="21496" y="17864"/>
                  </a:lnTo>
                  <a:lnTo>
                    <a:pt x="21325" y="17719"/>
                  </a:lnTo>
                  <a:lnTo>
                    <a:pt x="21141" y="17574"/>
                  </a:lnTo>
                  <a:lnTo>
                    <a:pt x="20943" y="17456"/>
                  </a:lnTo>
                  <a:lnTo>
                    <a:pt x="20733" y="17350"/>
                  </a:lnTo>
                  <a:lnTo>
                    <a:pt x="20522" y="17271"/>
                  </a:lnTo>
                  <a:lnTo>
                    <a:pt x="20285" y="17219"/>
                  </a:lnTo>
                  <a:lnTo>
                    <a:pt x="20048" y="17179"/>
                  </a:lnTo>
                  <a:lnTo>
                    <a:pt x="19811" y="17166"/>
                  </a:lnTo>
                  <a:lnTo>
                    <a:pt x="19627" y="17179"/>
                  </a:lnTo>
                  <a:lnTo>
                    <a:pt x="19443" y="17192"/>
                  </a:lnTo>
                  <a:lnTo>
                    <a:pt x="19272" y="17232"/>
                  </a:lnTo>
                  <a:lnTo>
                    <a:pt x="19100" y="17284"/>
                  </a:lnTo>
                  <a:lnTo>
                    <a:pt x="18929" y="17337"/>
                  </a:lnTo>
                  <a:lnTo>
                    <a:pt x="18771" y="17403"/>
                  </a:lnTo>
                  <a:lnTo>
                    <a:pt x="18613" y="17495"/>
                  </a:lnTo>
                  <a:lnTo>
                    <a:pt x="18469" y="17587"/>
                  </a:lnTo>
                  <a:lnTo>
                    <a:pt x="4449" y="3555"/>
                  </a:lnTo>
                  <a:lnTo>
                    <a:pt x="4515" y="3423"/>
                  </a:lnTo>
                  <a:lnTo>
                    <a:pt x="4581" y="3292"/>
                  </a:lnTo>
                  <a:lnTo>
                    <a:pt x="4634" y="3147"/>
                  </a:lnTo>
                  <a:lnTo>
                    <a:pt x="4686" y="3002"/>
                  </a:lnTo>
                  <a:lnTo>
                    <a:pt x="4713" y="2857"/>
                  </a:lnTo>
                  <a:lnTo>
                    <a:pt x="4739" y="2699"/>
                  </a:lnTo>
                  <a:lnTo>
                    <a:pt x="4752" y="2541"/>
                  </a:lnTo>
                  <a:lnTo>
                    <a:pt x="4765" y="2383"/>
                  </a:lnTo>
                  <a:lnTo>
                    <a:pt x="4752" y="2146"/>
                  </a:lnTo>
                  <a:lnTo>
                    <a:pt x="4713" y="1909"/>
                  </a:lnTo>
                  <a:lnTo>
                    <a:pt x="4660" y="1673"/>
                  </a:lnTo>
                  <a:lnTo>
                    <a:pt x="4581" y="1462"/>
                  </a:lnTo>
                  <a:lnTo>
                    <a:pt x="4476" y="1251"/>
                  </a:lnTo>
                  <a:lnTo>
                    <a:pt x="4357" y="1054"/>
                  </a:lnTo>
                  <a:lnTo>
                    <a:pt x="4213" y="870"/>
                  </a:lnTo>
                  <a:lnTo>
                    <a:pt x="4068" y="698"/>
                  </a:lnTo>
                  <a:lnTo>
                    <a:pt x="3897" y="554"/>
                  </a:lnTo>
                  <a:lnTo>
                    <a:pt x="3712" y="409"/>
                  </a:lnTo>
                  <a:lnTo>
                    <a:pt x="3515" y="290"/>
                  </a:lnTo>
                  <a:lnTo>
                    <a:pt x="3304" y="198"/>
                  </a:lnTo>
                  <a:lnTo>
                    <a:pt x="3094" y="119"/>
                  </a:lnTo>
                  <a:lnTo>
                    <a:pt x="2857" y="53"/>
                  </a:lnTo>
                  <a:lnTo>
                    <a:pt x="2633" y="14"/>
                  </a:lnTo>
                  <a:lnTo>
                    <a:pt x="2383"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804;p24">
              <a:extLst>
                <a:ext uri="{FF2B5EF4-FFF2-40B4-BE49-F238E27FC236}">
                  <a16:creationId xmlns:a16="http://schemas.microsoft.com/office/drawing/2014/main" id="{1B9C5C78-A716-6F31-0631-670D84FAD9A1}"/>
                </a:ext>
              </a:extLst>
            </p:cNvPr>
            <p:cNvSpPr/>
            <p:nvPr/>
          </p:nvSpPr>
          <p:spPr>
            <a:xfrm>
              <a:off x="5554800" y="2456500"/>
              <a:ext cx="1028750" cy="321200"/>
            </a:xfrm>
            <a:custGeom>
              <a:avLst/>
              <a:gdLst/>
              <a:ahLst/>
              <a:cxnLst/>
              <a:rect l="l" t="t" r="r" b="b"/>
              <a:pathLst>
                <a:path w="41150" h="12848" extrusionOk="0">
                  <a:moveTo>
                    <a:pt x="38767" y="1185"/>
                  </a:moveTo>
                  <a:lnTo>
                    <a:pt x="38886" y="1198"/>
                  </a:lnTo>
                  <a:lnTo>
                    <a:pt x="39004" y="1211"/>
                  </a:lnTo>
                  <a:lnTo>
                    <a:pt x="39123" y="1238"/>
                  </a:lnTo>
                  <a:lnTo>
                    <a:pt x="39228" y="1277"/>
                  </a:lnTo>
                  <a:lnTo>
                    <a:pt x="39333" y="1330"/>
                  </a:lnTo>
                  <a:lnTo>
                    <a:pt x="39439" y="1396"/>
                  </a:lnTo>
                  <a:lnTo>
                    <a:pt x="39531" y="1461"/>
                  </a:lnTo>
                  <a:lnTo>
                    <a:pt x="39610" y="1540"/>
                  </a:lnTo>
                  <a:lnTo>
                    <a:pt x="39689" y="1619"/>
                  </a:lnTo>
                  <a:lnTo>
                    <a:pt x="39755" y="1712"/>
                  </a:lnTo>
                  <a:lnTo>
                    <a:pt x="39820" y="1817"/>
                  </a:lnTo>
                  <a:lnTo>
                    <a:pt x="39873" y="1922"/>
                  </a:lnTo>
                  <a:lnTo>
                    <a:pt x="39912" y="2027"/>
                  </a:lnTo>
                  <a:lnTo>
                    <a:pt x="39939" y="2146"/>
                  </a:lnTo>
                  <a:lnTo>
                    <a:pt x="39952" y="2264"/>
                  </a:lnTo>
                  <a:lnTo>
                    <a:pt x="39965" y="2383"/>
                  </a:lnTo>
                  <a:lnTo>
                    <a:pt x="39952" y="2501"/>
                  </a:lnTo>
                  <a:lnTo>
                    <a:pt x="39939" y="2620"/>
                  </a:lnTo>
                  <a:lnTo>
                    <a:pt x="39912" y="2738"/>
                  </a:lnTo>
                  <a:lnTo>
                    <a:pt x="39873" y="2857"/>
                  </a:lnTo>
                  <a:lnTo>
                    <a:pt x="39820" y="2962"/>
                  </a:lnTo>
                  <a:lnTo>
                    <a:pt x="39755" y="3054"/>
                  </a:lnTo>
                  <a:lnTo>
                    <a:pt x="39689" y="3146"/>
                  </a:lnTo>
                  <a:lnTo>
                    <a:pt x="39610" y="3225"/>
                  </a:lnTo>
                  <a:lnTo>
                    <a:pt x="39531" y="3304"/>
                  </a:lnTo>
                  <a:lnTo>
                    <a:pt x="39439" y="3383"/>
                  </a:lnTo>
                  <a:lnTo>
                    <a:pt x="39333" y="3436"/>
                  </a:lnTo>
                  <a:lnTo>
                    <a:pt x="39228" y="3489"/>
                  </a:lnTo>
                  <a:lnTo>
                    <a:pt x="39123" y="3528"/>
                  </a:lnTo>
                  <a:lnTo>
                    <a:pt x="39004" y="3554"/>
                  </a:lnTo>
                  <a:lnTo>
                    <a:pt x="38886" y="3581"/>
                  </a:lnTo>
                  <a:lnTo>
                    <a:pt x="38649" y="3581"/>
                  </a:lnTo>
                  <a:lnTo>
                    <a:pt x="38530" y="3554"/>
                  </a:lnTo>
                  <a:lnTo>
                    <a:pt x="38412" y="3528"/>
                  </a:lnTo>
                  <a:lnTo>
                    <a:pt x="38307" y="3489"/>
                  </a:lnTo>
                  <a:lnTo>
                    <a:pt x="38201" y="3436"/>
                  </a:lnTo>
                  <a:lnTo>
                    <a:pt x="38096" y="3383"/>
                  </a:lnTo>
                  <a:lnTo>
                    <a:pt x="38004" y="3304"/>
                  </a:lnTo>
                  <a:lnTo>
                    <a:pt x="37925" y="3225"/>
                  </a:lnTo>
                  <a:lnTo>
                    <a:pt x="37846" y="3146"/>
                  </a:lnTo>
                  <a:lnTo>
                    <a:pt x="37780" y="3054"/>
                  </a:lnTo>
                  <a:lnTo>
                    <a:pt x="37714" y="2962"/>
                  </a:lnTo>
                  <a:lnTo>
                    <a:pt x="37662" y="2857"/>
                  </a:lnTo>
                  <a:lnTo>
                    <a:pt x="37622" y="2738"/>
                  </a:lnTo>
                  <a:lnTo>
                    <a:pt x="37596" y="2620"/>
                  </a:lnTo>
                  <a:lnTo>
                    <a:pt x="37569" y="2501"/>
                  </a:lnTo>
                  <a:lnTo>
                    <a:pt x="37569" y="2383"/>
                  </a:lnTo>
                  <a:lnTo>
                    <a:pt x="37569" y="2264"/>
                  </a:lnTo>
                  <a:lnTo>
                    <a:pt x="37596" y="2146"/>
                  </a:lnTo>
                  <a:lnTo>
                    <a:pt x="37622" y="2027"/>
                  </a:lnTo>
                  <a:lnTo>
                    <a:pt x="37662" y="1922"/>
                  </a:lnTo>
                  <a:lnTo>
                    <a:pt x="37714" y="1817"/>
                  </a:lnTo>
                  <a:lnTo>
                    <a:pt x="37780" y="1712"/>
                  </a:lnTo>
                  <a:lnTo>
                    <a:pt x="37846" y="1619"/>
                  </a:lnTo>
                  <a:lnTo>
                    <a:pt x="37925" y="1540"/>
                  </a:lnTo>
                  <a:lnTo>
                    <a:pt x="38004" y="1461"/>
                  </a:lnTo>
                  <a:lnTo>
                    <a:pt x="38096" y="1396"/>
                  </a:lnTo>
                  <a:lnTo>
                    <a:pt x="38201" y="1330"/>
                  </a:lnTo>
                  <a:lnTo>
                    <a:pt x="38307" y="1277"/>
                  </a:lnTo>
                  <a:lnTo>
                    <a:pt x="38412" y="1238"/>
                  </a:lnTo>
                  <a:lnTo>
                    <a:pt x="38530" y="1211"/>
                  </a:lnTo>
                  <a:lnTo>
                    <a:pt x="38649" y="1198"/>
                  </a:lnTo>
                  <a:lnTo>
                    <a:pt x="38767" y="1185"/>
                  </a:lnTo>
                  <a:close/>
                  <a:moveTo>
                    <a:pt x="38767" y="0"/>
                  </a:moveTo>
                  <a:lnTo>
                    <a:pt x="38557" y="13"/>
                  </a:lnTo>
                  <a:lnTo>
                    <a:pt x="38359" y="40"/>
                  </a:lnTo>
                  <a:lnTo>
                    <a:pt x="38162" y="79"/>
                  </a:lnTo>
                  <a:lnTo>
                    <a:pt x="37977" y="145"/>
                  </a:lnTo>
                  <a:lnTo>
                    <a:pt x="37793" y="211"/>
                  </a:lnTo>
                  <a:lnTo>
                    <a:pt x="37622" y="303"/>
                  </a:lnTo>
                  <a:lnTo>
                    <a:pt x="37451" y="408"/>
                  </a:lnTo>
                  <a:lnTo>
                    <a:pt x="37293" y="514"/>
                  </a:lnTo>
                  <a:lnTo>
                    <a:pt x="37148" y="645"/>
                  </a:lnTo>
                  <a:lnTo>
                    <a:pt x="37017" y="777"/>
                  </a:lnTo>
                  <a:lnTo>
                    <a:pt x="36885" y="922"/>
                  </a:lnTo>
                  <a:lnTo>
                    <a:pt x="36780" y="1080"/>
                  </a:lnTo>
                  <a:lnTo>
                    <a:pt x="36674" y="1251"/>
                  </a:lnTo>
                  <a:lnTo>
                    <a:pt x="36595" y="1422"/>
                  </a:lnTo>
                  <a:lnTo>
                    <a:pt x="36516" y="1606"/>
                  </a:lnTo>
                  <a:lnTo>
                    <a:pt x="36464" y="1790"/>
                  </a:lnTo>
                  <a:lnTo>
                    <a:pt x="1" y="1790"/>
                  </a:lnTo>
                  <a:lnTo>
                    <a:pt x="1" y="12848"/>
                  </a:lnTo>
                  <a:lnTo>
                    <a:pt x="1186" y="12848"/>
                  </a:lnTo>
                  <a:lnTo>
                    <a:pt x="1186" y="2975"/>
                  </a:lnTo>
                  <a:lnTo>
                    <a:pt x="36464" y="2975"/>
                  </a:lnTo>
                  <a:lnTo>
                    <a:pt x="36516" y="3160"/>
                  </a:lnTo>
                  <a:lnTo>
                    <a:pt x="36595" y="3344"/>
                  </a:lnTo>
                  <a:lnTo>
                    <a:pt x="36674" y="3528"/>
                  </a:lnTo>
                  <a:lnTo>
                    <a:pt x="36780" y="3686"/>
                  </a:lnTo>
                  <a:lnTo>
                    <a:pt x="36885" y="3844"/>
                  </a:lnTo>
                  <a:lnTo>
                    <a:pt x="37017" y="3989"/>
                  </a:lnTo>
                  <a:lnTo>
                    <a:pt x="37148" y="4134"/>
                  </a:lnTo>
                  <a:lnTo>
                    <a:pt x="37293" y="4252"/>
                  </a:lnTo>
                  <a:lnTo>
                    <a:pt x="37451" y="4371"/>
                  </a:lnTo>
                  <a:lnTo>
                    <a:pt x="37622" y="4463"/>
                  </a:lnTo>
                  <a:lnTo>
                    <a:pt x="37793" y="4555"/>
                  </a:lnTo>
                  <a:lnTo>
                    <a:pt x="37977" y="4634"/>
                  </a:lnTo>
                  <a:lnTo>
                    <a:pt x="38162" y="4686"/>
                  </a:lnTo>
                  <a:lnTo>
                    <a:pt x="38359" y="4726"/>
                  </a:lnTo>
                  <a:lnTo>
                    <a:pt x="38557" y="4752"/>
                  </a:lnTo>
                  <a:lnTo>
                    <a:pt x="38767" y="4765"/>
                  </a:lnTo>
                  <a:lnTo>
                    <a:pt x="39004" y="4752"/>
                  </a:lnTo>
                  <a:lnTo>
                    <a:pt x="39241" y="4713"/>
                  </a:lnTo>
                  <a:lnTo>
                    <a:pt x="39478" y="4660"/>
                  </a:lnTo>
                  <a:lnTo>
                    <a:pt x="39689" y="4581"/>
                  </a:lnTo>
                  <a:lnTo>
                    <a:pt x="39899" y="4476"/>
                  </a:lnTo>
                  <a:lnTo>
                    <a:pt x="40097" y="4357"/>
                  </a:lnTo>
                  <a:lnTo>
                    <a:pt x="40281" y="4226"/>
                  </a:lnTo>
                  <a:lnTo>
                    <a:pt x="40452" y="4068"/>
                  </a:lnTo>
                  <a:lnTo>
                    <a:pt x="40597" y="3897"/>
                  </a:lnTo>
                  <a:lnTo>
                    <a:pt x="40742" y="3712"/>
                  </a:lnTo>
                  <a:lnTo>
                    <a:pt x="40860" y="3515"/>
                  </a:lnTo>
                  <a:lnTo>
                    <a:pt x="40952" y="3304"/>
                  </a:lnTo>
                  <a:lnTo>
                    <a:pt x="41031" y="3094"/>
                  </a:lnTo>
                  <a:lnTo>
                    <a:pt x="41097" y="2870"/>
                  </a:lnTo>
                  <a:lnTo>
                    <a:pt x="41137" y="2633"/>
                  </a:lnTo>
                  <a:lnTo>
                    <a:pt x="41150" y="2383"/>
                  </a:lnTo>
                  <a:lnTo>
                    <a:pt x="41137" y="2146"/>
                  </a:lnTo>
                  <a:lnTo>
                    <a:pt x="41097" y="1909"/>
                  </a:lnTo>
                  <a:lnTo>
                    <a:pt x="41031" y="1685"/>
                  </a:lnTo>
                  <a:lnTo>
                    <a:pt x="40952" y="1461"/>
                  </a:lnTo>
                  <a:lnTo>
                    <a:pt x="40860" y="1251"/>
                  </a:lnTo>
                  <a:lnTo>
                    <a:pt x="40742" y="1053"/>
                  </a:lnTo>
                  <a:lnTo>
                    <a:pt x="40597" y="869"/>
                  </a:lnTo>
                  <a:lnTo>
                    <a:pt x="40452" y="698"/>
                  </a:lnTo>
                  <a:lnTo>
                    <a:pt x="40281" y="553"/>
                  </a:lnTo>
                  <a:lnTo>
                    <a:pt x="40097" y="408"/>
                  </a:lnTo>
                  <a:lnTo>
                    <a:pt x="39899" y="290"/>
                  </a:lnTo>
                  <a:lnTo>
                    <a:pt x="39689" y="198"/>
                  </a:lnTo>
                  <a:lnTo>
                    <a:pt x="39478" y="119"/>
                  </a:lnTo>
                  <a:lnTo>
                    <a:pt x="39241" y="53"/>
                  </a:lnTo>
                  <a:lnTo>
                    <a:pt x="39004" y="13"/>
                  </a:lnTo>
                  <a:lnTo>
                    <a:pt x="38767"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805;p24">
              <a:extLst>
                <a:ext uri="{FF2B5EF4-FFF2-40B4-BE49-F238E27FC236}">
                  <a16:creationId xmlns:a16="http://schemas.microsoft.com/office/drawing/2014/main" id="{F817663C-9444-B60E-5BAF-4C730BA4C1E2}"/>
                </a:ext>
              </a:extLst>
            </p:cNvPr>
            <p:cNvSpPr/>
            <p:nvPr/>
          </p:nvSpPr>
          <p:spPr>
            <a:xfrm>
              <a:off x="2383075" y="650125"/>
              <a:ext cx="330100" cy="1344350"/>
            </a:xfrm>
            <a:custGeom>
              <a:avLst/>
              <a:gdLst/>
              <a:ahLst/>
              <a:cxnLst/>
              <a:rect l="l" t="t" r="r" b="b"/>
              <a:pathLst>
                <a:path w="13204" h="53774" extrusionOk="0">
                  <a:moveTo>
                    <a:pt x="10952" y="1185"/>
                  </a:moveTo>
                  <a:lnTo>
                    <a:pt x="11071" y="1199"/>
                  </a:lnTo>
                  <a:lnTo>
                    <a:pt x="11176" y="1238"/>
                  </a:lnTo>
                  <a:lnTo>
                    <a:pt x="11294" y="1278"/>
                  </a:lnTo>
                  <a:lnTo>
                    <a:pt x="11400" y="1330"/>
                  </a:lnTo>
                  <a:lnTo>
                    <a:pt x="11492" y="1383"/>
                  </a:lnTo>
                  <a:lnTo>
                    <a:pt x="11584" y="1449"/>
                  </a:lnTo>
                  <a:lnTo>
                    <a:pt x="11676" y="1528"/>
                  </a:lnTo>
                  <a:lnTo>
                    <a:pt x="11755" y="1620"/>
                  </a:lnTo>
                  <a:lnTo>
                    <a:pt x="11821" y="1712"/>
                  </a:lnTo>
                  <a:lnTo>
                    <a:pt x="11874" y="1804"/>
                  </a:lnTo>
                  <a:lnTo>
                    <a:pt x="11926" y="1909"/>
                  </a:lnTo>
                  <a:lnTo>
                    <a:pt x="11966" y="2028"/>
                  </a:lnTo>
                  <a:lnTo>
                    <a:pt x="12005" y="2133"/>
                  </a:lnTo>
                  <a:lnTo>
                    <a:pt x="12018" y="2252"/>
                  </a:lnTo>
                  <a:lnTo>
                    <a:pt x="12018" y="2383"/>
                  </a:lnTo>
                  <a:lnTo>
                    <a:pt x="12018" y="2502"/>
                  </a:lnTo>
                  <a:lnTo>
                    <a:pt x="12005" y="2620"/>
                  </a:lnTo>
                  <a:lnTo>
                    <a:pt x="11966" y="2739"/>
                  </a:lnTo>
                  <a:lnTo>
                    <a:pt x="11926" y="2844"/>
                  </a:lnTo>
                  <a:lnTo>
                    <a:pt x="11874" y="2949"/>
                  </a:lnTo>
                  <a:lnTo>
                    <a:pt x="11821" y="3041"/>
                  </a:lnTo>
                  <a:lnTo>
                    <a:pt x="11755" y="3134"/>
                  </a:lnTo>
                  <a:lnTo>
                    <a:pt x="11676" y="3226"/>
                  </a:lnTo>
                  <a:lnTo>
                    <a:pt x="11584" y="3305"/>
                  </a:lnTo>
                  <a:lnTo>
                    <a:pt x="11492" y="3371"/>
                  </a:lnTo>
                  <a:lnTo>
                    <a:pt x="11400" y="3436"/>
                  </a:lnTo>
                  <a:lnTo>
                    <a:pt x="11294" y="3476"/>
                  </a:lnTo>
                  <a:lnTo>
                    <a:pt x="11176" y="3515"/>
                  </a:lnTo>
                  <a:lnTo>
                    <a:pt x="11071" y="3555"/>
                  </a:lnTo>
                  <a:lnTo>
                    <a:pt x="10952" y="3568"/>
                  </a:lnTo>
                  <a:lnTo>
                    <a:pt x="10821" y="3581"/>
                  </a:lnTo>
                  <a:lnTo>
                    <a:pt x="10702" y="3568"/>
                  </a:lnTo>
                  <a:lnTo>
                    <a:pt x="10584" y="3555"/>
                  </a:lnTo>
                  <a:lnTo>
                    <a:pt x="10465" y="3515"/>
                  </a:lnTo>
                  <a:lnTo>
                    <a:pt x="10360" y="3476"/>
                  </a:lnTo>
                  <a:lnTo>
                    <a:pt x="10254" y="3436"/>
                  </a:lnTo>
                  <a:lnTo>
                    <a:pt x="10162" y="3371"/>
                  </a:lnTo>
                  <a:lnTo>
                    <a:pt x="10070" y="3305"/>
                  </a:lnTo>
                  <a:lnTo>
                    <a:pt x="9978" y="3226"/>
                  </a:lnTo>
                  <a:lnTo>
                    <a:pt x="9899" y="3134"/>
                  </a:lnTo>
                  <a:lnTo>
                    <a:pt x="9833" y="3041"/>
                  </a:lnTo>
                  <a:lnTo>
                    <a:pt x="9767" y="2949"/>
                  </a:lnTo>
                  <a:lnTo>
                    <a:pt x="9728" y="2844"/>
                  </a:lnTo>
                  <a:lnTo>
                    <a:pt x="9688" y="2739"/>
                  </a:lnTo>
                  <a:lnTo>
                    <a:pt x="9649" y="2620"/>
                  </a:lnTo>
                  <a:lnTo>
                    <a:pt x="9636" y="2502"/>
                  </a:lnTo>
                  <a:lnTo>
                    <a:pt x="9623" y="2383"/>
                  </a:lnTo>
                  <a:lnTo>
                    <a:pt x="9636" y="2252"/>
                  </a:lnTo>
                  <a:lnTo>
                    <a:pt x="9649" y="2133"/>
                  </a:lnTo>
                  <a:lnTo>
                    <a:pt x="9688" y="2028"/>
                  </a:lnTo>
                  <a:lnTo>
                    <a:pt x="9728" y="1909"/>
                  </a:lnTo>
                  <a:lnTo>
                    <a:pt x="9767" y="1804"/>
                  </a:lnTo>
                  <a:lnTo>
                    <a:pt x="9833" y="1712"/>
                  </a:lnTo>
                  <a:lnTo>
                    <a:pt x="9899" y="1620"/>
                  </a:lnTo>
                  <a:lnTo>
                    <a:pt x="9978" y="1528"/>
                  </a:lnTo>
                  <a:lnTo>
                    <a:pt x="10070" y="1449"/>
                  </a:lnTo>
                  <a:lnTo>
                    <a:pt x="10162" y="1383"/>
                  </a:lnTo>
                  <a:lnTo>
                    <a:pt x="10254" y="1330"/>
                  </a:lnTo>
                  <a:lnTo>
                    <a:pt x="10360" y="1278"/>
                  </a:lnTo>
                  <a:lnTo>
                    <a:pt x="10465" y="1238"/>
                  </a:lnTo>
                  <a:lnTo>
                    <a:pt x="10584" y="1199"/>
                  </a:lnTo>
                  <a:lnTo>
                    <a:pt x="10702" y="1185"/>
                  </a:lnTo>
                  <a:close/>
                  <a:moveTo>
                    <a:pt x="10821" y="1"/>
                  </a:moveTo>
                  <a:lnTo>
                    <a:pt x="10584" y="14"/>
                  </a:lnTo>
                  <a:lnTo>
                    <a:pt x="10347" y="53"/>
                  </a:lnTo>
                  <a:lnTo>
                    <a:pt x="10123" y="106"/>
                  </a:lnTo>
                  <a:lnTo>
                    <a:pt x="9899" y="185"/>
                  </a:lnTo>
                  <a:lnTo>
                    <a:pt x="9688" y="290"/>
                  </a:lnTo>
                  <a:lnTo>
                    <a:pt x="9491" y="409"/>
                  </a:lnTo>
                  <a:lnTo>
                    <a:pt x="9320" y="540"/>
                  </a:lnTo>
                  <a:lnTo>
                    <a:pt x="9149" y="698"/>
                  </a:lnTo>
                  <a:lnTo>
                    <a:pt x="8991" y="870"/>
                  </a:lnTo>
                  <a:lnTo>
                    <a:pt x="8859" y="1054"/>
                  </a:lnTo>
                  <a:lnTo>
                    <a:pt x="8741" y="1251"/>
                  </a:lnTo>
                  <a:lnTo>
                    <a:pt x="8635" y="1449"/>
                  </a:lnTo>
                  <a:lnTo>
                    <a:pt x="8556" y="1672"/>
                  </a:lnTo>
                  <a:lnTo>
                    <a:pt x="8491" y="1896"/>
                  </a:lnTo>
                  <a:lnTo>
                    <a:pt x="8464" y="2133"/>
                  </a:lnTo>
                  <a:lnTo>
                    <a:pt x="8451" y="2383"/>
                  </a:lnTo>
                  <a:lnTo>
                    <a:pt x="8451" y="2581"/>
                  </a:lnTo>
                  <a:lnTo>
                    <a:pt x="8477" y="2778"/>
                  </a:lnTo>
                  <a:lnTo>
                    <a:pt x="8530" y="2976"/>
                  </a:lnTo>
                  <a:lnTo>
                    <a:pt x="8583" y="3173"/>
                  </a:lnTo>
                  <a:lnTo>
                    <a:pt x="8662" y="3357"/>
                  </a:lnTo>
                  <a:lnTo>
                    <a:pt x="8741" y="3529"/>
                  </a:lnTo>
                  <a:lnTo>
                    <a:pt x="8846" y="3687"/>
                  </a:lnTo>
                  <a:lnTo>
                    <a:pt x="8964" y="3844"/>
                  </a:lnTo>
                  <a:lnTo>
                    <a:pt x="9083" y="3989"/>
                  </a:lnTo>
                  <a:lnTo>
                    <a:pt x="9215" y="4134"/>
                  </a:lnTo>
                  <a:lnTo>
                    <a:pt x="9373" y="4253"/>
                  </a:lnTo>
                  <a:lnTo>
                    <a:pt x="9531" y="4371"/>
                  </a:lnTo>
                  <a:lnTo>
                    <a:pt x="9688" y="4463"/>
                  </a:lnTo>
                  <a:lnTo>
                    <a:pt x="9873" y="4555"/>
                  </a:lnTo>
                  <a:lnTo>
                    <a:pt x="10057" y="4621"/>
                  </a:lnTo>
                  <a:lnTo>
                    <a:pt x="10241" y="4687"/>
                  </a:lnTo>
                  <a:lnTo>
                    <a:pt x="10241" y="11571"/>
                  </a:lnTo>
                  <a:lnTo>
                    <a:pt x="0" y="21457"/>
                  </a:lnTo>
                  <a:lnTo>
                    <a:pt x="0" y="53774"/>
                  </a:lnTo>
                  <a:lnTo>
                    <a:pt x="1185" y="53774"/>
                  </a:lnTo>
                  <a:lnTo>
                    <a:pt x="1185" y="21957"/>
                  </a:lnTo>
                  <a:lnTo>
                    <a:pt x="11426" y="12072"/>
                  </a:lnTo>
                  <a:lnTo>
                    <a:pt x="11426" y="4687"/>
                  </a:lnTo>
                  <a:lnTo>
                    <a:pt x="11610" y="4621"/>
                  </a:lnTo>
                  <a:lnTo>
                    <a:pt x="11795" y="4555"/>
                  </a:lnTo>
                  <a:lnTo>
                    <a:pt x="11966" y="4463"/>
                  </a:lnTo>
                  <a:lnTo>
                    <a:pt x="12137" y="4358"/>
                  </a:lnTo>
                  <a:lnTo>
                    <a:pt x="12295" y="4253"/>
                  </a:lnTo>
                  <a:lnTo>
                    <a:pt x="12440" y="4121"/>
                  </a:lnTo>
                  <a:lnTo>
                    <a:pt x="12571" y="3989"/>
                  </a:lnTo>
                  <a:lnTo>
                    <a:pt x="12703" y="3844"/>
                  </a:lnTo>
                  <a:lnTo>
                    <a:pt x="12808" y="3687"/>
                  </a:lnTo>
                  <a:lnTo>
                    <a:pt x="12914" y="3529"/>
                  </a:lnTo>
                  <a:lnTo>
                    <a:pt x="12992" y="3344"/>
                  </a:lnTo>
                  <a:lnTo>
                    <a:pt x="13071" y="3173"/>
                  </a:lnTo>
                  <a:lnTo>
                    <a:pt x="13124" y="2976"/>
                  </a:lnTo>
                  <a:lnTo>
                    <a:pt x="13164" y="2778"/>
                  </a:lnTo>
                  <a:lnTo>
                    <a:pt x="13190" y="2581"/>
                  </a:lnTo>
                  <a:lnTo>
                    <a:pt x="13203" y="2383"/>
                  </a:lnTo>
                  <a:lnTo>
                    <a:pt x="13190" y="2133"/>
                  </a:lnTo>
                  <a:lnTo>
                    <a:pt x="13150" y="1896"/>
                  </a:lnTo>
                  <a:lnTo>
                    <a:pt x="13098" y="1672"/>
                  </a:lnTo>
                  <a:lnTo>
                    <a:pt x="13019" y="1449"/>
                  </a:lnTo>
                  <a:lnTo>
                    <a:pt x="12914" y="1251"/>
                  </a:lnTo>
                  <a:lnTo>
                    <a:pt x="12795" y="1054"/>
                  </a:lnTo>
                  <a:lnTo>
                    <a:pt x="12663" y="870"/>
                  </a:lnTo>
                  <a:lnTo>
                    <a:pt x="12505" y="698"/>
                  </a:lnTo>
                  <a:lnTo>
                    <a:pt x="12334" y="540"/>
                  </a:lnTo>
                  <a:lnTo>
                    <a:pt x="12150" y="409"/>
                  </a:lnTo>
                  <a:lnTo>
                    <a:pt x="11953" y="290"/>
                  </a:lnTo>
                  <a:lnTo>
                    <a:pt x="11755" y="185"/>
                  </a:lnTo>
                  <a:lnTo>
                    <a:pt x="11531" y="106"/>
                  </a:lnTo>
                  <a:lnTo>
                    <a:pt x="11308" y="53"/>
                  </a:lnTo>
                  <a:lnTo>
                    <a:pt x="11071" y="14"/>
                  </a:lnTo>
                  <a:lnTo>
                    <a:pt x="10821"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806;p24">
              <a:extLst>
                <a:ext uri="{FF2B5EF4-FFF2-40B4-BE49-F238E27FC236}">
                  <a16:creationId xmlns:a16="http://schemas.microsoft.com/office/drawing/2014/main" id="{C9C082B7-65F4-511D-B175-CDF96A137D63}"/>
                </a:ext>
              </a:extLst>
            </p:cNvPr>
            <p:cNvSpPr/>
            <p:nvPr/>
          </p:nvSpPr>
          <p:spPr>
            <a:xfrm>
              <a:off x="2233000" y="650125"/>
              <a:ext cx="330100" cy="1344350"/>
            </a:xfrm>
            <a:custGeom>
              <a:avLst/>
              <a:gdLst/>
              <a:ahLst/>
              <a:cxnLst/>
              <a:rect l="l" t="t" r="r" b="b"/>
              <a:pathLst>
                <a:path w="13204" h="53774" extrusionOk="0">
                  <a:moveTo>
                    <a:pt x="10939" y="1185"/>
                  </a:moveTo>
                  <a:lnTo>
                    <a:pt x="11058" y="1199"/>
                  </a:lnTo>
                  <a:lnTo>
                    <a:pt x="11176" y="1238"/>
                  </a:lnTo>
                  <a:lnTo>
                    <a:pt x="11282" y="1278"/>
                  </a:lnTo>
                  <a:lnTo>
                    <a:pt x="11387" y="1330"/>
                  </a:lnTo>
                  <a:lnTo>
                    <a:pt x="11492" y="1383"/>
                  </a:lnTo>
                  <a:lnTo>
                    <a:pt x="11584" y="1449"/>
                  </a:lnTo>
                  <a:lnTo>
                    <a:pt x="11663" y="1528"/>
                  </a:lnTo>
                  <a:lnTo>
                    <a:pt x="11742" y="1620"/>
                  </a:lnTo>
                  <a:lnTo>
                    <a:pt x="11808" y="1712"/>
                  </a:lnTo>
                  <a:lnTo>
                    <a:pt x="11874" y="1804"/>
                  </a:lnTo>
                  <a:lnTo>
                    <a:pt x="11927" y="1909"/>
                  </a:lnTo>
                  <a:lnTo>
                    <a:pt x="11966" y="2028"/>
                  </a:lnTo>
                  <a:lnTo>
                    <a:pt x="11993" y="2133"/>
                  </a:lnTo>
                  <a:lnTo>
                    <a:pt x="12006" y="2252"/>
                  </a:lnTo>
                  <a:lnTo>
                    <a:pt x="12019" y="2383"/>
                  </a:lnTo>
                  <a:lnTo>
                    <a:pt x="12006" y="2502"/>
                  </a:lnTo>
                  <a:lnTo>
                    <a:pt x="11993" y="2620"/>
                  </a:lnTo>
                  <a:lnTo>
                    <a:pt x="11966" y="2739"/>
                  </a:lnTo>
                  <a:lnTo>
                    <a:pt x="11927" y="2844"/>
                  </a:lnTo>
                  <a:lnTo>
                    <a:pt x="11874" y="2949"/>
                  </a:lnTo>
                  <a:lnTo>
                    <a:pt x="11808" y="3041"/>
                  </a:lnTo>
                  <a:lnTo>
                    <a:pt x="11742" y="3134"/>
                  </a:lnTo>
                  <a:lnTo>
                    <a:pt x="11663" y="3226"/>
                  </a:lnTo>
                  <a:lnTo>
                    <a:pt x="11584" y="3305"/>
                  </a:lnTo>
                  <a:lnTo>
                    <a:pt x="11492" y="3371"/>
                  </a:lnTo>
                  <a:lnTo>
                    <a:pt x="11387" y="3436"/>
                  </a:lnTo>
                  <a:lnTo>
                    <a:pt x="11282" y="3476"/>
                  </a:lnTo>
                  <a:lnTo>
                    <a:pt x="11176" y="3515"/>
                  </a:lnTo>
                  <a:lnTo>
                    <a:pt x="11058" y="3555"/>
                  </a:lnTo>
                  <a:lnTo>
                    <a:pt x="10939" y="3568"/>
                  </a:lnTo>
                  <a:lnTo>
                    <a:pt x="10821" y="3581"/>
                  </a:lnTo>
                  <a:lnTo>
                    <a:pt x="10703" y="3568"/>
                  </a:lnTo>
                  <a:lnTo>
                    <a:pt x="10584" y="3555"/>
                  </a:lnTo>
                  <a:lnTo>
                    <a:pt x="10466" y="3515"/>
                  </a:lnTo>
                  <a:lnTo>
                    <a:pt x="10347" y="3476"/>
                  </a:lnTo>
                  <a:lnTo>
                    <a:pt x="10242" y="3436"/>
                  </a:lnTo>
                  <a:lnTo>
                    <a:pt x="10150" y="3371"/>
                  </a:lnTo>
                  <a:lnTo>
                    <a:pt x="10057" y="3305"/>
                  </a:lnTo>
                  <a:lnTo>
                    <a:pt x="9979" y="3226"/>
                  </a:lnTo>
                  <a:lnTo>
                    <a:pt x="9900" y="3134"/>
                  </a:lnTo>
                  <a:lnTo>
                    <a:pt x="9821" y="3041"/>
                  </a:lnTo>
                  <a:lnTo>
                    <a:pt x="9768" y="2949"/>
                  </a:lnTo>
                  <a:lnTo>
                    <a:pt x="9715" y="2844"/>
                  </a:lnTo>
                  <a:lnTo>
                    <a:pt x="9676" y="2739"/>
                  </a:lnTo>
                  <a:lnTo>
                    <a:pt x="9649" y="2620"/>
                  </a:lnTo>
                  <a:lnTo>
                    <a:pt x="9623" y="2502"/>
                  </a:lnTo>
                  <a:lnTo>
                    <a:pt x="9623" y="2383"/>
                  </a:lnTo>
                  <a:lnTo>
                    <a:pt x="9623" y="2252"/>
                  </a:lnTo>
                  <a:lnTo>
                    <a:pt x="9649" y="2133"/>
                  </a:lnTo>
                  <a:lnTo>
                    <a:pt x="9676" y="2028"/>
                  </a:lnTo>
                  <a:lnTo>
                    <a:pt x="9715" y="1909"/>
                  </a:lnTo>
                  <a:lnTo>
                    <a:pt x="9768" y="1804"/>
                  </a:lnTo>
                  <a:lnTo>
                    <a:pt x="9821" y="1712"/>
                  </a:lnTo>
                  <a:lnTo>
                    <a:pt x="9900" y="1620"/>
                  </a:lnTo>
                  <a:lnTo>
                    <a:pt x="9979" y="1528"/>
                  </a:lnTo>
                  <a:lnTo>
                    <a:pt x="10057" y="1449"/>
                  </a:lnTo>
                  <a:lnTo>
                    <a:pt x="10150" y="1383"/>
                  </a:lnTo>
                  <a:lnTo>
                    <a:pt x="10242" y="1330"/>
                  </a:lnTo>
                  <a:lnTo>
                    <a:pt x="10347" y="1278"/>
                  </a:lnTo>
                  <a:lnTo>
                    <a:pt x="10466" y="1238"/>
                  </a:lnTo>
                  <a:lnTo>
                    <a:pt x="10584" y="1199"/>
                  </a:lnTo>
                  <a:lnTo>
                    <a:pt x="10703" y="1185"/>
                  </a:lnTo>
                  <a:close/>
                  <a:moveTo>
                    <a:pt x="10821" y="1"/>
                  </a:moveTo>
                  <a:lnTo>
                    <a:pt x="10571" y="14"/>
                  </a:lnTo>
                  <a:lnTo>
                    <a:pt x="10334" y="53"/>
                  </a:lnTo>
                  <a:lnTo>
                    <a:pt x="10110" y="106"/>
                  </a:lnTo>
                  <a:lnTo>
                    <a:pt x="9900" y="185"/>
                  </a:lnTo>
                  <a:lnTo>
                    <a:pt x="9689" y="290"/>
                  </a:lnTo>
                  <a:lnTo>
                    <a:pt x="9491" y="409"/>
                  </a:lnTo>
                  <a:lnTo>
                    <a:pt x="9307" y="540"/>
                  </a:lnTo>
                  <a:lnTo>
                    <a:pt x="9136" y="698"/>
                  </a:lnTo>
                  <a:lnTo>
                    <a:pt x="8978" y="870"/>
                  </a:lnTo>
                  <a:lnTo>
                    <a:pt x="8846" y="1054"/>
                  </a:lnTo>
                  <a:lnTo>
                    <a:pt x="8728" y="1251"/>
                  </a:lnTo>
                  <a:lnTo>
                    <a:pt x="8623" y="1449"/>
                  </a:lnTo>
                  <a:lnTo>
                    <a:pt x="8544" y="1672"/>
                  </a:lnTo>
                  <a:lnTo>
                    <a:pt x="8491" y="1896"/>
                  </a:lnTo>
                  <a:lnTo>
                    <a:pt x="8452" y="2133"/>
                  </a:lnTo>
                  <a:lnTo>
                    <a:pt x="8438" y="2383"/>
                  </a:lnTo>
                  <a:lnTo>
                    <a:pt x="8452" y="2581"/>
                  </a:lnTo>
                  <a:lnTo>
                    <a:pt x="8478" y="2778"/>
                  </a:lnTo>
                  <a:lnTo>
                    <a:pt x="8517" y="2976"/>
                  </a:lnTo>
                  <a:lnTo>
                    <a:pt x="8570" y="3173"/>
                  </a:lnTo>
                  <a:lnTo>
                    <a:pt x="8649" y="3357"/>
                  </a:lnTo>
                  <a:lnTo>
                    <a:pt x="8741" y="3529"/>
                  </a:lnTo>
                  <a:lnTo>
                    <a:pt x="8833" y="3687"/>
                  </a:lnTo>
                  <a:lnTo>
                    <a:pt x="8952" y="3844"/>
                  </a:lnTo>
                  <a:lnTo>
                    <a:pt x="9070" y="3989"/>
                  </a:lnTo>
                  <a:lnTo>
                    <a:pt x="9215" y="4134"/>
                  </a:lnTo>
                  <a:lnTo>
                    <a:pt x="9360" y="4253"/>
                  </a:lnTo>
                  <a:lnTo>
                    <a:pt x="9518" y="4371"/>
                  </a:lnTo>
                  <a:lnTo>
                    <a:pt x="9689" y="4463"/>
                  </a:lnTo>
                  <a:lnTo>
                    <a:pt x="9860" y="4555"/>
                  </a:lnTo>
                  <a:lnTo>
                    <a:pt x="10044" y="4621"/>
                  </a:lnTo>
                  <a:lnTo>
                    <a:pt x="10229" y="4687"/>
                  </a:lnTo>
                  <a:lnTo>
                    <a:pt x="10229" y="11571"/>
                  </a:lnTo>
                  <a:lnTo>
                    <a:pt x="1" y="21457"/>
                  </a:lnTo>
                  <a:lnTo>
                    <a:pt x="1" y="53774"/>
                  </a:lnTo>
                  <a:lnTo>
                    <a:pt x="1172" y="53774"/>
                  </a:lnTo>
                  <a:lnTo>
                    <a:pt x="1172" y="21957"/>
                  </a:lnTo>
                  <a:lnTo>
                    <a:pt x="11413" y="12072"/>
                  </a:lnTo>
                  <a:lnTo>
                    <a:pt x="11413" y="4687"/>
                  </a:lnTo>
                  <a:lnTo>
                    <a:pt x="11598" y="4621"/>
                  </a:lnTo>
                  <a:lnTo>
                    <a:pt x="11782" y="4555"/>
                  </a:lnTo>
                  <a:lnTo>
                    <a:pt x="11953" y="4463"/>
                  </a:lnTo>
                  <a:lnTo>
                    <a:pt x="12124" y="4358"/>
                  </a:lnTo>
                  <a:lnTo>
                    <a:pt x="12282" y="4253"/>
                  </a:lnTo>
                  <a:lnTo>
                    <a:pt x="12427" y="4121"/>
                  </a:lnTo>
                  <a:lnTo>
                    <a:pt x="12559" y="3989"/>
                  </a:lnTo>
                  <a:lnTo>
                    <a:pt x="12690" y="3844"/>
                  </a:lnTo>
                  <a:lnTo>
                    <a:pt x="12809" y="3687"/>
                  </a:lnTo>
                  <a:lnTo>
                    <a:pt x="12901" y="3529"/>
                  </a:lnTo>
                  <a:lnTo>
                    <a:pt x="12993" y="3344"/>
                  </a:lnTo>
                  <a:lnTo>
                    <a:pt x="13059" y="3173"/>
                  </a:lnTo>
                  <a:lnTo>
                    <a:pt x="13125" y="2976"/>
                  </a:lnTo>
                  <a:lnTo>
                    <a:pt x="13164" y="2778"/>
                  </a:lnTo>
                  <a:lnTo>
                    <a:pt x="13190" y="2581"/>
                  </a:lnTo>
                  <a:lnTo>
                    <a:pt x="13204" y="2383"/>
                  </a:lnTo>
                  <a:lnTo>
                    <a:pt x="13190" y="2133"/>
                  </a:lnTo>
                  <a:lnTo>
                    <a:pt x="13151" y="1896"/>
                  </a:lnTo>
                  <a:lnTo>
                    <a:pt x="13085" y="1672"/>
                  </a:lnTo>
                  <a:lnTo>
                    <a:pt x="13006" y="1449"/>
                  </a:lnTo>
                  <a:lnTo>
                    <a:pt x="12914" y="1251"/>
                  </a:lnTo>
                  <a:lnTo>
                    <a:pt x="12795" y="1054"/>
                  </a:lnTo>
                  <a:lnTo>
                    <a:pt x="12651" y="870"/>
                  </a:lnTo>
                  <a:lnTo>
                    <a:pt x="12506" y="698"/>
                  </a:lnTo>
                  <a:lnTo>
                    <a:pt x="12335" y="540"/>
                  </a:lnTo>
                  <a:lnTo>
                    <a:pt x="12150" y="409"/>
                  </a:lnTo>
                  <a:lnTo>
                    <a:pt x="11953" y="290"/>
                  </a:lnTo>
                  <a:lnTo>
                    <a:pt x="11742" y="185"/>
                  </a:lnTo>
                  <a:lnTo>
                    <a:pt x="11519" y="106"/>
                  </a:lnTo>
                  <a:lnTo>
                    <a:pt x="11295" y="53"/>
                  </a:lnTo>
                  <a:lnTo>
                    <a:pt x="11058" y="14"/>
                  </a:lnTo>
                  <a:lnTo>
                    <a:pt x="10821"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807;p24">
              <a:extLst>
                <a:ext uri="{FF2B5EF4-FFF2-40B4-BE49-F238E27FC236}">
                  <a16:creationId xmlns:a16="http://schemas.microsoft.com/office/drawing/2014/main" id="{525769A1-31F6-1B2E-06CC-55A05FD7A49B}"/>
                </a:ext>
              </a:extLst>
            </p:cNvPr>
            <p:cNvSpPr/>
            <p:nvPr/>
          </p:nvSpPr>
          <p:spPr>
            <a:xfrm>
              <a:off x="1807825" y="1140475"/>
              <a:ext cx="250775" cy="1716875"/>
            </a:xfrm>
            <a:custGeom>
              <a:avLst/>
              <a:gdLst/>
              <a:ahLst/>
              <a:cxnLst/>
              <a:rect l="l" t="t" r="r" b="b"/>
              <a:pathLst>
                <a:path w="10031" h="68675" extrusionOk="0">
                  <a:moveTo>
                    <a:pt x="7648" y="1172"/>
                  </a:moveTo>
                  <a:lnTo>
                    <a:pt x="7780" y="1185"/>
                  </a:lnTo>
                  <a:lnTo>
                    <a:pt x="7898" y="1198"/>
                  </a:lnTo>
                  <a:lnTo>
                    <a:pt x="8004" y="1225"/>
                  </a:lnTo>
                  <a:lnTo>
                    <a:pt x="8122" y="1277"/>
                  </a:lnTo>
                  <a:lnTo>
                    <a:pt x="8228" y="1317"/>
                  </a:lnTo>
                  <a:lnTo>
                    <a:pt x="8320" y="1383"/>
                  </a:lnTo>
                  <a:lnTo>
                    <a:pt x="8412" y="1448"/>
                  </a:lnTo>
                  <a:lnTo>
                    <a:pt x="8504" y="1527"/>
                  </a:lnTo>
                  <a:lnTo>
                    <a:pt x="8583" y="1606"/>
                  </a:lnTo>
                  <a:lnTo>
                    <a:pt x="8649" y="1698"/>
                  </a:lnTo>
                  <a:lnTo>
                    <a:pt x="8701" y="1804"/>
                  </a:lnTo>
                  <a:lnTo>
                    <a:pt x="8754" y="1909"/>
                  </a:lnTo>
                  <a:lnTo>
                    <a:pt x="8794" y="2014"/>
                  </a:lnTo>
                  <a:lnTo>
                    <a:pt x="8833" y="2133"/>
                  </a:lnTo>
                  <a:lnTo>
                    <a:pt x="8846" y="2251"/>
                  </a:lnTo>
                  <a:lnTo>
                    <a:pt x="8846" y="2370"/>
                  </a:lnTo>
                  <a:lnTo>
                    <a:pt x="8846" y="2501"/>
                  </a:lnTo>
                  <a:lnTo>
                    <a:pt x="8833" y="2620"/>
                  </a:lnTo>
                  <a:lnTo>
                    <a:pt x="8794" y="2725"/>
                  </a:lnTo>
                  <a:lnTo>
                    <a:pt x="8754" y="2844"/>
                  </a:lnTo>
                  <a:lnTo>
                    <a:pt x="8701" y="2949"/>
                  </a:lnTo>
                  <a:lnTo>
                    <a:pt x="8649" y="3041"/>
                  </a:lnTo>
                  <a:lnTo>
                    <a:pt x="8583" y="3133"/>
                  </a:lnTo>
                  <a:lnTo>
                    <a:pt x="8504" y="3225"/>
                  </a:lnTo>
                  <a:lnTo>
                    <a:pt x="8412" y="3291"/>
                  </a:lnTo>
                  <a:lnTo>
                    <a:pt x="8320" y="3370"/>
                  </a:lnTo>
                  <a:lnTo>
                    <a:pt x="8228" y="3423"/>
                  </a:lnTo>
                  <a:lnTo>
                    <a:pt x="8122" y="3476"/>
                  </a:lnTo>
                  <a:lnTo>
                    <a:pt x="8004" y="3515"/>
                  </a:lnTo>
                  <a:lnTo>
                    <a:pt x="7898" y="3541"/>
                  </a:lnTo>
                  <a:lnTo>
                    <a:pt x="7780" y="3568"/>
                  </a:lnTo>
                  <a:lnTo>
                    <a:pt x="7530" y="3568"/>
                  </a:lnTo>
                  <a:lnTo>
                    <a:pt x="7411" y="3541"/>
                  </a:lnTo>
                  <a:lnTo>
                    <a:pt x="7293" y="3515"/>
                  </a:lnTo>
                  <a:lnTo>
                    <a:pt x="7188" y="3476"/>
                  </a:lnTo>
                  <a:lnTo>
                    <a:pt x="7082" y="3423"/>
                  </a:lnTo>
                  <a:lnTo>
                    <a:pt x="6990" y="3370"/>
                  </a:lnTo>
                  <a:lnTo>
                    <a:pt x="6898" y="3291"/>
                  </a:lnTo>
                  <a:lnTo>
                    <a:pt x="6806" y="3225"/>
                  </a:lnTo>
                  <a:lnTo>
                    <a:pt x="6727" y="3133"/>
                  </a:lnTo>
                  <a:lnTo>
                    <a:pt x="6661" y="3041"/>
                  </a:lnTo>
                  <a:lnTo>
                    <a:pt x="6595" y="2949"/>
                  </a:lnTo>
                  <a:lnTo>
                    <a:pt x="6556" y="2844"/>
                  </a:lnTo>
                  <a:lnTo>
                    <a:pt x="6516" y="2725"/>
                  </a:lnTo>
                  <a:lnTo>
                    <a:pt x="6477" y="2620"/>
                  </a:lnTo>
                  <a:lnTo>
                    <a:pt x="6464" y="2501"/>
                  </a:lnTo>
                  <a:lnTo>
                    <a:pt x="6464" y="2370"/>
                  </a:lnTo>
                  <a:lnTo>
                    <a:pt x="6464" y="2251"/>
                  </a:lnTo>
                  <a:lnTo>
                    <a:pt x="6477" y="2133"/>
                  </a:lnTo>
                  <a:lnTo>
                    <a:pt x="6516" y="2014"/>
                  </a:lnTo>
                  <a:lnTo>
                    <a:pt x="6556" y="1909"/>
                  </a:lnTo>
                  <a:lnTo>
                    <a:pt x="6595" y="1804"/>
                  </a:lnTo>
                  <a:lnTo>
                    <a:pt x="6661" y="1698"/>
                  </a:lnTo>
                  <a:lnTo>
                    <a:pt x="6727" y="1606"/>
                  </a:lnTo>
                  <a:lnTo>
                    <a:pt x="6806" y="1527"/>
                  </a:lnTo>
                  <a:lnTo>
                    <a:pt x="6898" y="1448"/>
                  </a:lnTo>
                  <a:lnTo>
                    <a:pt x="6990" y="1383"/>
                  </a:lnTo>
                  <a:lnTo>
                    <a:pt x="7082" y="1317"/>
                  </a:lnTo>
                  <a:lnTo>
                    <a:pt x="7188" y="1277"/>
                  </a:lnTo>
                  <a:lnTo>
                    <a:pt x="7293" y="1225"/>
                  </a:lnTo>
                  <a:lnTo>
                    <a:pt x="7411" y="1198"/>
                  </a:lnTo>
                  <a:lnTo>
                    <a:pt x="7530" y="1185"/>
                  </a:lnTo>
                  <a:lnTo>
                    <a:pt x="7648" y="1172"/>
                  </a:lnTo>
                  <a:close/>
                  <a:moveTo>
                    <a:pt x="7648" y="0"/>
                  </a:moveTo>
                  <a:lnTo>
                    <a:pt x="7411" y="14"/>
                  </a:lnTo>
                  <a:lnTo>
                    <a:pt x="7174" y="40"/>
                  </a:lnTo>
                  <a:lnTo>
                    <a:pt x="6951" y="106"/>
                  </a:lnTo>
                  <a:lnTo>
                    <a:pt x="6727" y="185"/>
                  </a:lnTo>
                  <a:lnTo>
                    <a:pt x="6516" y="277"/>
                  </a:lnTo>
                  <a:lnTo>
                    <a:pt x="6332" y="408"/>
                  </a:lnTo>
                  <a:lnTo>
                    <a:pt x="6148" y="540"/>
                  </a:lnTo>
                  <a:lnTo>
                    <a:pt x="5977" y="698"/>
                  </a:lnTo>
                  <a:lnTo>
                    <a:pt x="5819" y="856"/>
                  </a:lnTo>
                  <a:lnTo>
                    <a:pt x="5687" y="1040"/>
                  </a:lnTo>
                  <a:lnTo>
                    <a:pt x="5569" y="1238"/>
                  </a:lnTo>
                  <a:lnTo>
                    <a:pt x="5463" y="1448"/>
                  </a:lnTo>
                  <a:lnTo>
                    <a:pt x="5384" y="1672"/>
                  </a:lnTo>
                  <a:lnTo>
                    <a:pt x="5318" y="1896"/>
                  </a:lnTo>
                  <a:lnTo>
                    <a:pt x="5292" y="2133"/>
                  </a:lnTo>
                  <a:lnTo>
                    <a:pt x="5279" y="2370"/>
                  </a:lnTo>
                  <a:lnTo>
                    <a:pt x="5279" y="2580"/>
                  </a:lnTo>
                  <a:lnTo>
                    <a:pt x="5305" y="2778"/>
                  </a:lnTo>
                  <a:lnTo>
                    <a:pt x="5358" y="2975"/>
                  </a:lnTo>
                  <a:lnTo>
                    <a:pt x="5411" y="3160"/>
                  </a:lnTo>
                  <a:lnTo>
                    <a:pt x="5490" y="3344"/>
                  </a:lnTo>
                  <a:lnTo>
                    <a:pt x="5569" y="3515"/>
                  </a:lnTo>
                  <a:lnTo>
                    <a:pt x="5674" y="3686"/>
                  </a:lnTo>
                  <a:lnTo>
                    <a:pt x="5779" y="3844"/>
                  </a:lnTo>
                  <a:lnTo>
                    <a:pt x="5911" y="3989"/>
                  </a:lnTo>
                  <a:lnTo>
                    <a:pt x="6042" y="4121"/>
                  </a:lnTo>
                  <a:lnTo>
                    <a:pt x="6200" y="4252"/>
                  </a:lnTo>
                  <a:lnTo>
                    <a:pt x="6345" y="4357"/>
                  </a:lnTo>
                  <a:lnTo>
                    <a:pt x="6516" y="4463"/>
                  </a:lnTo>
                  <a:lnTo>
                    <a:pt x="6687" y="4555"/>
                  </a:lnTo>
                  <a:lnTo>
                    <a:pt x="6872" y="4621"/>
                  </a:lnTo>
                  <a:lnTo>
                    <a:pt x="7069" y="4673"/>
                  </a:lnTo>
                  <a:lnTo>
                    <a:pt x="7069" y="26156"/>
                  </a:lnTo>
                  <a:lnTo>
                    <a:pt x="0" y="33212"/>
                  </a:lnTo>
                  <a:lnTo>
                    <a:pt x="0" y="68674"/>
                  </a:lnTo>
                  <a:lnTo>
                    <a:pt x="1185" y="68674"/>
                  </a:lnTo>
                  <a:lnTo>
                    <a:pt x="1185" y="33699"/>
                  </a:lnTo>
                  <a:lnTo>
                    <a:pt x="8241" y="26643"/>
                  </a:lnTo>
                  <a:lnTo>
                    <a:pt x="8241" y="4673"/>
                  </a:lnTo>
                  <a:lnTo>
                    <a:pt x="8438" y="4621"/>
                  </a:lnTo>
                  <a:lnTo>
                    <a:pt x="8622" y="4555"/>
                  </a:lnTo>
                  <a:lnTo>
                    <a:pt x="8794" y="4463"/>
                  </a:lnTo>
                  <a:lnTo>
                    <a:pt x="8952" y="4357"/>
                  </a:lnTo>
                  <a:lnTo>
                    <a:pt x="9110" y="4252"/>
                  </a:lnTo>
                  <a:lnTo>
                    <a:pt x="9267" y="4121"/>
                  </a:lnTo>
                  <a:lnTo>
                    <a:pt x="9399" y="3989"/>
                  </a:lnTo>
                  <a:lnTo>
                    <a:pt x="9518" y="3844"/>
                  </a:lnTo>
                  <a:lnTo>
                    <a:pt x="9636" y="3686"/>
                  </a:lnTo>
                  <a:lnTo>
                    <a:pt x="9741" y="3515"/>
                  </a:lnTo>
                  <a:lnTo>
                    <a:pt x="9820" y="3344"/>
                  </a:lnTo>
                  <a:lnTo>
                    <a:pt x="9899" y="3160"/>
                  </a:lnTo>
                  <a:lnTo>
                    <a:pt x="9952" y="2975"/>
                  </a:lnTo>
                  <a:lnTo>
                    <a:pt x="10005" y="2778"/>
                  </a:lnTo>
                  <a:lnTo>
                    <a:pt x="10018" y="2580"/>
                  </a:lnTo>
                  <a:lnTo>
                    <a:pt x="10031" y="2370"/>
                  </a:lnTo>
                  <a:lnTo>
                    <a:pt x="10018" y="2133"/>
                  </a:lnTo>
                  <a:lnTo>
                    <a:pt x="9978" y="1896"/>
                  </a:lnTo>
                  <a:lnTo>
                    <a:pt x="9926" y="1672"/>
                  </a:lnTo>
                  <a:lnTo>
                    <a:pt x="9847" y="1448"/>
                  </a:lnTo>
                  <a:lnTo>
                    <a:pt x="9741" y="1238"/>
                  </a:lnTo>
                  <a:lnTo>
                    <a:pt x="9623" y="1040"/>
                  </a:lnTo>
                  <a:lnTo>
                    <a:pt x="9491" y="856"/>
                  </a:lnTo>
                  <a:lnTo>
                    <a:pt x="9333" y="698"/>
                  </a:lnTo>
                  <a:lnTo>
                    <a:pt x="9162" y="540"/>
                  </a:lnTo>
                  <a:lnTo>
                    <a:pt x="8978" y="408"/>
                  </a:lnTo>
                  <a:lnTo>
                    <a:pt x="8794" y="277"/>
                  </a:lnTo>
                  <a:lnTo>
                    <a:pt x="8583" y="185"/>
                  </a:lnTo>
                  <a:lnTo>
                    <a:pt x="8359" y="106"/>
                  </a:lnTo>
                  <a:lnTo>
                    <a:pt x="8135" y="40"/>
                  </a:lnTo>
                  <a:lnTo>
                    <a:pt x="7898" y="14"/>
                  </a:lnTo>
                  <a:lnTo>
                    <a:pt x="7648"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808;p24">
              <a:extLst>
                <a:ext uri="{FF2B5EF4-FFF2-40B4-BE49-F238E27FC236}">
                  <a16:creationId xmlns:a16="http://schemas.microsoft.com/office/drawing/2014/main" id="{08EBA50A-8317-D48D-C79A-64B5383B19DC}"/>
                </a:ext>
              </a:extLst>
            </p:cNvPr>
            <p:cNvSpPr/>
            <p:nvPr/>
          </p:nvSpPr>
          <p:spPr>
            <a:xfrm>
              <a:off x="2707875" y="605375"/>
              <a:ext cx="681575" cy="1406550"/>
            </a:xfrm>
            <a:custGeom>
              <a:avLst/>
              <a:gdLst/>
              <a:ahLst/>
              <a:cxnLst/>
              <a:rect l="l" t="t" r="r" b="b"/>
              <a:pathLst>
                <a:path w="27263" h="56262" extrusionOk="0">
                  <a:moveTo>
                    <a:pt x="25011" y="1185"/>
                  </a:moveTo>
                  <a:lnTo>
                    <a:pt x="25130" y="1212"/>
                  </a:lnTo>
                  <a:lnTo>
                    <a:pt x="25248" y="1238"/>
                  </a:lnTo>
                  <a:lnTo>
                    <a:pt x="25353" y="1277"/>
                  </a:lnTo>
                  <a:lnTo>
                    <a:pt x="25459" y="1330"/>
                  </a:lnTo>
                  <a:lnTo>
                    <a:pt x="25551" y="1383"/>
                  </a:lnTo>
                  <a:lnTo>
                    <a:pt x="25643" y="1462"/>
                  </a:lnTo>
                  <a:lnTo>
                    <a:pt x="25735" y="1527"/>
                  </a:lnTo>
                  <a:lnTo>
                    <a:pt x="25814" y="1620"/>
                  </a:lnTo>
                  <a:lnTo>
                    <a:pt x="25880" y="1712"/>
                  </a:lnTo>
                  <a:lnTo>
                    <a:pt x="25946" y="1804"/>
                  </a:lnTo>
                  <a:lnTo>
                    <a:pt x="25985" y="1909"/>
                  </a:lnTo>
                  <a:lnTo>
                    <a:pt x="26038" y="2028"/>
                  </a:lnTo>
                  <a:lnTo>
                    <a:pt x="26064" y="2133"/>
                  </a:lnTo>
                  <a:lnTo>
                    <a:pt x="26077" y="2251"/>
                  </a:lnTo>
                  <a:lnTo>
                    <a:pt x="26091" y="2383"/>
                  </a:lnTo>
                  <a:lnTo>
                    <a:pt x="26077" y="2502"/>
                  </a:lnTo>
                  <a:lnTo>
                    <a:pt x="26064" y="2620"/>
                  </a:lnTo>
                  <a:lnTo>
                    <a:pt x="26038" y="2738"/>
                  </a:lnTo>
                  <a:lnTo>
                    <a:pt x="25985" y="2844"/>
                  </a:lnTo>
                  <a:lnTo>
                    <a:pt x="25946" y="2949"/>
                  </a:lnTo>
                  <a:lnTo>
                    <a:pt x="25880" y="3054"/>
                  </a:lnTo>
                  <a:lnTo>
                    <a:pt x="25814" y="3147"/>
                  </a:lnTo>
                  <a:lnTo>
                    <a:pt x="25735" y="3226"/>
                  </a:lnTo>
                  <a:lnTo>
                    <a:pt x="25643" y="3305"/>
                  </a:lnTo>
                  <a:lnTo>
                    <a:pt x="25551" y="3370"/>
                  </a:lnTo>
                  <a:lnTo>
                    <a:pt x="25459" y="3436"/>
                  </a:lnTo>
                  <a:lnTo>
                    <a:pt x="25353" y="3489"/>
                  </a:lnTo>
                  <a:lnTo>
                    <a:pt x="25248" y="3528"/>
                  </a:lnTo>
                  <a:lnTo>
                    <a:pt x="25130" y="3555"/>
                  </a:lnTo>
                  <a:lnTo>
                    <a:pt x="25011" y="3568"/>
                  </a:lnTo>
                  <a:lnTo>
                    <a:pt x="24893" y="3581"/>
                  </a:lnTo>
                  <a:lnTo>
                    <a:pt x="24761" y="3568"/>
                  </a:lnTo>
                  <a:lnTo>
                    <a:pt x="24643" y="3555"/>
                  </a:lnTo>
                  <a:lnTo>
                    <a:pt x="24537" y="3528"/>
                  </a:lnTo>
                  <a:lnTo>
                    <a:pt x="24419" y="3489"/>
                  </a:lnTo>
                  <a:lnTo>
                    <a:pt x="24313" y="3436"/>
                  </a:lnTo>
                  <a:lnTo>
                    <a:pt x="24221" y="3370"/>
                  </a:lnTo>
                  <a:lnTo>
                    <a:pt x="24129" y="3305"/>
                  </a:lnTo>
                  <a:lnTo>
                    <a:pt x="24037" y="3226"/>
                  </a:lnTo>
                  <a:lnTo>
                    <a:pt x="23958" y="3147"/>
                  </a:lnTo>
                  <a:lnTo>
                    <a:pt x="23892" y="3054"/>
                  </a:lnTo>
                  <a:lnTo>
                    <a:pt x="23840" y="2949"/>
                  </a:lnTo>
                  <a:lnTo>
                    <a:pt x="23787" y="2844"/>
                  </a:lnTo>
                  <a:lnTo>
                    <a:pt x="23747" y="2738"/>
                  </a:lnTo>
                  <a:lnTo>
                    <a:pt x="23721" y="2620"/>
                  </a:lnTo>
                  <a:lnTo>
                    <a:pt x="23695" y="2502"/>
                  </a:lnTo>
                  <a:lnTo>
                    <a:pt x="23695" y="2383"/>
                  </a:lnTo>
                  <a:lnTo>
                    <a:pt x="23695" y="2251"/>
                  </a:lnTo>
                  <a:lnTo>
                    <a:pt x="23721" y="2133"/>
                  </a:lnTo>
                  <a:lnTo>
                    <a:pt x="23747" y="2028"/>
                  </a:lnTo>
                  <a:lnTo>
                    <a:pt x="23787" y="1909"/>
                  </a:lnTo>
                  <a:lnTo>
                    <a:pt x="23840" y="1804"/>
                  </a:lnTo>
                  <a:lnTo>
                    <a:pt x="23892" y="1712"/>
                  </a:lnTo>
                  <a:lnTo>
                    <a:pt x="23958" y="1620"/>
                  </a:lnTo>
                  <a:lnTo>
                    <a:pt x="24037" y="1527"/>
                  </a:lnTo>
                  <a:lnTo>
                    <a:pt x="24129" y="1462"/>
                  </a:lnTo>
                  <a:lnTo>
                    <a:pt x="24221" y="1383"/>
                  </a:lnTo>
                  <a:lnTo>
                    <a:pt x="24313" y="1330"/>
                  </a:lnTo>
                  <a:lnTo>
                    <a:pt x="24419" y="1277"/>
                  </a:lnTo>
                  <a:lnTo>
                    <a:pt x="24537" y="1238"/>
                  </a:lnTo>
                  <a:lnTo>
                    <a:pt x="24643" y="1212"/>
                  </a:lnTo>
                  <a:lnTo>
                    <a:pt x="24761" y="1185"/>
                  </a:lnTo>
                  <a:close/>
                  <a:moveTo>
                    <a:pt x="24893" y="0"/>
                  </a:moveTo>
                  <a:lnTo>
                    <a:pt x="24643" y="14"/>
                  </a:lnTo>
                  <a:lnTo>
                    <a:pt x="24406" y="53"/>
                  </a:lnTo>
                  <a:lnTo>
                    <a:pt x="24182" y="106"/>
                  </a:lnTo>
                  <a:lnTo>
                    <a:pt x="23958" y="185"/>
                  </a:lnTo>
                  <a:lnTo>
                    <a:pt x="23761" y="290"/>
                  </a:lnTo>
                  <a:lnTo>
                    <a:pt x="23563" y="409"/>
                  </a:lnTo>
                  <a:lnTo>
                    <a:pt x="23379" y="540"/>
                  </a:lnTo>
                  <a:lnTo>
                    <a:pt x="23208" y="698"/>
                  </a:lnTo>
                  <a:lnTo>
                    <a:pt x="23050" y="869"/>
                  </a:lnTo>
                  <a:lnTo>
                    <a:pt x="22918" y="1054"/>
                  </a:lnTo>
                  <a:lnTo>
                    <a:pt x="22800" y="1251"/>
                  </a:lnTo>
                  <a:lnTo>
                    <a:pt x="22694" y="1448"/>
                  </a:lnTo>
                  <a:lnTo>
                    <a:pt x="22615" y="1672"/>
                  </a:lnTo>
                  <a:lnTo>
                    <a:pt x="22563" y="1896"/>
                  </a:lnTo>
                  <a:lnTo>
                    <a:pt x="22523" y="2133"/>
                  </a:lnTo>
                  <a:lnTo>
                    <a:pt x="22510" y="2383"/>
                  </a:lnTo>
                  <a:lnTo>
                    <a:pt x="22523" y="2581"/>
                  </a:lnTo>
                  <a:lnTo>
                    <a:pt x="22550" y="2791"/>
                  </a:lnTo>
                  <a:lnTo>
                    <a:pt x="22589" y="2975"/>
                  </a:lnTo>
                  <a:lnTo>
                    <a:pt x="22642" y="3173"/>
                  </a:lnTo>
                  <a:lnTo>
                    <a:pt x="22721" y="3357"/>
                  </a:lnTo>
                  <a:lnTo>
                    <a:pt x="22800" y="3528"/>
                  </a:lnTo>
                  <a:lnTo>
                    <a:pt x="22905" y="3686"/>
                  </a:lnTo>
                  <a:lnTo>
                    <a:pt x="23023" y="3844"/>
                  </a:lnTo>
                  <a:lnTo>
                    <a:pt x="23142" y="3989"/>
                  </a:lnTo>
                  <a:lnTo>
                    <a:pt x="23287" y="4134"/>
                  </a:lnTo>
                  <a:lnTo>
                    <a:pt x="23432" y="4252"/>
                  </a:lnTo>
                  <a:lnTo>
                    <a:pt x="23589" y="4371"/>
                  </a:lnTo>
                  <a:lnTo>
                    <a:pt x="23747" y="4463"/>
                  </a:lnTo>
                  <a:lnTo>
                    <a:pt x="23932" y="4555"/>
                  </a:lnTo>
                  <a:lnTo>
                    <a:pt x="24103" y="4621"/>
                  </a:lnTo>
                  <a:lnTo>
                    <a:pt x="24300" y="4687"/>
                  </a:lnTo>
                  <a:lnTo>
                    <a:pt x="24300" y="36977"/>
                  </a:lnTo>
                  <a:lnTo>
                    <a:pt x="0" y="36977"/>
                  </a:lnTo>
                  <a:lnTo>
                    <a:pt x="0" y="56261"/>
                  </a:lnTo>
                  <a:lnTo>
                    <a:pt x="1172" y="56261"/>
                  </a:lnTo>
                  <a:lnTo>
                    <a:pt x="1172" y="38162"/>
                  </a:lnTo>
                  <a:lnTo>
                    <a:pt x="25485" y="38162"/>
                  </a:lnTo>
                  <a:lnTo>
                    <a:pt x="25485" y="4687"/>
                  </a:lnTo>
                  <a:lnTo>
                    <a:pt x="25669" y="4621"/>
                  </a:lnTo>
                  <a:lnTo>
                    <a:pt x="25854" y="4555"/>
                  </a:lnTo>
                  <a:lnTo>
                    <a:pt x="26025" y="4463"/>
                  </a:lnTo>
                  <a:lnTo>
                    <a:pt x="26196" y="4371"/>
                  </a:lnTo>
                  <a:lnTo>
                    <a:pt x="26354" y="4252"/>
                  </a:lnTo>
                  <a:lnTo>
                    <a:pt x="26499" y="4134"/>
                  </a:lnTo>
                  <a:lnTo>
                    <a:pt x="26630" y="3989"/>
                  </a:lnTo>
                  <a:lnTo>
                    <a:pt x="26762" y="3844"/>
                  </a:lnTo>
                  <a:lnTo>
                    <a:pt x="26867" y="3686"/>
                  </a:lnTo>
                  <a:lnTo>
                    <a:pt x="26972" y="3528"/>
                  </a:lnTo>
                  <a:lnTo>
                    <a:pt x="27065" y="3357"/>
                  </a:lnTo>
                  <a:lnTo>
                    <a:pt x="27130" y="3173"/>
                  </a:lnTo>
                  <a:lnTo>
                    <a:pt x="27183" y="2975"/>
                  </a:lnTo>
                  <a:lnTo>
                    <a:pt x="27236" y="2791"/>
                  </a:lnTo>
                  <a:lnTo>
                    <a:pt x="27262" y="2581"/>
                  </a:lnTo>
                  <a:lnTo>
                    <a:pt x="27262" y="2383"/>
                  </a:lnTo>
                  <a:lnTo>
                    <a:pt x="27249" y="2133"/>
                  </a:lnTo>
                  <a:lnTo>
                    <a:pt x="27223" y="1896"/>
                  </a:lnTo>
                  <a:lnTo>
                    <a:pt x="27157" y="1672"/>
                  </a:lnTo>
                  <a:lnTo>
                    <a:pt x="27078" y="1448"/>
                  </a:lnTo>
                  <a:lnTo>
                    <a:pt x="26986" y="1251"/>
                  </a:lnTo>
                  <a:lnTo>
                    <a:pt x="26854" y="1054"/>
                  </a:lnTo>
                  <a:lnTo>
                    <a:pt x="26722" y="869"/>
                  </a:lnTo>
                  <a:lnTo>
                    <a:pt x="26564" y="698"/>
                  </a:lnTo>
                  <a:lnTo>
                    <a:pt x="26406" y="540"/>
                  </a:lnTo>
                  <a:lnTo>
                    <a:pt x="26222" y="409"/>
                  </a:lnTo>
                  <a:lnTo>
                    <a:pt x="26025" y="290"/>
                  </a:lnTo>
                  <a:lnTo>
                    <a:pt x="25814" y="185"/>
                  </a:lnTo>
                  <a:lnTo>
                    <a:pt x="25590" y="106"/>
                  </a:lnTo>
                  <a:lnTo>
                    <a:pt x="25367" y="53"/>
                  </a:lnTo>
                  <a:lnTo>
                    <a:pt x="25130" y="14"/>
                  </a:lnTo>
                  <a:lnTo>
                    <a:pt x="24893"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809;p24">
              <a:extLst>
                <a:ext uri="{FF2B5EF4-FFF2-40B4-BE49-F238E27FC236}">
                  <a16:creationId xmlns:a16="http://schemas.microsoft.com/office/drawing/2014/main" id="{7B9B9CCA-E390-163B-E461-2FE81B236DA3}"/>
                </a:ext>
              </a:extLst>
            </p:cNvPr>
            <p:cNvSpPr/>
            <p:nvPr/>
          </p:nvSpPr>
          <p:spPr>
            <a:xfrm>
              <a:off x="3940300" y="605375"/>
              <a:ext cx="687500" cy="639125"/>
            </a:xfrm>
            <a:custGeom>
              <a:avLst/>
              <a:gdLst/>
              <a:ahLst/>
              <a:cxnLst/>
              <a:rect l="l" t="t" r="r" b="b"/>
              <a:pathLst>
                <a:path w="27500" h="25565" extrusionOk="0">
                  <a:moveTo>
                    <a:pt x="25235" y="1185"/>
                  </a:moveTo>
                  <a:lnTo>
                    <a:pt x="25367" y="1212"/>
                  </a:lnTo>
                  <a:lnTo>
                    <a:pt x="25472" y="1238"/>
                  </a:lnTo>
                  <a:lnTo>
                    <a:pt x="25591" y="1277"/>
                  </a:lnTo>
                  <a:lnTo>
                    <a:pt x="25696" y="1330"/>
                  </a:lnTo>
                  <a:lnTo>
                    <a:pt x="25788" y="1383"/>
                  </a:lnTo>
                  <a:lnTo>
                    <a:pt x="25880" y="1462"/>
                  </a:lnTo>
                  <a:lnTo>
                    <a:pt x="25959" y="1527"/>
                  </a:lnTo>
                  <a:lnTo>
                    <a:pt x="26038" y="1620"/>
                  </a:lnTo>
                  <a:lnTo>
                    <a:pt x="26117" y="1712"/>
                  </a:lnTo>
                  <a:lnTo>
                    <a:pt x="26170" y="1804"/>
                  </a:lnTo>
                  <a:lnTo>
                    <a:pt x="26222" y="1909"/>
                  </a:lnTo>
                  <a:lnTo>
                    <a:pt x="26262" y="2028"/>
                  </a:lnTo>
                  <a:lnTo>
                    <a:pt x="26288" y="2133"/>
                  </a:lnTo>
                  <a:lnTo>
                    <a:pt x="26315" y="2251"/>
                  </a:lnTo>
                  <a:lnTo>
                    <a:pt x="26315" y="2383"/>
                  </a:lnTo>
                  <a:lnTo>
                    <a:pt x="26315" y="2502"/>
                  </a:lnTo>
                  <a:lnTo>
                    <a:pt x="26288" y="2620"/>
                  </a:lnTo>
                  <a:lnTo>
                    <a:pt x="26262" y="2738"/>
                  </a:lnTo>
                  <a:lnTo>
                    <a:pt x="26222" y="2844"/>
                  </a:lnTo>
                  <a:lnTo>
                    <a:pt x="26170" y="2949"/>
                  </a:lnTo>
                  <a:lnTo>
                    <a:pt x="26117" y="3054"/>
                  </a:lnTo>
                  <a:lnTo>
                    <a:pt x="26038" y="3147"/>
                  </a:lnTo>
                  <a:lnTo>
                    <a:pt x="25959" y="3226"/>
                  </a:lnTo>
                  <a:lnTo>
                    <a:pt x="25880" y="3305"/>
                  </a:lnTo>
                  <a:lnTo>
                    <a:pt x="25788" y="3370"/>
                  </a:lnTo>
                  <a:lnTo>
                    <a:pt x="25696" y="3436"/>
                  </a:lnTo>
                  <a:lnTo>
                    <a:pt x="25591" y="3489"/>
                  </a:lnTo>
                  <a:lnTo>
                    <a:pt x="25472" y="3528"/>
                  </a:lnTo>
                  <a:lnTo>
                    <a:pt x="25367" y="3555"/>
                  </a:lnTo>
                  <a:lnTo>
                    <a:pt x="25235" y="3568"/>
                  </a:lnTo>
                  <a:lnTo>
                    <a:pt x="25117" y="3581"/>
                  </a:lnTo>
                  <a:lnTo>
                    <a:pt x="24998" y="3568"/>
                  </a:lnTo>
                  <a:lnTo>
                    <a:pt x="24880" y="3555"/>
                  </a:lnTo>
                  <a:lnTo>
                    <a:pt x="24761" y="3528"/>
                  </a:lnTo>
                  <a:lnTo>
                    <a:pt x="24656" y="3489"/>
                  </a:lnTo>
                  <a:lnTo>
                    <a:pt x="24551" y="3436"/>
                  </a:lnTo>
                  <a:lnTo>
                    <a:pt x="24445" y="3370"/>
                  </a:lnTo>
                  <a:lnTo>
                    <a:pt x="24353" y="3305"/>
                  </a:lnTo>
                  <a:lnTo>
                    <a:pt x="24274" y="3226"/>
                  </a:lnTo>
                  <a:lnTo>
                    <a:pt x="24195" y="3147"/>
                  </a:lnTo>
                  <a:lnTo>
                    <a:pt x="24129" y="3054"/>
                  </a:lnTo>
                  <a:lnTo>
                    <a:pt x="24064" y="2949"/>
                  </a:lnTo>
                  <a:lnTo>
                    <a:pt x="24011" y="2844"/>
                  </a:lnTo>
                  <a:lnTo>
                    <a:pt x="23971" y="2738"/>
                  </a:lnTo>
                  <a:lnTo>
                    <a:pt x="23945" y="2620"/>
                  </a:lnTo>
                  <a:lnTo>
                    <a:pt x="23932" y="2502"/>
                  </a:lnTo>
                  <a:lnTo>
                    <a:pt x="23919" y="2383"/>
                  </a:lnTo>
                  <a:lnTo>
                    <a:pt x="23932" y="2251"/>
                  </a:lnTo>
                  <a:lnTo>
                    <a:pt x="23945" y="2133"/>
                  </a:lnTo>
                  <a:lnTo>
                    <a:pt x="23971" y="2028"/>
                  </a:lnTo>
                  <a:lnTo>
                    <a:pt x="24011" y="1909"/>
                  </a:lnTo>
                  <a:lnTo>
                    <a:pt x="24064" y="1804"/>
                  </a:lnTo>
                  <a:lnTo>
                    <a:pt x="24129" y="1712"/>
                  </a:lnTo>
                  <a:lnTo>
                    <a:pt x="24195" y="1620"/>
                  </a:lnTo>
                  <a:lnTo>
                    <a:pt x="24274" y="1527"/>
                  </a:lnTo>
                  <a:lnTo>
                    <a:pt x="24353" y="1462"/>
                  </a:lnTo>
                  <a:lnTo>
                    <a:pt x="24445" y="1383"/>
                  </a:lnTo>
                  <a:lnTo>
                    <a:pt x="24551" y="1330"/>
                  </a:lnTo>
                  <a:lnTo>
                    <a:pt x="24656" y="1277"/>
                  </a:lnTo>
                  <a:lnTo>
                    <a:pt x="24761" y="1238"/>
                  </a:lnTo>
                  <a:lnTo>
                    <a:pt x="24880" y="1212"/>
                  </a:lnTo>
                  <a:lnTo>
                    <a:pt x="24998" y="1185"/>
                  </a:lnTo>
                  <a:close/>
                  <a:moveTo>
                    <a:pt x="25117" y="0"/>
                  </a:moveTo>
                  <a:lnTo>
                    <a:pt x="24880" y="14"/>
                  </a:lnTo>
                  <a:lnTo>
                    <a:pt x="24643" y="53"/>
                  </a:lnTo>
                  <a:lnTo>
                    <a:pt x="24419" y="106"/>
                  </a:lnTo>
                  <a:lnTo>
                    <a:pt x="24195" y="185"/>
                  </a:lnTo>
                  <a:lnTo>
                    <a:pt x="23985" y="290"/>
                  </a:lnTo>
                  <a:lnTo>
                    <a:pt x="23787" y="409"/>
                  </a:lnTo>
                  <a:lnTo>
                    <a:pt x="23603" y="540"/>
                  </a:lnTo>
                  <a:lnTo>
                    <a:pt x="23432" y="698"/>
                  </a:lnTo>
                  <a:lnTo>
                    <a:pt x="23287" y="869"/>
                  </a:lnTo>
                  <a:lnTo>
                    <a:pt x="23142" y="1054"/>
                  </a:lnTo>
                  <a:lnTo>
                    <a:pt x="23024" y="1251"/>
                  </a:lnTo>
                  <a:lnTo>
                    <a:pt x="22932" y="1448"/>
                  </a:lnTo>
                  <a:lnTo>
                    <a:pt x="22853" y="1672"/>
                  </a:lnTo>
                  <a:lnTo>
                    <a:pt x="22787" y="1896"/>
                  </a:lnTo>
                  <a:lnTo>
                    <a:pt x="22747" y="2133"/>
                  </a:lnTo>
                  <a:lnTo>
                    <a:pt x="22734" y="2383"/>
                  </a:lnTo>
                  <a:lnTo>
                    <a:pt x="22747" y="2581"/>
                  </a:lnTo>
                  <a:lnTo>
                    <a:pt x="22774" y="2791"/>
                  </a:lnTo>
                  <a:lnTo>
                    <a:pt x="22813" y="2975"/>
                  </a:lnTo>
                  <a:lnTo>
                    <a:pt x="22879" y="3173"/>
                  </a:lnTo>
                  <a:lnTo>
                    <a:pt x="22945" y="3357"/>
                  </a:lnTo>
                  <a:lnTo>
                    <a:pt x="23037" y="3528"/>
                  </a:lnTo>
                  <a:lnTo>
                    <a:pt x="23142" y="3686"/>
                  </a:lnTo>
                  <a:lnTo>
                    <a:pt x="23247" y="3844"/>
                  </a:lnTo>
                  <a:lnTo>
                    <a:pt x="23379" y="3989"/>
                  </a:lnTo>
                  <a:lnTo>
                    <a:pt x="23511" y="4134"/>
                  </a:lnTo>
                  <a:lnTo>
                    <a:pt x="23656" y="4252"/>
                  </a:lnTo>
                  <a:lnTo>
                    <a:pt x="23813" y="4371"/>
                  </a:lnTo>
                  <a:lnTo>
                    <a:pt x="23985" y="4463"/>
                  </a:lnTo>
                  <a:lnTo>
                    <a:pt x="24156" y="4555"/>
                  </a:lnTo>
                  <a:lnTo>
                    <a:pt x="24340" y="4621"/>
                  </a:lnTo>
                  <a:lnTo>
                    <a:pt x="24524" y="4687"/>
                  </a:lnTo>
                  <a:lnTo>
                    <a:pt x="24524" y="18535"/>
                  </a:lnTo>
                  <a:lnTo>
                    <a:pt x="1" y="18535"/>
                  </a:lnTo>
                  <a:lnTo>
                    <a:pt x="1" y="25564"/>
                  </a:lnTo>
                  <a:lnTo>
                    <a:pt x="1185" y="25564"/>
                  </a:lnTo>
                  <a:lnTo>
                    <a:pt x="1185" y="19719"/>
                  </a:lnTo>
                  <a:lnTo>
                    <a:pt x="25709" y="19719"/>
                  </a:lnTo>
                  <a:lnTo>
                    <a:pt x="25709" y="4687"/>
                  </a:lnTo>
                  <a:lnTo>
                    <a:pt x="25893" y="4621"/>
                  </a:lnTo>
                  <a:lnTo>
                    <a:pt x="26078" y="4555"/>
                  </a:lnTo>
                  <a:lnTo>
                    <a:pt x="26262" y="4463"/>
                  </a:lnTo>
                  <a:lnTo>
                    <a:pt x="26420" y="4371"/>
                  </a:lnTo>
                  <a:lnTo>
                    <a:pt x="26578" y="4252"/>
                  </a:lnTo>
                  <a:lnTo>
                    <a:pt x="26723" y="4134"/>
                  </a:lnTo>
                  <a:lnTo>
                    <a:pt x="26867" y="3989"/>
                  </a:lnTo>
                  <a:lnTo>
                    <a:pt x="26986" y="3844"/>
                  </a:lnTo>
                  <a:lnTo>
                    <a:pt x="27104" y="3686"/>
                  </a:lnTo>
                  <a:lnTo>
                    <a:pt x="27197" y="3528"/>
                  </a:lnTo>
                  <a:lnTo>
                    <a:pt x="27289" y="3357"/>
                  </a:lnTo>
                  <a:lnTo>
                    <a:pt x="27368" y="3173"/>
                  </a:lnTo>
                  <a:lnTo>
                    <a:pt x="27420" y="2975"/>
                  </a:lnTo>
                  <a:lnTo>
                    <a:pt x="27460" y="2791"/>
                  </a:lnTo>
                  <a:lnTo>
                    <a:pt x="27486" y="2581"/>
                  </a:lnTo>
                  <a:lnTo>
                    <a:pt x="27499" y="2383"/>
                  </a:lnTo>
                  <a:lnTo>
                    <a:pt x="27486" y="2133"/>
                  </a:lnTo>
                  <a:lnTo>
                    <a:pt x="27447" y="1896"/>
                  </a:lnTo>
                  <a:lnTo>
                    <a:pt x="27394" y="1672"/>
                  </a:lnTo>
                  <a:lnTo>
                    <a:pt x="27315" y="1448"/>
                  </a:lnTo>
                  <a:lnTo>
                    <a:pt x="27210" y="1251"/>
                  </a:lnTo>
                  <a:lnTo>
                    <a:pt x="27091" y="1054"/>
                  </a:lnTo>
                  <a:lnTo>
                    <a:pt x="26960" y="869"/>
                  </a:lnTo>
                  <a:lnTo>
                    <a:pt x="26802" y="698"/>
                  </a:lnTo>
                  <a:lnTo>
                    <a:pt x="26630" y="540"/>
                  </a:lnTo>
                  <a:lnTo>
                    <a:pt x="26446" y="409"/>
                  </a:lnTo>
                  <a:lnTo>
                    <a:pt x="26249" y="290"/>
                  </a:lnTo>
                  <a:lnTo>
                    <a:pt x="26038" y="185"/>
                  </a:lnTo>
                  <a:lnTo>
                    <a:pt x="25828" y="106"/>
                  </a:lnTo>
                  <a:lnTo>
                    <a:pt x="25604" y="53"/>
                  </a:lnTo>
                  <a:lnTo>
                    <a:pt x="25367" y="14"/>
                  </a:lnTo>
                  <a:lnTo>
                    <a:pt x="25117"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810;p24">
              <a:extLst>
                <a:ext uri="{FF2B5EF4-FFF2-40B4-BE49-F238E27FC236}">
                  <a16:creationId xmlns:a16="http://schemas.microsoft.com/office/drawing/2014/main" id="{5ED9CFF1-5866-3B05-6582-67F1AEF42E7F}"/>
                </a:ext>
              </a:extLst>
            </p:cNvPr>
            <p:cNvSpPr/>
            <p:nvPr/>
          </p:nvSpPr>
          <p:spPr>
            <a:xfrm>
              <a:off x="4630725" y="784075"/>
              <a:ext cx="118825" cy="460425"/>
            </a:xfrm>
            <a:custGeom>
              <a:avLst/>
              <a:gdLst/>
              <a:ahLst/>
              <a:cxnLst/>
              <a:rect l="l" t="t" r="r" b="b"/>
              <a:pathLst>
                <a:path w="4753" h="18417" extrusionOk="0">
                  <a:moveTo>
                    <a:pt x="2370" y="1185"/>
                  </a:moveTo>
                  <a:lnTo>
                    <a:pt x="2502" y="1198"/>
                  </a:lnTo>
                  <a:lnTo>
                    <a:pt x="2620" y="1211"/>
                  </a:lnTo>
                  <a:lnTo>
                    <a:pt x="2726" y="1238"/>
                  </a:lnTo>
                  <a:lnTo>
                    <a:pt x="2844" y="1277"/>
                  </a:lnTo>
                  <a:lnTo>
                    <a:pt x="2949" y="1330"/>
                  </a:lnTo>
                  <a:lnTo>
                    <a:pt x="3041" y="1396"/>
                  </a:lnTo>
                  <a:lnTo>
                    <a:pt x="3134" y="1461"/>
                  </a:lnTo>
                  <a:lnTo>
                    <a:pt x="3226" y="1540"/>
                  </a:lnTo>
                  <a:lnTo>
                    <a:pt x="3292" y="1619"/>
                  </a:lnTo>
                  <a:lnTo>
                    <a:pt x="3371" y="1712"/>
                  </a:lnTo>
                  <a:lnTo>
                    <a:pt x="3423" y="1817"/>
                  </a:lnTo>
                  <a:lnTo>
                    <a:pt x="3476" y="1922"/>
                  </a:lnTo>
                  <a:lnTo>
                    <a:pt x="3515" y="2027"/>
                  </a:lnTo>
                  <a:lnTo>
                    <a:pt x="3542" y="2146"/>
                  </a:lnTo>
                  <a:lnTo>
                    <a:pt x="3568" y="2264"/>
                  </a:lnTo>
                  <a:lnTo>
                    <a:pt x="3568" y="2383"/>
                  </a:lnTo>
                  <a:lnTo>
                    <a:pt x="3568" y="2501"/>
                  </a:lnTo>
                  <a:lnTo>
                    <a:pt x="3542" y="2620"/>
                  </a:lnTo>
                  <a:lnTo>
                    <a:pt x="3515" y="2738"/>
                  </a:lnTo>
                  <a:lnTo>
                    <a:pt x="3476" y="2844"/>
                  </a:lnTo>
                  <a:lnTo>
                    <a:pt x="3423" y="2949"/>
                  </a:lnTo>
                  <a:lnTo>
                    <a:pt x="3371" y="3054"/>
                  </a:lnTo>
                  <a:lnTo>
                    <a:pt x="3292" y="3146"/>
                  </a:lnTo>
                  <a:lnTo>
                    <a:pt x="3226" y="3225"/>
                  </a:lnTo>
                  <a:lnTo>
                    <a:pt x="3134" y="3304"/>
                  </a:lnTo>
                  <a:lnTo>
                    <a:pt x="3041" y="3370"/>
                  </a:lnTo>
                  <a:lnTo>
                    <a:pt x="2949" y="3436"/>
                  </a:lnTo>
                  <a:lnTo>
                    <a:pt x="2844" y="3489"/>
                  </a:lnTo>
                  <a:lnTo>
                    <a:pt x="2726" y="3528"/>
                  </a:lnTo>
                  <a:lnTo>
                    <a:pt x="2620" y="3554"/>
                  </a:lnTo>
                  <a:lnTo>
                    <a:pt x="2502" y="3581"/>
                  </a:lnTo>
                  <a:lnTo>
                    <a:pt x="2252" y="3581"/>
                  </a:lnTo>
                  <a:lnTo>
                    <a:pt x="2133" y="3554"/>
                  </a:lnTo>
                  <a:lnTo>
                    <a:pt x="2015" y="3528"/>
                  </a:lnTo>
                  <a:lnTo>
                    <a:pt x="1909" y="3489"/>
                  </a:lnTo>
                  <a:lnTo>
                    <a:pt x="1804" y="3436"/>
                  </a:lnTo>
                  <a:lnTo>
                    <a:pt x="1712" y="3370"/>
                  </a:lnTo>
                  <a:lnTo>
                    <a:pt x="1620" y="3304"/>
                  </a:lnTo>
                  <a:lnTo>
                    <a:pt x="1528" y="3225"/>
                  </a:lnTo>
                  <a:lnTo>
                    <a:pt x="1449" y="3146"/>
                  </a:lnTo>
                  <a:lnTo>
                    <a:pt x="1383" y="3054"/>
                  </a:lnTo>
                  <a:lnTo>
                    <a:pt x="1317" y="2949"/>
                  </a:lnTo>
                  <a:lnTo>
                    <a:pt x="1278" y="2844"/>
                  </a:lnTo>
                  <a:lnTo>
                    <a:pt x="1225" y="2738"/>
                  </a:lnTo>
                  <a:lnTo>
                    <a:pt x="1199" y="2620"/>
                  </a:lnTo>
                  <a:lnTo>
                    <a:pt x="1185" y="2501"/>
                  </a:lnTo>
                  <a:lnTo>
                    <a:pt x="1172" y="2383"/>
                  </a:lnTo>
                  <a:lnTo>
                    <a:pt x="1185" y="2264"/>
                  </a:lnTo>
                  <a:lnTo>
                    <a:pt x="1199" y="2146"/>
                  </a:lnTo>
                  <a:lnTo>
                    <a:pt x="1225" y="2027"/>
                  </a:lnTo>
                  <a:lnTo>
                    <a:pt x="1278" y="1922"/>
                  </a:lnTo>
                  <a:lnTo>
                    <a:pt x="1317" y="1817"/>
                  </a:lnTo>
                  <a:lnTo>
                    <a:pt x="1383" y="1712"/>
                  </a:lnTo>
                  <a:lnTo>
                    <a:pt x="1449" y="1619"/>
                  </a:lnTo>
                  <a:lnTo>
                    <a:pt x="1528" y="1540"/>
                  </a:lnTo>
                  <a:lnTo>
                    <a:pt x="1620" y="1461"/>
                  </a:lnTo>
                  <a:lnTo>
                    <a:pt x="1712" y="1396"/>
                  </a:lnTo>
                  <a:lnTo>
                    <a:pt x="1804" y="1330"/>
                  </a:lnTo>
                  <a:lnTo>
                    <a:pt x="1909" y="1277"/>
                  </a:lnTo>
                  <a:lnTo>
                    <a:pt x="2015" y="1238"/>
                  </a:lnTo>
                  <a:lnTo>
                    <a:pt x="2133" y="1211"/>
                  </a:lnTo>
                  <a:lnTo>
                    <a:pt x="2252" y="1198"/>
                  </a:lnTo>
                  <a:lnTo>
                    <a:pt x="2370" y="1185"/>
                  </a:lnTo>
                  <a:close/>
                  <a:moveTo>
                    <a:pt x="2370" y="0"/>
                  </a:moveTo>
                  <a:lnTo>
                    <a:pt x="2133" y="13"/>
                  </a:lnTo>
                  <a:lnTo>
                    <a:pt x="1896" y="53"/>
                  </a:lnTo>
                  <a:lnTo>
                    <a:pt x="1672" y="106"/>
                  </a:lnTo>
                  <a:lnTo>
                    <a:pt x="1449" y="198"/>
                  </a:lnTo>
                  <a:lnTo>
                    <a:pt x="1238" y="290"/>
                  </a:lnTo>
                  <a:lnTo>
                    <a:pt x="1041" y="408"/>
                  </a:lnTo>
                  <a:lnTo>
                    <a:pt x="856" y="553"/>
                  </a:lnTo>
                  <a:lnTo>
                    <a:pt x="698" y="698"/>
                  </a:lnTo>
                  <a:lnTo>
                    <a:pt x="540" y="869"/>
                  </a:lnTo>
                  <a:lnTo>
                    <a:pt x="409" y="1053"/>
                  </a:lnTo>
                  <a:lnTo>
                    <a:pt x="277" y="1251"/>
                  </a:lnTo>
                  <a:lnTo>
                    <a:pt x="185" y="1461"/>
                  </a:lnTo>
                  <a:lnTo>
                    <a:pt x="106" y="1672"/>
                  </a:lnTo>
                  <a:lnTo>
                    <a:pt x="40" y="1909"/>
                  </a:lnTo>
                  <a:lnTo>
                    <a:pt x="14" y="2146"/>
                  </a:lnTo>
                  <a:lnTo>
                    <a:pt x="1" y="2383"/>
                  </a:lnTo>
                  <a:lnTo>
                    <a:pt x="1" y="2593"/>
                  </a:lnTo>
                  <a:lnTo>
                    <a:pt x="27" y="2791"/>
                  </a:lnTo>
                  <a:lnTo>
                    <a:pt x="80" y="2988"/>
                  </a:lnTo>
                  <a:lnTo>
                    <a:pt x="132" y="3173"/>
                  </a:lnTo>
                  <a:lnTo>
                    <a:pt x="198" y="3357"/>
                  </a:lnTo>
                  <a:lnTo>
                    <a:pt x="290" y="3528"/>
                  </a:lnTo>
                  <a:lnTo>
                    <a:pt x="396" y="3699"/>
                  </a:lnTo>
                  <a:lnTo>
                    <a:pt x="501" y="3857"/>
                  </a:lnTo>
                  <a:lnTo>
                    <a:pt x="633" y="4002"/>
                  </a:lnTo>
                  <a:lnTo>
                    <a:pt x="764" y="4134"/>
                  </a:lnTo>
                  <a:lnTo>
                    <a:pt x="909" y="4265"/>
                  </a:lnTo>
                  <a:lnTo>
                    <a:pt x="1067" y="4371"/>
                  </a:lnTo>
                  <a:lnTo>
                    <a:pt x="1238" y="4476"/>
                  </a:lnTo>
                  <a:lnTo>
                    <a:pt x="1409" y="4555"/>
                  </a:lnTo>
                  <a:lnTo>
                    <a:pt x="1594" y="4634"/>
                  </a:lnTo>
                  <a:lnTo>
                    <a:pt x="1778" y="4686"/>
                  </a:lnTo>
                  <a:lnTo>
                    <a:pt x="1778" y="18416"/>
                  </a:lnTo>
                  <a:lnTo>
                    <a:pt x="2963" y="18416"/>
                  </a:lnTo>
                  <a:lnTo>
                    <a:pt x="2963" y="4686"/>
                  </a:lnTo>
                  <a:lnTo>
                    <a:pt x="3160" y="4634"/>
                  </a:lnTo>
                  <a:lnTo>
                    <a:pt x="3331" y="4555"/>
                  </a:lnTo>
                  <a:lnTo>
                    <a:pt x="3515" y="4476"/>
                  </a:lnTo>
                  <a:lnTo>
                    <a:pt x="3673" y="4371"/>
                  </a:lnTo>
                  <a:lnTo>
                    <a:pt x="3831" y="4265"/>
                  </a:lnTo>
                  <a:lnTo>
                    <a:pt x="3976" y="4134"/>
                  </a:lnTo>
                  <a:lnTo>
                    <a:pt x="4121" y="4002"/>
                  </a:lnTo>
                  <a:lnTo>
                    <a:pt x="4239" y="3857"/>
                  </a:lnTo>
                  <a:lnTo>
                    <a:pt x="4358" y="3699"/>
                  </a:lnTo>
                  <a:lnTo>
                    <a:pt x="4463" y="3528"/>
                  </a:lnTo>
                  <a:lnTo>
                    <a:pt x="4542" y="3357"/>
                  </a:lnTo>
                  <a:lnTo>
                    <a:pt x="4621" y="3173"/>
                  </a:lnTo>
                  <a:lnTo>
                    <a:pt x="4674" y="2988"/>
                  </a:lnTo>
                  <a:lnTo>
                    <a:pt x="4713" y="2791"/>
                  </a:lnTo>
                  <a:lnTo>
                    <a:pt x="4740" y="2593"/>
                  </a:lnTo>
                  <a:lnTo>
                    <a:pt x="4753" y="2383"/>
                  </a:lnTo>
                  <a:lnTo>
                    <a:pt x="4740" y="2146"/>
                  </a:lnTo>
                  <a:lnTo>
                    <a:pt x="4700" y="1909"/>
                  </a:lnTo>
                  <a:lnTo>
                    <a:pt x="4647" y="1672"/>
                  </a:lnTo>
                  <a:lnTo>
                    <a:pt x="4568" y="1461"/>
                  </a:lnTo>
                  <a:lnTo>
                    <a:pt x="4463" y="1251"/>
                  </a:lnTo>
                  <a:lnTo>
                    <a:pt x="4345" y="1053"/>
                  </a:lnTo>
                  <a:lnTo>
                    <a:pt x="4213" y="869"/>
                  </a:lnTo>
                  <a:lnTo>
                    <a:pt x="4055" y="698"/>
                  </a:lnTo>
                  <a:lnTo>
                    <a:pt x="3884" y="553"/>
                  </a:lnTo>
                  <a:lnTo>
                    <a:pt x="3700" y="408"/>
                  </a:lnTo>
                  <a:lnTo>
                    <a:pt x="3502" y="290"/>
                  </a:lnTo>
                  <a:lnTo>
                    <a:pt x="3305" y="198"/>
                  </a:lnTo>
                  <a:lnTo>
                    <a:pt x="3081" y="106"/>
                  </a:lnTo>
                  <a:lnTo>
                    <a:pt x="2857" y="53"/>
                  </a:lnTo>
                  <a:lnTo>
                    <a:pt x="2620" y="13"/>
                  </a:lnTo>
                  <a:lnTo>
                    <a:pt x="2370"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811;p24">
              <a:extLst>
                <a:ext uri="{FF2B5EF4-FFF2-40B4-BE49-F238E27FC236}">
                  <a16:creationId xmlns:a16="http://schemas.microsoft.com/office/drawing/2014/main" id="{2C5BAC26-3A7C-012F-2A40-D869CFA3BCE6}"/>
                </a:ext>
              </a:extLst>
            </p:cNvPr>
            <p:cNvSpPr/>
            <p:nvPr/>
          </p:nvSpPr>
          <p:spPr>
            <a:xfrm>
              <a:off x="4760725" y="784075"/>
              <a:ext cx="118825" cy="460425"/>
            </a:xfrm>
            <a:custGeom>
              <a:avLst/>
              <a:gdLst/>
              <a:ahLst/>
              <a:cxnLst/>
              <a:rect l="l" t="t" r="r" b="b"/>
              <a:pathLst>
                <a:path w="4753" h="18417" extrusionOk="0">
                  <a:moveTo>
                    <a:pt x="2370" y="1185"/>
                  </a:moveTo>
                  <a:lnTo>
                    <a:pt x="2501" y="1198"/>
                  </a:lnTo>
                  <a:lnTo>
                    <a:pt x="2620" y="1211"/>
                  </a:lnTo>
                  <a:lnTo>
                    <a:pt x="2725" y="1238"/>
                  </a:lnTo>
                  <a:lnTo>
                    <a:pt x="2844" y="1277"/>
                  </a:lnTo>
                  <a:lnTo>
                    <a:pt x="2949" y="1330"/>
                  </a:lnTo>
                  <a:lnTo>
                    <a:pt x="3041" y="1396"/>
                  </a:lnTo>
                  <a:lnTo>
                    <a:pt x="3133" y="1461"/>
                  </a:lnTo>
                  <a:lnTo>
                    <a:pt x="3225" y="1540"/>
                  </a:lnTo>
                  <a:lnTo>
                    <a:pt x="3304" y="1619"/>
                  </a:lnTo>
                  <a:lnTo>
                    <a:pt x="3370" y="1712"/>
                  </a:lnTo>
                  <a:lnTo>
                    <a:pt x="3423" y="1817"/>
                  </a:lnTo>
                  <a:lnTo>
                    <a:pt x="3475" y="1922"/>
                  </a:lnTo>
                  <a:lnTo>
                    <a:pt x="3515" y="2027"/>
                  </a:lnTo>
                  <a:lnTo>
                    <a:pt x="3554" y="2146"/>
                  </a:lnTo>
                  <a:lnTo>
                    <a:pt x="3568" y="2264"/>
                  </a:lnTo>
                  <a:lnTo>
                    <a:pt x="3568" y="2383"/>
                  </a:lnTo>
                  <a:lnTo>
                    <a:pt x="3568" y="2501"/>
                  </a:lnTo>
                  <a:lnTo>
                    <a:pt x="3554" y="2620"/>
                  </a:lnTo>
                  <a:lnTo>
                    <a:pt x="3515" y="2738"/>
                  </a:lnTo>
                  <a:lnTo>
                    <a:pt x="3475" y="2844"/>
                  </a:lnTo>
                  <a:lnTo>
                    <a:pt x="3423" y="2949"/>
                  </a:lnTo>
                  <a:lnTo>
                    <a:pt x="3370" y="3054"/>
                  </a:lnTo>
                  <a:lnTo>
                    <a:pt x="3304" y="3146"/>
                  </a:lnTo>
                  <a:lnTo>
                    <a:pt x="3225" y="3225"/>
                  </a:lnTo>
                  <a:lnTo>
                    <a:pt x="3133" y="3304"/>
                  </a:lnTo>
                  <a:lnTo>
                    <a:pt x="3041" y="3370"/>
                  </a:lnTo>
                  <a:lnTo>
                    <a:pt x="2949" y="3436"/>
                  </a:lnTo>
                  <a:lnTo>
                    <a:pt x="2844" y="3489"/>
                  </a:lnTo>
                  <a:lnTo>
                    <a:pt x="2725" y="3528"/>
                  </a:lnTo>
                  <a:lnTo>
                    <a:pt x="2620" y="3554"/>
                  </a:lnTo>
                  <a:lnTo>
                    <a:pt x="2501" y="3581"/>
                  </a:lnTo>
                  <a:lnTo>
                    <a:pt x="2251" y="3581"/>
                  </a:lnTo>
                  <a:lnTo>
                    <a:pt x="2133" y="3554"/>
                  </a:lnTo>
                  <a:lnTo>
                    <a:pt x="2014" y="3528"/>
                  </a:lnTo>
                  <a:lnTo>
                    <a:pt x="1909" y="3489"/>
                  </a:lnTo>
                  <a:lnTo>
                    <a:pt x="1804" y="3436"/>
                  </a:lnTo>
                  <a:lnTo>
                    <a:pt x="1712" y="3370"/>
                  </a:lnTo>
                  <a:lnTo>
                    <a:pt x="1619" y="3304"/>
                  </a:lnTo>
                  <a:lnTo>
                    <a:pt x="1527" y="3225"/>
                  </a:lnTo>
                  <a:lnTo>
                    <a:pt x="1448" y="3146"/>
                  </a:lnTo>
                  <a:lnTo>
                    <a:pt x="1382" y="3054"/>
                  </a:lnTo>
                  <a:lnTo>
                    <a:pt x="1317" y="2949"/>
                  </a:lnTo>
                  <a:lnTo>
                    <a:pt x="1277" y="2844"/>
                  </a:lnTo>
                  <a:lnTo>
                    <a:pt x="1238" y="2738"/>
                  </a:lnTo>
                  <a:lnTo>
                    <a:pt x="1198" y="2620"/>
                  </a:lnTo>
                  <a:lnTo>
                    <a:pt x="1185" y="2501"/>
                  </a:lnTo>
                  <a:lnTo>
                    <a:pt x="1172" y="2383"/>
                  </a:lnTo>
                  <a:lnTo>
                    <a:pt x="1185" y="2264"/>
                  </a:lnTo>
                  <a:lnTo>
                    <a:pt x="1198" y="2146"/>
                  </a:lnTo>
                  <a:lnTo>
                    <a:pt x="1238" y="2027"/>
                  </a:lnTo>
                  <a:lnTo>
                    <a:pt x="1277" y="1922"/>
                  </a:lnTo>
                  <a:lnTo>
                    <a:pt x="1317" y="1817"/>
                  </a:lnTo>
                  <a:lnTo>
                    <a:pt x="1382" y="1712"/>
                  </a:lnTo>
                  <a:lnTo>
                    <a:pt x="1448" y="1619"/>
                  </a:lnTo>
                  <a:lnTo>
                    <a:pt x="1527" y="1540"/>
                  </a:lnTo>
                  <a:lnTo>
                    <a:pt x="1619" y="1461"/>
                  </a:lnTo>
                  <a:lnTo>
                    <a:pt x="1712" y="1396"/>
                  </a:lnTo>
                  <a:lnTo>
                    <a:pt x="1804" y="1330"/>
                  </a:lnTo>
                  <a:lnTo>
                    <a:pt x="1909" y="1277"/>
                  </a:lnTo>
                  <a:lnTo>
                    <a:pt x="2014" y="1238"/>
                  </a:lnTo>
                  <a:lnTo>
                    <a:pt x="2133" y="1211"/>
                  </a:lnTo>
                  <a:lnTo>
                    <a:pt x="2251" y="1198"/>
                  </a:lnTo>
                  <a:lnTo>
                    <a:pt x="2370" y="1185"/>
                  </a:lnTo>
                  <a:close/>
                  <a:moveTo>
                    <a:pt x="2370" y="0"/>
                  </a:moveTo>
                  <a:lnTo>
                    <a:pt x="2133" y="13"/>
                  </a:lnTo>
                  <a:lnTo>
                    <a:pt x="1896" y="53"/>
                  </a:lnTo>
                  <a:lnTo>
                    <a:pt x="1672" y="106"/>
                  </a:lnTo>
                  <a:lnTo>
                    <a:pt x="1448" y="198"/>
                  </a:lnTo>
                  <a:lnTo>
                    <a:pt x="1238" y="290"/>
                  </a:lnTo>
                  <a:lnTo>
                    <a:pt x="1040" y="408"/>
                  </a:lnTo>
                  <a:lnTo>
                    <a:pt x="869" y="553"/>
                  </a:lnTo>
                  <a:lnTo>
                    <a:pt x="698" y="698"/>
                  </a:lnTo>
                  <a:lnTo>
                    <a:pt x="540" y="869"/>
                  </a:lnTo>
                  <a:lnTo>
                    <a:pt x="408" y="1053"/>
                  </a:lnTo>
                  <a:lnTo>
                    <a:pt x="290" y="1251"/>
                  </a:lnTo>
                  <a:lnTo>
                    <a:pt x="185" y="1461"/>
                  </a:lnTo>
                  <a:lnTo>
                    <a:pt x="106" y="1672"/>
                  </a:lnTo>
                  <a:lnTo>
                    <a:pt x="40" y="1909"/>
                  </a:lnTo>
                  <a:lnTo>
                    <a:pt x="13" y="2146"/>
                  </a:lnTo>
                  <a:lnTo>
                    <a:pt x="0" y="2383"/>
                  </a:lnTo>
                  <a:lnTo>
                    <a:pt x="0" y="2593"/>
                  </a:lnTo>
                  <a:lnTo>
                    <a:pt x="27" y="2791"/>
                  </a:lnTo>
                  <a:lnTo>
                    <a:pt x="79" y="2988"/>
                  </a:lnTo>
                  <a:lnTo>
                    <a:pt x="132" y="3173"/>
                  </a:lnTo>
                  <a:lnTo>
                    <a:pt x="211" y="3357"/>
                  </a:lnTo>
                  <a:lnTo>
                    <a:pt x="290" y="3528"/>
                  </a:lnTo>
                  <a:lnTo>
                    <a:pt x="395" y="3699"/>
                  </a:lnTo>
                  <a:lnTo>
                    <a:pt x="501" y="3857"/>
                  </a:lnTo>
                  <a:lnTo>
                    <a:pt x="632" y="4002"/>
                  </a:lnTo>
                  <a:lnTo>
                    <a:pt x="764" y="4134"/>
                  </a:lnTo>
                  <a:lnTo>
                    <a:pt x="922" y="4265"/>
                  </a:lnTo>
                  <a:lnTo>
                    <a:pt x="1067" y="4371"/>
                  </a:lnTo>
                  <a:lnTo>
                    <a:pt x="1238" y="4476"/>
                  </a:lnTo>
                  <a:lnTo>
                    <a:pt x="1409" y="4555"/>
                  </a:lnTo>
                  <a:lnTo>
                    <a:pt x="1593" y="4634"/>
                  </a:lnTo>
                  <a:lnTo>
                    <a:pt x="1791" y="4686"/>
                  </a:lnTo>
                  <a:lnTo>
                    <a:pt x="1791" y="18416"/>
                  </a:lnTo>
                  <a:lnTo>
                    <a:pt x="2962" y="18416"/>
                  </a:lnTo>
                  <a:lnTo>
                    <a:pt x="2962" y="4686"/>
                  </a:lnTo>
                  <a:lnTo>
                    <a:pt x="3160" y="4634"/>
                  </a:lnTo>
                  <a:lnTo>
                    <a:pt x="3344" y="4555"/>
                  </a:lnTo>
                  <a:lnTo>
                    <a:pt x="3515" y="4476"/>
                  </a:lnTo>
                  <a:lnTo>
                    <a:pt x="3673" y="4371"/>
                  </a:lnTo>
                  <a:lnTo>
                    <a:pt x="3831" y="4265"/>
                  </a:lnTo>
                  <a:lnTo>
                    <a:pt x="3989" y="4134"/>
                  </a:lnTo>
                  <a:lnTo>
                    <a:pt x="4120" y="4002"/>
                  </a:lnTo>
                  <a:lnTo>
                    <a:pt x="4239" y="3857"/>
                  </a:lnTo>
                  <a:lnTo>
                    <a:pt x="4357" y="3699"/>
                  </a:lnTo>
                  <a:lnTo>
                    <a:pt x="4463" y="3528"/>
                  </a:lnTo>
                  <a:lnTo>
                    <a:pt x="4542" y="3357"/>
                  </a:lnTo>
                  <a:lnTo>
                    <a:pt x="4621" y="3173"/>
                  </a:lnTo>
                  <a:lnTo>
                    <a:pt x="4673" y="2988"/>
                  </a:lnTo>
                  <a:lnTo>
                    <a:pt x="4713" y="2791"/>
                  </a:lnTo>
                  <a:lnTo>
                    <a:pt x="4739" y="2593"/>
                  </a:lnTo>
                  <a:lnTo>
                    <a:pt x="4752" y="2383"/>
                  </a:lnTo>
                  <a:lnTo>
                    <a:pt x="4739" y="2146"/>
                  </a:lnTo>
                  <a:lnTo>
                    <a:pt x="4700" y="1909"/>
                  </a:lnTo>
                  <a:lnTo>
                    <a:pt x="4647" y="1672"/>
                  </a:lnTo>
                  <a:lnTo>
                    <a:pt x="4568" y="1461"/>
                  </a:lnTo>
                  <a:lnTo>
                    <a:pt x="4463" y="1251"/>
                  </a:lnTo>
                  <a:lnTo>
                    <a:pt x="4344" y="1053"/>
                  </a:lnTo>
                  <a:lnTo>
                    <a:pt x="4213" y="869"/>
                  </a:lnTo>
                  <a:lnTo>
                    <a:pt x="4055" y="698"/>
                  </a:lnTo>
                  <a:lnTo>
                    <a:pt x="3884" y="553"/>
                  </a:lnTo>
                  <a:lnTo>
                    <a:pt x="3699" y="408"/>
                  </a:lnTo>
                  <a:lnTo>
                    <a:pt x="3502" y="290"/>
                  </a:lnTo>
                  <a:lnTo>
                    <a:pt x="3304" y="198"/>
                  </a:lnTo>
                  <a:lnTo>
                    <a:pt x="3081" y="106"/>
                  </a:lnTo>
                  <a:lnTo>
                    <a:pt x="2857" y="53"/>
                  </a:lnTo>
                  <a:lnTo>
                    <a:pt x="2620" y="13"/>
                  </a:lnTo>
                  <a:lnTo>
                    <a:pt x="2370"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812;p24">
              <a:extLst>
                <a:ext uri="{FF2B5EF4-FFF2-40B4-BE49-F238E27FC236}">
                  <a16:creationId xmlns:a16="http://schemas.microsoft.com/office/drawing/2014/main" id="{7DF70892-FFB7-B707-3C7D-A720DDF72D38}"/>
                </a:ext>
              </a:extLst>
            </p:cNvPr>
            <p:cNvSpPr/>
            <p:nvPr/>
          </p:nvSpPr>
          <p:spPr>
            <a:xfrm>
              <a:off x="2939550" y="694875"/>
              <a:ext cx="1050800" cy="1344350"/>
            </a:xfrm>
            <a:custGeom>
              <a:avLst/>
              <a:gdLst/>
              <a:ahLst/>
              <a:cxnLst/>
              <a:rect l="l" t="t" r="r" b="b"/>
              <a:pathLst>
                <a:path w="42032" h="53774" extrusionOk="0">
                  <a:moveTo>
                    <a:pt x="39649" y="1173"/>
                  </a:moveTo>
                  <a:lnTo>
                    <a:pt x="39767" y="1186"/>
                  </a:lnTo>
                  <a:lnTo>
                    <a:pt x="39886" y="1199"/>
                  </a:lnTo>
                  <a:lnTo>
                    <a:pt x="40004" y="1238"/>
                  </a:lnTo>
                  <a:lnTo>
                    <a:pt x="40123" y="1278"/>
                  </a:lnTo>
                  <a:lnTo>
                    <a:pt x="40228" y="1317"/>
                  </a:lnTo>
                  <a:lnTo>
                    <a:pt x="40320" y="1383"/>
                  </a:lnTo>
                  <a:lnTo>
                    <a:pt x="40412" y="1449"/>
                  </a:lnTo>
                  <a:lnTo>
                    <a:pt x="40491" y="1528"/>
                  </a:lnTo>
                  <a:lnTo>
                    <a:pt x="40570" y="1620"/>
                  </a:lnTo>
                  <a:lnTo>
                    <a:pt x="40649" y="1712"/>
                  </a:lnTo>
                  <a:lnTo>
                    <a:pt x="40702" y="1804"/>
                  </a:lnTo>
                  <a:lnTo>
                    <a:pt x="40755" y="1910"/>
                  </a:lnTo>
                  <a:lnTo>
                    <a:pt x="40794" y="2015"/>
                  </a:lnTo>
                  <a:lnTo>
                    <a:pt x="40821" y="2133"/>
                  </a:lnTo>
                  <a:lnTo>
                    <a:pt x="40847" y="2252"/>
                  </a:lnTo>
                  <a:lnTo>
                    <a:pt x="40847" y="2370"/>
                  </a:lnTo>
                  <a:lnTo>
                    <a:pt x="40847" y="2502"/>
                  </a:lnTo>
                  <a:lnTo>
                    <a:pt x="40821" y="2620"/>
                  </a:lnTo>
                  <a:lnTo>
                    <a:pt x="40794" y="2726"/>
                  </a:lnTo>
                  <a:lnTo>
                    <a:pt x="40755" y="2844"/>
                  </a:lnTo>
                  <a:lnTo>
                    <a:pt x="40702" y="2950"/>
                  </a:lnTo>
                  <a:lnTo>
                    <a:pt x="40649" y="3042"/>
                  </a:lnTo>
                  <a:lnTo>
                    <a:pt x="40570" y="3134"/>
                  </a:lnTo>
                  <a:lnTo>
                    <a:pt x="40491" y="3226"/>
                  </a:lnTo>
                  <a:lnTo>
                    <a:pt x="40412" y="3305"/>
                  </a:lnTo>
                  <a:lnTo>
                    <a:pt x="40320" y="3371"/>
                  </a:lnTo>
                  <a:lnTo>
                    <a:pt x="40228" y="3423"/>
                  </a:lnTo>
                  <a:lnTo>
                    <a:pt x="40123" y="3476"/>
                  </a:lnTo>
                  <a:lnTo>
                    <a:pt x="40004" y="3516"/>
                  </a:lnTo>
                  <a:lnTo>
                    <a:pt x="39886" y="3555"/>
                  </a:lnTo>
                  <a:lnTo>
                    <a:pt x="39767" y="3568"/>
                  </a:lnTo>
                  <a:lnTo>
                    <a:pt x="39531" y="3568"/>
                  </a:lnTo>
                  <a:lnTo>
                    <a:pt x="39412" y="3555"/>
                  </a:lnTo>
                  <a:lnTo>
                    <a:pt x="39294" y="3516"/>
                  </a:lnTo>
                  <a:lnTo>
                    <a:pt x="39188" y="3476"/>
                  </a:lnTo>
                  <a:lnTo>
                    <a:pt x="39083" y="3423"/>
                  </a:lnTo>
                  <a:lnTo>
                    <a:pt x="38978" y="3371"/>
                  </a:lnTo>
                  <a:lnTo>
                    <a:pt x="38886" y="3305"/>
                  </a:lnTo>
                  <a:lnTo>
                    <a:pt x="38807" y="3226"/>
                  </a:lnTo>
                  <a:lnTo>
                    <a:pt x="38728" y="3134"/>
                  </a:lnTo>
                  <a:lnTo>
                    <a:pt x="38662" y="3042"/>
                  </a:lnTo>
                  <a:lnTo>
                    <a:pt x="38596" y="2950"/>
                  </a:lnTo>
                  <a:lnTo>
                    <a:pt x="38543" y="2844"/>
                  </a:lnTo>
                  <a:lnTo>
                    <a:pt x="38504" y="2726"/>
                  </a:lnTo>
                  <a:lnTo>
                    <a:pt x="38477" y="2620"/>
                  </a:lnTo>
                  <a:lnTo>
                    <a:pt x="38464" y="2502"/>
                  </a:lnTo>
                  <a:lnTo>
                    <a:pt x="38451" y="2370"/>
                  </a:lnTo>
                  <a:lnTo>
                    <a:pt x="38464" y="2252"/>
                  </a:lnTo>
                  <a:lnTo>
                    <a:pt x="38477" y="2133"/>
                  </a:lnTo>
                  <a:lnTo>
                    <a:pt x="38504" y="2015"/>
                  </a:lnTo>
                  <a:lnTo>
                    <a:pt x="38543" y="1910"/>
                  </a:lnTo>
                  <a:lnTo>
                    <a:pt x="38596" y="1804"/>
                  </a:lnTo>
                  <a:lnTo>
                    <a:pt x="38662" y="1712"/>
                  </a:lnTo>
                  <a:lnTo>
                    <a:pt x="38728" y="1620"/>
                  </a:lnTo>
                  <a:lnTo>
                    <a:pt x="38807" y="1528"/>
                  </a:lnTo>
                  <a:lnTo>
                    <a:pt x="38886" y="1449"/>
                  </a:lnTo>
                  <a:lnTo>
                    <a:pt x="38978" y="1383"/>
                  </a:lnTo>
                  <a:lnTo>
                    <a:pt x="39083" y="1317"/>
                  </a:lnTo>
                  <a:lnTo>
                    <a:pt x="39188" y="1278"/>
                  </a:lnTo>
                  <a:lnTo>
                    <a:pt x="39294" y="1238"/>
                  </a:lnTo>
                  <a:lnTo>
                    <a:pt x="39412" y="1199"/>
                  </a:lnTo>
                  <a:lnTo>
                    <a:pt x="39531" y="1186"/>
                  </a:lnTo>
                  <a:lnTo>
                    <a:pt x="39649" y="1173"/>
                  </a:lnTo>
                  <a:close/>
                  <a:moveTo>
                    <a:pt x="39649" y="1"/>
                  </a:moveTo>
                  <a:lnTo>
                    <a:pt x="39412" y="14"/>
                  </a:lnTo>
                  <a:lnTo>
                    <a:pt x="39175" y="40"/>
                  </a:lnTo>
                  <a:lnTo>
                    <a:pt x="38951" y="106"/>
                  </a:lnTo>
                  <a:lnTo>
                    <a:pt x="38728" y="185"/>
                  </a:lnTo>
                  <a:lnTo>
                    <a:pt x="38517" y="291"/>
                  </a:lnTo>
                  <a:lnTo>
                    <a:pt x="38319" y="409"/>
                  </a:lnTo>
                  <a:lnTo>
                    <a:pt x="38135" y="541"/>
                  </a:lnTo>
                  <a:lnTo>
                    <a:pt x="37964" y="699"/>
                  </a:lnTo>
                  <a:lnTo>
                    <a:pt x="37819" y="870"/>
                  </a:lnTo>
                  <a:lnTo>
                    <a:pt x="37674" y="1041"/>
                  </a:lnTo>
                  <a:lnTo>
                    <a:pt x="37556" y="1238"/>
                  </a:lnTo>
                  <a:lnTo>
                    <a:pt x="37464" y="1449"/>
                  </a:lnTo>
                  <a:lnTo>
                    <a:pt x="37385" y="1673"/>
                  </a:lnTo>
                  <a:lnTo>
                    <a:pt x="37319" y="1897"/>
                  </a:lnTo>
                  <a:lnTo>
                    <a:pt x="37280" y="2133"/>
                  </a:lnTo>
                  <a:lnTo>
                    <a:pt x="37266" y="2370"/>
                  </a:lnTo>
                  <a:lnTo>
                    <a:pt x="37280" y="2607"/>
                  </a:lnTo>
                  <a:lnTo>
                    <a:pt x="37319" y="2844"/>
                  </a:lnTo>
                  <a:lnTo>
                    <a:pt x="37372" y="3068"/>
                  </a:lnTo>
                  <a:lnTo>
                    <a:pt x="37451" y="3279"/>
                  </a:lnTo>
                  <a:lnTo>
                    <a:pt x="25156" y="12717"/>
                  </a:lnTo>
                  <a:lnTo>
                    <a:pt x="25156" y="41308"/>
                  </a:lnTo>
                  <a:lnTo>
                    <a:pt x="1" y="41308"/>
                  </a:lnTo>
                  <a:lnTo>
                    <a:pt x="1" y="53774"/>
                  </a:lnTo>
                  <a:lnTo>
                    <a:pt x="1185" y="53774"/>
                  </a:lnTo>
                  <a:lnTo>
                    <a:pt x="1185" y="42493"/>
                  </a:lnTo>
                  <a:lnTo>
                    <a:pt x="26328" y="42493"/>
                  </a:lnTo>
                  <a:lnTo>
                    <a:pt x="26328" y="13296"/>
                  </a:lnTo>
                  <a:lnTo>
                    <a:pt x="38162" y="4226"/>
                  </a:lnTo>
                  <a:lnTo>
                    <a:pt x="38319" y="4345"/>
                  </a:lnTo>
                  <a:lnTo>
                    <a:pt x="38491" y="4450"/>
                  </a:lnTo>
                  <a:lnTo>
                    <a:pt x="38662" y="4542"/>
                  </a:lnTo>
                  <a:lnTo>
                    <a:pt x="38846" y="4608"/>
                  </a:lnTo>
                  <a:lnTo>
                    <a:pt x="39043" y="4674"/>
                  </a:lnTo>
                  <a:lnTo>
                    <a:pt x="39241" y="4713"/>
                  </a:lnTo>
                  <a:lnTo>
                    <a:pt x="39438" y="4740"/>
                  </a:lnTo>
                  <a:lnTo>
                    <a:pt x="39649" y="4753"/>
                  </a:lnTo>
                  <a:lnTo>
                    <a:pt x="39899" y="4740"/>
                  </a:lnTo>
                  <a:lnTo>
                    <a:pt x="40136" y="4700"/>
                  </a:lnTo>
                  <a:lnTo>
                    <a:pt x="40360" y="4648"/>
                  </a:lnTo>
                  <a:lnTo>
                    <a:pt x="40570" y="4569"/>
                  </a:lnTo>
                  <a:lnTo>
                    <a:pt x="40781" y="4463"/>
                  </a:lnTo>
                  <a:lnTo>
                    <a:pt x="40979" y="4345"/>
                  </a:lnTo>
                  <a:lnTo>
                    <a:pt x="41163" y="4213"/>
                  </a:lnTo>
                  <a:lnTo>
                    <a:pt x="41334" y="4055"/>
                  </a:lnTo>
                  <a:lnTo>
                    <a:pt x="41492" y="3884"/>
                  </a:lnTo>
                  <a:lnTo>
                    <a:pt x="41624" y="3700"/>
                  </a:lnTo>
                  <a:lnTo>
                    <a:pt x="41742" y="3502"/>
                  </a:lnTo>
                  <a:lnTo>
                    <a:pt x="41847" y="3305"/>
                  </a:lnTo>
                  <a:lnTo>
                    <a:pt x="41926" y="3081"/>
                  </a:lnTo>
                  <a:lnTo>
                    <a:pt x="41979" y="2857"/>
                  </a:lnTo>
                  <a:lnTo>
                    <a:pt x="42018" y="2620"/>
                  </a:lnTo>
                  <a:lnTo>
                    <a:pt x="42032" y="2370"/>
                  </a:lnTo>
                  <a:lnTo>
                    <a:pt x="42018" y="2133"/>
                  </a:lnTo>
                  <a:lnTo>
                    <a:pt x="41979" y="1897"/>
                  </a:lnTo>
                  <a:lnTo>
                    <a:pt x="41926" y="1673"/>
                  </a:lnTo>
                  <a:lnTo>
                    <a:pt x="41847" y="1449"/>
                  </a:lnTo>
                  <a:lnTo>
                    <a:pt x="41742" y="1238"/>
                  </a:lnTo>
                  <a:lnTo>
                    <a:pt x="41624" y="1041"/>
                  </a:lnTo>
                  <a:lnTo>
                    <a:pt x="41492" y="870"/>
                  </a:lnTo>
                  <a:lnTo>
                    <a:pt x="41334" y="699"/>
                  </a:lnTo>
                  <a:lnTo>
                    <a:pt x="41163" y="541"/>
                  </a:lnTo>
                  <a:lnTo>
                    <a:pt x="40979" y="409"/>
                  </a:lnTo>
                  <a:lnTo>
                    <a:pt x="40781" y="291"/>
                  </a:lnTo>
                  <a:lnTo>
                    <a:pt x="40570" y="185"/>
                  </a:lnTo>
                  <a:lnTo>
                    <a:pt x="40360" y="106"/>
                  </a:lnTo>
                  <a:lnTo>
                    <a:pt x="40136" y="40"/>
                  </a:lnTo>
                  <a:lnTo>
                    <a:pt x="39899" y="14"/>
                  </a:lnTo>
                  <a:lnTo>
                    <a:pt x="39649"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813;p24">
              <a:extLst>
                <a:ext uri="{FF2B5EF4-FFF2-40B4-BE49-F238E27FC236}">
                  <a16:creationId xmlns:a16="http://schemas.microsoft.com/office/drawing/2014/main" id="{896C098D-EB39-816A-CADA-E504B30C3E15}"/>
                </a:ext>
              </a:extLst>
            </p:cNvPr>
            <p:cNvSpPr/>
            <p:nvPr/>
          </p:nvSpPr>
          <p:spPr>
            <a:xfrm>
              <a:off x="2970825" y="2079350"/>
              <a:ext cx="330100" cy="1344350"/>
            </a:xfrm>
            <a:custGeom>
              <a:avLst/>
              <a:gdLst/>
              <a:ahLst/>
              <a:cxnLst/>
              <a:rect l="l" t="t" r="r" b="b"/>
              <a:pathLst>
                <a:path w="13204" h="53774" extrusionOk="0">
                  <a:moveTo>
                    <a:pt x="2383" y="50193"/>
                  </a:moveTo>
                  <a:lnTo>
                    <a:pt x="2501" y="50207"/>
                  </a:lnTo>
                  <a:lnTo>
                    <a:pt x="2620" y="50220"/>
                  </a:lnTo>
                  <a:lnTo>
                    <a:pt x="2738" y="50246"/>
                  </a:lnTo>
                  <a:lnTo>
                    <a:pt x="2843" y="50286"/>
                  </a:lnTo>
                  <a:lnTo>
                    <a:pt x="2949" y="50338"/>
                  </a:lnTo>
                  <a:lnTo>
                    <a:pt x="3054" y="50404"/>
                  </a:lnTo>
                  <a:lnTo>
                    <a:pt x="3146" y="50470"/>
                  </a:lnTo>
                  <a:lnTo>
                    <a:pt x="3225" y="50549"/>
                  </a:lnTo>
                  <a:lnTo>
                    <a:pt x="3304" y="50628"/>
                  </a:lnTo>
                  <a:lnTo>
                    <a:pt x="3383" y="50720"/>
                  </a:lnTo>
                  <a:lnTo>
                    <a:pt x="3436" y="50825"/>
                  </a:lnTo>
                  <a:lnTo>
                    <a:pt x="3488" y="50931"/>
                  </a:lnTo>
                  <a:lnTo>
                    <a:pt x="3528" y="51036"/>
                  </a:lnTo>
                  <a:lnTo>
                    <a:pt x="3554" y="51154"/>
                  </a:lnTo>
                  <a:lnTo>
                    <a:pt x="3581" y="51273"/>
                  </a:lnTo>
                  <a:lnTo>
                    <a:pt x="3581" y="51391"/>
                  </a:lnTo>
                  <a:lnTo>
                    <a:pt x="3581" y="51510"/>
                  </a:lnTo>
                  <a:lnTo>
                    <a:pt x="3554" y="51628"/>
                  </a:lnTo>
                  <a:lnTo>
                    <a:pt x="3528" y="51747"/>
                  </a:lnTo>
                  <a:lnTo>
                    <a:pt x="3488" y="51852"/>
                  </a:lnTo>
                  <a:lnTo>
                    <a:pt x="3436" y="51957"/>
                  </a:lnTo>
                  <a:lnTo>
                    <a:pt x="3383" y="52063"/>
                  </a:lnTo>
                  <a:lnTo>
                    <a:pt x="3304" y="52155"/>
                  </a:lnTo>
                  <a:lnTo>
                    <a:pt x="3225" y="52234"/>
                  </a:lnTo>
                  <a:lnTo>
                    <a:pt x="3146" y="52313"/>
                  </a:lnTo>
                  <a:lnTo>
                    <a:pt x="3054" y="52379"/>
                  </a:lnTo>
                  <a:lnTo>
                    <a:pt x="2949" y="52444"/>
                  </a:lnTo>
                  <a:lnTo>
                    <a:pt x="2843" y="52497"/>
                  </a:lnTo>
                  <a:lnTo>
                    <a:pt x="2738" y="52536"/>
                  </a:lnTo>
                  <a:lnTo>
                    <a:pt x="2620" y="52563"/>
                  </a:lnTo>
                  <a:lnTo>
                    <a:pt x="2501" y="52589"/>
                  </a:lnTo>
                  <a:lnTo>
                    <a:pt x="2264" y="52589"/>
                  </a:lnTo>
                  <a:lnTo>
                    <a:pt x="2146" y="52563"/>
                  </a:lnTo>
                  <a:lnTo>
                    <a:pt x="2027" y="52536"/>
                  </a:lnTo>
                  <a:lnTo>
                    <a:pt x="1922" y="52497"/>
                  </a:lnTo>
                  <a:lnTo>
                    <a:pt x="1817" y="52444"/>
                  </a:lnTo>
                  <a:lnTo>
                    <a:pt x="1711" y="52379"/>
                  </a:lnTo>
                  <a:lnTo>
                    <a:pt x="1619" y="52313"/>
                  </a:lnTo>
                  <a:lnTo>
                    <a:pt x="1540" y="52234"/>
                  </a:lnTo>
                  <a:lnTo>
                    <a:pt x="1461" y="52155"/>
                  </a:lnTo>
                  <a:lnTo>
                    <a:pt x="1395" y="52063"/>
                  </a:lnTo>
                  <a:lnTo>
                    <a:pt x="1330" y="51957"/>
                  </a:lnTo>
                  <a:lnTo>
                    <a:pt x="1277" y="51852"/>
                  </a:lnTo>
                  <a:lnTo>
                    <a:pt x="1237" y="51747"/>
                  </a:lnTo>
                  <a:lnTo>
                    <a:pt x="1211" y="51628"/>
                  </a:lnTo>
                  <a:lnTo>
                    <a:pt x="1198" y="51510"/>
                  </a:lnTo>
                  <a:lnTo>
                    <a:pt x="1185" y="51391"/>
                  </a:lnTo>
                  <a:lnTo>
                    <a:pt x="1198" y="51273"/>
                  </a:lnTo>
                  <a:lnTo>
                    <a:pt x="1211" y="51154"/>
                  </a:lnTo>
                  <a:lnTo>
                    <a:pt x="1237" y="51036"/>
                  </a:lnTo>
                  <a:lnTo>
                    <a:pt x="1277" y="50931"/>
                  </a:lnTo>
                  <a:lnTo>
                    <a:pt x="1330" y="50825"/>
                  </a:lnTo>
                  <a:lnTo>
                    <a:pt x="1395" y="50720"/>
                  </a:lnTo>
                  <a:lnTo>
                    <a:pt x="1461" y="50628"/>
                  </a:lnTo>
                  <a:lnTo>
                    <a:pt x="1540" y="50549"/>
                  </a:lnTo>
                  <a:lnTo>
                    <a:pt x="1619" y="50470"/>
                  </a:lnTo>
                  <a:lnTo>
                    <a:pt x="1711" y="50404"/>
                  </a:lnTo>
                  <a:lnTo>
                    <a:pt x="1817" y="50338"/>
                  </a:lnTo>
                  <a:lnTo>
                    <a:pt x="1922" y="50286"/>
                  </a:lnTo>
                  <a:lnTo>
                    <a:pt x="2027" y="50246"/>
                  </a:lnTo>
                  <a:lnTo>
                    <a:pt x="2146" y="50220"/>
                  </a:lnTo>
                  <a:lnTo>
                    <a:pt x="2264" y="50207"/>
                  </a:lnTo>
                  <a:lnTo>
                    <a:pt x="2383" y="50193"/>
                  </a:lnTo>
                  <a:close/>
                  <a:moveTo>
                    <a:pt x="12032" y="1"/>
                  </a:moveTo>
                  <a:lnTo>
                    <a:pt x="12032" y="31817"/>
                  </a:lnTo>
                  <a:lnTo>
                    <a:pt x="1790" y="41690"/>
                  </a:lnTo>
                  <a:lnTo>
                    <a:pt x="1790" y="49088"/>
                  </a:lnTo>
                  <a:lnTo>
                    <a:pt x="1593" y="49140"/>
                  </a:lnTo>
                  <a:lnTo>
                    <a:pt x="1422" y="49219"/>
                  </a:lnTo>
                  <a:lnTo>
                    <a:pt x="1237" y="49311"/>
                  </a:lnTo>
                  <a:lnTo>
                    <a:pt x="1080" y="49404"/>
                  </a:lnTo>
                  <a:lnTo>
                    <a:pt x="922" y="49522"/>
                  </a:lnTo>
                  <a:lnTo>
                    <a:pt x="777" y="49640"/>
                  </a:lnTo>
                  <a:lnTo>
                    <a:pt x="632" y="49785"/>
                  </a:lnTo>
                  <a:lnTo>
                    <a:pt x="513" y="49930"/>
                  </a:lnTo>
                  <a:lnTo>
                    <a:pt x="395" y="50088"/>
                  </a:lnTo>
                  <a:lnTo>
                    <a:pt x="303" y="50246"/>
                  </a:lnTo>
                  <a:lnTo>
                    <a:pt x="211" y="50417"/>
                  </a:lnTo>
                  <a:lnTo>
                    <a:pt x="145" y="50601"/>
                  </a:lnTo>
                  <a:lnTo>
                    <a:pt x="79" y="50786"/>
                  </a:lnTo>
                  <a:lnTo>
                    <a:pt x="40" y="50983"/>
                  </a:lnTo>
                  <a:lnTo>
                    <a:pt x="13" y="51181"/>
                  </a:lnTo>
                  <a:lnTo>
                    <a:pt x="0" y="51391"/>
                  </a:lnTo>
                  <a:lnTo>
                    <a:pt x="13" y="51641"/>
                  </a:lnTo>
                  <a:lnTo>
                    <a:pt x="53" y="51865"/>
                  </a:lnTo>
                  <a:lnTo>
                    <a:pt x="119" y="52102"/>
                  </a:lnTo>
                  <a:lnTo>
                    <a:pt x="198" y="52313"/>
                  </a:lnTo>
                  <a:lnTo>
                    <a:pt x="290" y="52523"/>
                  </a:lnTo>
                  <a:lnTo>
                    <a:pt x="408" y="52721"/>
                  </a:lnTo>
                  <a:lnTo>
                    <a:pt x="553" y="52905"/>
                  </a:lnTo>
                  <a:lnTo>
                    <a:pt x="698" y="53076"/>
                  </a:lnTo>
                  <a:lnTo>
                    <a:pt x="869" y="53221"/>
                  </a:lnTo>
                  <a:lnTo>
                    <a:pt x="1053" y="53366"/>
                  </a:lnTo>
                  <a:lnTo>
                    <a:pt x="1251" y="53484"/>
                  </a:lnTo>
                  <a:lnTo>
                    <a:pt x="1461" y="53590"/>
                  </a:lnTo>
                  <a:lnTo>
                    <a:pt x="1672" y="53669"/>
                  </a:lnTo>
                  <a:lnTo>
                    <a:pt x="1909" y="53721"/>
                  </a:lnTo>
                  <a:lnTo>
                    <a:pt x="2146" y="53761"/>
                  </a:lnTo>
                  <a:lnTo>
                    <a:pt x="2383" y="53774"/>
                  </a:lnTo>
                  <a:lnTo>
                    <a:pt x="2633" y="53761"/>
                  </a:lnTo>
                  <a:lnTo>
                    <a:pt x="2857" y="53721"/>
                  </a:lnTo>
                  <a:lnTo>
                    <a:pt x="3094" y="53669"/>
                  </a:lnTo>
                  <a:lnTo>
                    <a:pt x="3304" y="53590"/>
                  </a:lnTo>
                  <a:lnTo>
                    <a:pt x="3515" y="53484"/>
                  </a:lnTo>
                  <a:lnTo>
                    <a:pt x="3712" y="53366"/>
                  </a:lnTo>
                  <a:lnTo>
                    <a:pt x="3897" y="53221"/>
                  </a:lnTo>
                  <a:lnTo>
                    <a:pt x="4068" y="53076"/>
                  </a:lnTo>
                  <a:lnTo>
                    <a:pt x="4226" y="52905"/>
                  </a:lnTo>
                  <a:lnTo>
                    <a:pt x="4357" y="52721"/>
                  </a:lnTo>
                  <a:lnTo>
                    <a:pt x="4476" y="52523"/>
                  </a:lnTo>
                  <a:lnTo>
                    <a:pt x="4581" y="52313"/>
                  </a:lnTo>
                  <a:lnTo>
                    <a:pt x="4660" y="52102"/>
                  </a:lnTo>
                  <a:lnTo>
                    <a:pt x="4713" y="51865"/>
                  </a:lnTo>
                  <a:lnTo>
                    <a:pt x="4752" y="51641"/>
                  </a:lnTo>
                  <a:lnTo>
                    <a:pt x="4765" y="51391"/>
                  </a:lnTo>
                  <a:lnTo>
                    <a:pt x="4752" y="51181"/>
                  </a:lnTo>
                  <a:lnTo>
                    <a:pt x="4726" y="50983"/>
                  </a:lnTo>
                  <a:lnTo>
                    <a:pt x="4686" y="50786"/>
                  </a:lnTo>
                  <a:lnTo>
                    <a:pt x="4634" y="50601"/>
                  </a:lnTo>
                  <a:lnTo>
                    <a:pt x="4555" y="50417"/>
                  </a:lnTo>
                  <a:lnTo>
                    <a:pt x="4463" y="50246"/>
                  </a:lnTo>
                  <a:lnTo>
                    <a:pt x="4370" y="50075"/>
                  </a:lnTo>
                  <a:lnTo>
                    <a:pt x="4252" y="49917"/>
                  </a:lnTo>
                  <a:lnTo>
                    <a:pt x="4120" y="49772"/>
                  </a:lnTo>
                  <a:lnTo>
                    <a:pt x="3989" y="49640"/>
                  </a:lnTo>
                  <a:lnTo>
                    <a:pt x="3844" y="49509"/>
                  </a:lnTo>
                  <a:lnTo>
                    <a:pt x="3686" y="49404"/>
                  </a:lnTo>
                  <a:lnTo>
                    <a:pt x="3515" y="49298"/>
                  </a:lnTo>
                  <a:lnTo>
                    <a:pt x="3344" y="49219"/>
                  </a:lnTo>
                  <a:lnTo>
                    <a:pt x="3159" y="49140"/>
                  </a:lnTo>
                  <a:lnTo>
                    <a:pt x="2975" y="49088"/>
                  </a:lnTo>
                  <a:lnTo>
                    <a:pt x="2975" y="42203"/>
                  </a:lnTo>
                  <a:lnTo>
                    <a:pt x="13203" y="32317"/>
                  </a:lnTo>
                  <a:lnTo>
                    <a:pt x="13203"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814;p24">
              <a:extLst>
                <a:ext uri="{FF2B5EF4-FFF2-40B4-BE49-F238E27FC236}">
                  <a16:creationId xmlns:a16="http://schemas.microsoft.com/office/drawing/2014/main" id="{B1CA25AC-C935-38E3-3E3E-B5D653037A3D}"/>
                </a:ext>
              </a:extLst>
            </p:cNvPr>
            <p:cNvSpPr/>
            <p:nvPr/>
          </p:nvSpPr>
          <p:spPr>
            <a:xfrm>
              <a:off x="2441325" y="3138025"/>
              <a:ext cx="481475" cy="119175"/>
            </a:xfrm>
            <a:custGeom>
              <a:avLst/>
              <a:gdLst/>
              <a:ahLst/>
              <a:cxnLst/>
              <a:rect l="l" t="t" r="r" b="b"/>
              <a:pathLst>
                <a:path w="19259" h="4767" extrusionOk="0">
                  <a:moveTo>
                    <a:pt x="2488" y="1186"/>
                  </a:moveTo>
                  <a:lnTo>
                    <a:pt x="2620" y="1212"/>
                  </a:lnTo>
                  <a:lnTo>
                    <a:pt x="2725" y="1238"/>
                  </a:lnTo>
                  <a:lnTo>
                    <a:pt x="2843" y="1278"/>
                  </a:lnTo>
                  <a:lnTo>
                    <a:pt x="2949" y="1330"/>
                  </a:lnTo>
                  <a:lnTo>
                    <a:pt x="3041" y="1396"/>
                  </a:lnTo>
                  <a:lnTo>
                    <a:pt x="3133" y="1462"/>
                  </a:lnTo>
                  <a:lnTo>
                    <a:pt x="3212" y="1541"/>
                  </a:lnTo>
                  <a:lnTo>
                    <a:pt x="3291" y="1620"/>
                  </a:lnTo>
                  <a:lnTo>
                    <a:pt x="3370" y="1712"/>
                  </a:lnTo>
                  <a:lnTo>
                    <a:pt x="3423" y="1817"/>
                  </a:lnTo>
                  <a:lnTo>
                    <a:pt x="3475" y="1923"/>
                  </a:lnTo>
                  <a:lnTo>
                    <a:pt x="3515" y="2028"/>
                  </a:lnTo>
                  <a:lnTo>
                    <a:pt x="3541" y="2147"/>
                  </a:lnTo>
                  <a:lnTo>
                    <a:pt x="3567" y="2265"/>
                  </a:lnTo>
                  <a:lnTo>
                    <a:pt x="3567" y="2383"/>
                  </a:lnTo>
                  <a:lnTo>
                    <a:pt x="3567" y="2502"/>
                  </a:lnTo>
                  <a:lnTo>
                    <a:pt x="3541" y="2620"/>
                  </a:lnTo>
                  <a:lnTo>
                    <a:pt x="3515" y="2739"/>
                  </a:lnTo>
                  <a:lnTo>
                    <a:pt x="3475" y="2844"/>
                  </a:lnTo>
                  <a:lnTo>
                    <a:pt x="3423" y="2950"/>
                  </a:lnTo>
                  <a:lnTo>
                    <a:pt x="3370" y="3055"/>
                  </a:lnTo>
                  <a:lnTo>
                    <a:pt x="3291" y="3147"/>
                  </a:lnTo>
                  <a:lnTo>
                    <a:pt x="3212" y="3226"/>
                  </a:lnTo>
                  <a:lnTo>
                    <a:pt x="3133" y="3305"/>
                  </a:lnTo>
                  <a:lnTo>
                    <a:pt x="3041" y="3371"/>
                  </a:lnTo>
                  <a:lnTo>
                    <a:pt x="2949" y="3437"/>
                  </a:lnTo>
                  <a:lnTo>
                    <a:pt x="2843" y="3489"/>
                  </a:lnTo>
                  <a:lnTo>
                    <a:pt x="2725" y="3529"/>
                  </a:lnTo>
                  <a:lnTo>
                    <a:pt x="2620" y="3555"/>
                  </a:lnTo>
                  <a:lnTo>
                    <a:pt x="2488" y="3568"/>
                  </a:lnTo>
                  <a:lnTo>
                    <a:pt x="2370" y="3581"/>
                  </a:lnTo>
                  <a:lnTo>
                    <a:pt x="2251" y="3568"/>
                  </a:lnTo>
                  <a:lnTo>
                    <a:pt x="2133" y="3555"/>
                  </a:lnTo>
                  <a:lnTo>
                    <a:pt x="2014" y="3529"/>
                  </a:lnTo>
                  <a:lnTo>
                    <a:pt x="1909" y="3489"/>
                  </a:lnTo>
                  <a:lnTo>
                    <a:pt x="1803" y="3437"/>
                  </a:lnTo>
                  <a:lnTo>
                    <a:pt x="1698" y="3371"/>
                  </a:lnTo>
                  <a:lnTo>
                    <a:pt x="1606" y="3305"/>
                  </a:lnTo>
                  <a:lnTo>
                    <a:pt x="1527" y="3226"/>
                  </a:lnTo>
                  <a:lnTo>
                    <a:pt x="1448" y="3147"/>
                  </a:lnTo>
                  <a:lnTo>
                    <a:pt x="1382" y="3055"/>
                  </a:lnTo>
                  <a:lnTo>
                    <a:pt x="1316" y="2950"/>
                  </a:lnTo>
                  <a:lnTo>
                    <a:pt x="1264" y="2844"/>
                  </a:lnTo>
                  <a:lnTo>
                    <a:pt x="1224" y="2739"/>
                  </a:lnTo>
                  <a:lnTo>
                    <a:pt x="1198" y="2620"/>
                  </a:lnTo>
                  <a:lnTo>
                    <a:pt x="1185" y="2502"/>
                  </a:lnTo>
                  <a:lnTo>
                    <a:pt x="1172" y="2383"/>
                  </a:lnTo>
                  <a:lnTo>
                    <a:pt x="1185" y="2265"/>
                  </a:lnTo>
                  <a:lnTo>
                    <a:pt x="1198" y="2147"/>
                  </a:lnTo>
                  <a:lnTo>
                    <a:pt x="1224" y="2028"/>
                  </a:lnTo>
                  <a:lnTo>
                    <a:pt x="1264" y="1923"/>
                  </a:lnTo>
                  <a:lnTo>
                    <a:pt x="1316" y="1817"/>
                  </a:lnTo>
                  <a:lnTo>
                    <a:pt x="1382" y="1712"/>
                  </a:lnTo>
                  <a:lnTo>
                    <a:pt x="1448" y="1620"/>
                  </a:lnTo>
                  <a:lnTo>
                    <a:pt x="1527" y="1541"/>
                  </a:lnTo>
                  <a:lnTo>
                    <a:pt x="1606" y="1462"/>
                  </a:lnTo>
                  <a:lnTo>
                    <a:pt x="1698" y="1396"/>
                  </a:lnTo>
                  <a:lnTo>
                    <a:pt x="1803" y="1330"/>
                  </a:lnTo>
                  <a:lnTo>
                    <a:pt x="1909" y="1278"/>
                  </a:lnTo>
                  <a:lnTo>
                    <a:pt x="2014" y="1238"/>
                  </a:lnTo>
                  <a:lnTo>
                    <a:pt x="2133" y="1212"/>
                  </a:lnTo>
                  <a:lnTo>
                    <a:pt x="2251" y="1186"/>
                  </a:lnTo>
                  <a:close/>
                  <a:moveTo>
                    <a:pt x="17007" y="1186"/>
                  </a:moveTo>
                  <a:lnTo>
                    <a:pt x="17126" y="1212"/>
                  </a:lnTo>
                  <a:lnTo>
                    <a:pt x="17231" y="1238"/>
                  </a:lnTo>
                  <a:lnTo>
                    <a:pt x="17350" y="1278"/>
                  </a:lnTo>
                  <a:lnTo>
                    <a:pt x="17455" y="1330"/>
                  </a:lnTo>
                  <a:lnTo>
                    <a:pt x="17547" y="1396"/>
                  </a:lnTo>
                  <a:lnTo>
                    <a:pt x="17639" y="1462"/>
                  </a:lnTo>
                  <a:lnTo>
                    <a:pt x="17731" y="1541"/>
                  </a:lnTo>
                  <a:lnTo>
                    <a:pt x="17810" y="1620"/>
                  </a:lnTo>
                  <a:lnTo>
                    <a:pt x="17876" y="1712"/>
                  </a:lnTo>
                  <a:lnTo>
                    <a:pt x="17929" y="1817"/>
                  </a:lnTo>
                  <a:lnTo>
                    <a:pt x="17981" y="1923"/>
                  </a:lnTo>
                  <a:lnTo>
                    <a:pt x="18021" y="2028"/>
                  </a:lnTo>
                  <a:lnTo>
                    <a:pt x="18047" y="2147"/>
                  </a:lnTo>
                  <a:lnTo>
                    <a:pt x="18074" y="2265"/>
                  </a:lnTo>
                  <a:lnTo>
                    <a:pt x="18074" y="2383"/>
                  </a:lnTo>
                  <a:lnTo>
                    <a:pt x="18074" y="2502"/>
                  </a:lnTo>
                  <a:lnTo>
                    <a:pt x="18047" y="2620"/>
                  </a:lnTo>
                  <a:lnTo>
                    <a:pt x="18021" y="2739"/>
                  </a:lnTo>
                  <a:lnTo>
                    <a:pt x="17981" y="2844"/>
                  </a:lnTo>
                  <a:lnTo>
                    <a:pt x="17929" y="2950"/>
                  </a:lnTo>
                  <a:lnTo>
                    <a:pt x="17876" y="3055"/>
                  </a:lnTo>
                  <a:lnTo>
                    <a:pt x="17810" y="3147"/>
                  </a:lnTo>
                  <a:lnTo>
                    <a:pt x="17731" y="3226"/>
                  </a:lnTo>
                  <a:lnTo>
                    <a:pt x="17639" y="3305"/>
                  </a:lnTo>
                  <a:lnTo>
                    <a:pt x="17547" y="3371"/>
                  </a:lnTo>
                  <a:lnTo>
                    <a:pt x="17455" y="3437"/>
                  </a:lnTo>
                  <a:lnTo>
                    <a:pt x="17350" y="3489"/>
                  </a:lnTo>
                  <a:lnTo>
                    <a:pt x="17231" y="3529"/>
                  </a:lnTo>
                  <a:lnTo>
                    <a:pt x="17126" y="3555"/>
                  </a:lnTo>
                  <a:lnTo>
                    <a:pt x="17007" y="3568"/>
                  </a:lnTo>
                  <a:lnTo>
                    <a:pt x="16876" y="3581"/>
                  </a:lnTo>
                  <a:lnTo>
                    <a:pt x="16757" y="3568"/>
                  </a:lnTo>
                  <a:lnTo>
                    <a:pt x="16639" y="3555"/>
                  </a:lnTo>
                  <a:lnTo>
                    <a:pt x="16520" y="3529"/>
                  </a:lnTo>
                  <a:lnTo>
                    <a:pt x="16415" y="3489"/>
                  </a:lnTo>
                  <a:lnTo>
                    <a:pt x="16310" y="3437"/>
                  </a:lnTo>
                  <a:lnTo>
                    <a:pt x="16217" y="3371"/>
                  </a:lnTo>
                  <a:lnTo>
                    <a:pt x="16125" y="3305"/>
                  </a:lnTo>
                  <a:lnTo>
                    <a:pt x="16033" y="3226"/>
                  </a:lnTo>
                  <a:lnTo>
                    <a:pt x="15954" y="3147"/>
                  </a:lnTo>
                  <a:lnTo>
                    <a:pt x="15888" y="3055"/>
                  </a:lnTo>
                  <a:lnTo>
                    <a:pt x="15823" y="2950"/>
                  </a:lnTo>
                  <a:lnTo>
                    <a:pt x="15783" y="2844"/>
                  </a:lnTo>
                  <a:lnTo>
                    <a:pt x="15730" y="2739"/>
                  </a:lnTo>
                  <a:lnTo>
                    <a:pt x="15704" y="2620"/>
                  </a:lnTo>
                  <a:lnTo>
                    <a:pt x="15691" y="2502"/>
                  </a:lnTo>
                  <a:lnTo>
                    <a:pt x="15678" y="2383"/>
                  </a:lnTo>
                  <a:lnTo>
                    <a:pt x="15691" y="2265"/>
                  </a:lnTo>
                  <a:lnTo>
                    <a:pt x="15704" y="2147"/>
                  </a:lnTo>
                  <a:lnTo>
                    <a:pt x="15730" y="2028"/>
                  </a:lnTo>
                  <a:lnTo>
                    <a:pt x="15783" y="1923"/>
                  </a:lnTo>
                  <a:lnTo>
                    <a:pt x="15823" y="1817"/>
                  </a:lnTo>
                  <a:lnTo>
                    <a:pt x="15888" y="1712"/>
                  </a:lnTo>
                  <a:lnTo>
                    <a:pt x="15954" y="1620"/>
                  </a:lnTo>
                  <a:lnTo>
                    <a:pt x="16033" y="1541"/>
                  </a:lnTo>
                  <a:lnTo>
                    <a:pt x="16125" y="1462"/>
                  </a:lnTo>
                  <a:lnTo>
                    <a:pt x="16217" y="1396"/>
                  </a:lnTo>
                  <a:lnTo>
                    <a:pt x="16310" y="1330"/>
                  </a:lnTo>
                  <a:lnTo>
                    <a:pt x="16415" y="1278"/>
                  </a:lnTo>
                  <a:lnTo>
                    <a:pt x="16520" y="1238"/>
                  </a:lnTo>
                  <a:lnTo>
                    <a:pt x="16639" y="1212"/>
                  </a:lnTo>
                  <a:lnTo>
                    <a:pt x="16757" y="1186"/>
                  </a:lnTo>
                  <a:close/>
                  <a:moveTo>
                    <a:pt x="2370" y="1"/>
                  </a:moveTo>
                  <a:lnTo>
                    <a:pt x="2133" y="14"/>
                  </a:lnTo>
                  <a:lnTo>
                    <a:pt x="1896" y="54"/>
                  </a:lnTo>
                  <a:lnTo>
                    <a:pt x="1672" y="106"/>
                  </a:lnTo>
                  <a:lnTo>
                    <a:pt x="1448" y="185"/>
                  </a:lnTo>
                  <a:lnTo>
                    <a:pt x="1237" y="290"/>
                  </a:lnTo>
                  <a:lnTo>
                    <a:pt x="1040" y="409"/>
                  </a:lnTo>
                  <a:lnTo>
                    <a:pt x="856" y="554"/>
                  </a:lnTo>
                  <a:lnTo>
                    <a:pt x="698" y="699"/>
                  </a:lnTo>
                  <a:lnTo>
                    <a:pt x="540" y="870"/>
                  </a:lnTo>
                  <a:lnTo>
                    <a:pt x="395" y="1054"/>
                  </a:lnTo>
                  <a:lnTo>
                    <a:pt x="277" y="1251"/>
                  </a:lnTo>
                  <a:lnTo>
                    <a:pt x="184" y="1462"/>
                  </a:lnTo>
                  <a:lnTo>
                    <a:pt x="105" y="1673"/>
                  </a:lnTo>
                  <a:lnTo>
                    <a:pt x="40" y="1910"/>
                  </a:lnTo>
                  <a:lnTo>
                    <a:pt x="0" y="2147"/>
                  </a:lnTo>
                  <a:lnTo>
                    <a:pt x="0" y="2383"/>
                  </a:lnTo>
                  <a:lnTo>
                    <a:pt x="0" y="2620"/>
                  </a:lnTo>
                  <a:lnTo>
                    <a:pt x="40" y="2857"/>
                  </a:lnTo>
                  <a:lnTo>
                    <a:pt x="105" y="3094"/>
                  </a:lnTo>
                  <a:lnTo>
                    <a:pt x="184" y="3305"/>
                  </a:lnTo>
                  <a:lnTo>
                    <a:pt x="277" y="3516"/>
                  </a:lnTo>
                  <a:lnTo>
                    <a:pt x="395" y="3713"/>
                  </a:lnTo>
                  <a:lnTo>
                    <a:pt x="540" y="3897"/>
                  </a:lnTo>
                  <a:lnTo>
                    <a:pt x="698" y="4068"/>
                  </a:lnTo>
                  <a:lnTo>
                    <a:pt x="856" y="4213"/>
                  </a:lnTo>
                  <a:lnTo>
                    <a:pt x="1040" y="4358"/>
                  </a:lnTo>
                  <a:lnTo>
                    <a:pt x="1237" y="4476"/>
                  </a:lnTo>
                  <a:lnTo>
                    <a:pt x="1448" y="4569"/>
                  </a:lnTo>
                  <a:lnTo>
                    <a:pt x="1672" y="4661"/>
                  </a:lnTo>
                  <a:lnTo>
                    <a:pt x="1896" y="4713"/>
                  </a:lnTo>
                  <a:lnTo>
                    <a:pt x="2133" y="4753"/>
                  </a:lnTo>
                  <a:lnTo>
                    <a:pt x="2370" y="4766"/>
                  </a:lnTo>
                  <a:lnTo>
                    <a:pt x="2580" y="4753"/>
                  </a:lnTo>
                  <a:lnTo>
                    <a:pt x="2778" y="4727"/>
                  </a:lnTo>
                  <a:lnTo>
                    <a:pt x="2975" y="4687"/>
                  </a:lnTo>
                  <a:lnTo>
                    <a:pt x="3159" y="4621"/>
                  </a:lnTo>
                  <a:lnTo>
                    <a:pt x="3344" y="4555"/>
                  </a:lnTo>
                  <a:lnTo>
                    <a:pt x="3515" y="4463"/>
                  </a:lnTo>
                  <a:lnTo>
                    <a:pt x="3686" y="4371"/>
                  </a:lnTo>
                  <a:lnTo>
                    <a:pt x="3844" y="4253"/>
                  </a:lnTo>
                  <a:lnTo>
                    <a:pt x="3989" y="4121"/>
                  </a:lnTo>
                  <a:lnTo>
                    <a:pt x="4120" y="3989"/>
                  </a:lnTo>
                  <a:lnTo>
                    <a:pt x="4252" y="3845"/>
                  </a:lnTo>
                  <a:lnTo>
                    <a:pt x="4357" y="3687"/>
                  </a:lnTo>
                  <a:lnTo>
                    <a:pt x="4462" y="3516"/>
                  </a:lnTo>
                  <a:lnTo>
                    <a:pt x="4541" y="3344"/>
                  </a:lnTo>
                  <a:lnTo>
                    <a:pt x="4620" y="3160"/>
                  </a:lnTo>
                  <a:lnTo>
                    <a:pt x="4673" y="2976"/>
                  </a:lnTo>
                  <a:lnTo>
                    <a:pt x="14572" y="2976"/>
                  </a:lnTo>
                  <a:lnTo>
                    <a:pt x="14638" y="3160"/>
                  </a:lnTo>
                  <a:lnTo>
                    <a:pt x="14704" y="3344"/>
                  </a:lnTo>
                  <a:lnTo>
                    <a:pt x="14796" y="3516"/>
                  </a:lnTo>
                  <a:lnTo>
                    <a:pt x="14888" y="3687"/>
                  </a:lnTo>
                  <a:lnTo>
                    <a:pt x="15006" y="3845"/>
                  </a:lnTo>
                  <a:lnTo>
                    <a:pt x="15125" y="3989"/>
                  </a:lnTo>
                  <a:lnTo>
                    <a:pt x="15270" y="4121"/>
                  </a:lnTo>
                  <a:lnTo>
                    <a:pt x="15415" y="4253"/>
                  </a:lnTo>
                  <a:lnTo>
                    <a:pt x="15572" y="4371"/>
                  </a:lnTo>
                  <a:lnTo>
                    <a:pt x="15730" y="4463"/>
                  </a:lnTo>
                  <a:lnTo>
                    <a:pt x="15915" y="4555"/>
                  </a:lnTo>
                  <a:lnTo>
                    <a:pt x="16086" y="4621"/>
                  </a:lnTo>
                  <a:lnTo>
                    <a:pt x="16283" y="4687"/>
                  </a:lnTo>
                  <a:lnTo>
                    <a:pt x="16481" y="4727"/>
                  </a:lnTo>
                  <a:lnTo>
                    <a:pt x="16678" y="4753"/>
                  </a:lnTo>
                  <a:lnTo>
                    <a:pt x="16876" y="4766"/>
                  </a:lnTo>
                  <a:lnTo>
                    <a:pt x="17126" y="4753"/>
                  </a:lnTo>
                  <a:lnTo>
                    <a:pt x="17363" y="4713"/>
                  </a:lnTo>
                  <a:lnTo>
                    <a:pt x="17586" y="4661"/>
                  </a:lnTo>
                  <a:lnTo>
                    <a:pt x="17810" y="4569"/>
                  </a:lnTo>
                  <a:lnTo>
                    <a:pt x="18008" y="4476"/>
                  </a:lnTo>
                  <a:lnTo>
                    <a:pt x="18205" y="4358"/>
                  </a:lnTo>
                  <a:lnTo>
                    <a:pt x="18389" y="4213"/>
                  </a:lnTo>
                  <a:lnTo>
                    <a:pt x="18561" y="4068"/>
                  </a:lnTo>
                  <a:lnTo>
                    <a:pt x="18719" y="3897"/>
                  </a:lnTo>
                  <a:lnTo>
                    <a:pt x="18850" y="3713"/>
                  </a:lnTo>
                  <a:lnTo>
                    <a:pt x="18969" y="3516"/>
                  </a:lnTo>
                  <a:lnTo>
                    <a:pt x="19074" y="3305"/>
                  </a:lnTo>
                  <a:lnTo>
                    <a:pt x="19153" y="3094"/>
                  </a:lnTo>
                  <a:lnTo>
                    <a:pt x="19206" y="2857"/>
                  </a:lnTo>
                  <a:lnTo>
                    <a:pt x="19245" y="2620"/>
                  </a:lnTo>
                  <a:lnTo>
                    <a:pt x="19258" y="2383"/>
                  </a:lnTo>
                  <a:lnTo>
                    <a:pt x="19245" y="2147"/>
                  </a:lnTo>
                  <a:lnTo>
                    <a:pt x="19206" y="1910"/>
                  </a:lnTo>
                  <a:lnTo>
                    <a:pt x="19153" y="1673"/>
                  </a:lnTo>
                  <a:lnTo>
                    <a:pt x="19074" y="1462"/>
                  </a:lnTo>
                  <a:lnTo>
                    <a:pt x="18969" y="1251"/>
                  </a:lnTo>
                  <a:lnTo>
                    <a:pt x="18850" y="1054"/>
                  </a:lnTo>
                  <a:lnTo>
                    <a:pt x="18719" y="870"/>
                  </a:lnTo>
                  <a:lnTo>
                    <a:pt x="18561" y="699"/>
                  </a:lnTo>
                  <a:lnTo>
                    <a:pt x="18389" y="554"/>
                  </a:lnTo>
                  <a:lnTo>
                    <a:pt x="18205" y="409"/>
                  </a:lnTo>
                  <a:lnTo>
                    <a:pt x="18008" y="290"/>
                  </a:lnTo>
                  <a:lnTo>
                    <a:pt x="17810" y="185"/>
                  </a:lnTo>
                  <a:lnTo>
                    <a:pt x="17586" y="106"/>
                  </a:lnTo>
                  <a:lnTo>
                    <a:pt x="17363" y="54"/>
                  </a:lnTo>
                  <a:lnTo>
                    <a:pt x="17126" y="14"/>
                  </a:lnTo>
                  <a:lnTo>
                    <a:pt x="16876" y="1"/>
                  </a:lnTo>
                  <a:lnTo>
                    <a:pt x="16678" y="14"/>
                  </a:lnTo>
                  <a:lnTo>
                    <a:pt x="16481" y="40"/>
                  </a:lnTo>
                  <a:lnTo>
                    <a:pt x="16283" y="80"/>
                  </a:lnTo>
                  <a:lnTo>
                    <a:pt x="16086" y="146"/>
                  </a:lnTo>
                  <a:lnTo>
                    <a:pt x="15915" y="212"/>
                  </a:lnTo>
                  <a:lnTo>
                    <a:pt x="15730" y="304"/>
                  </a:lnTo>
                  <a:lnTo>
                    <a:pt x="15572" y="396"/>
                  </a:lnTo>
                  <a:lnTo>
                    <a:pt x="15415" y="514"/>
                  </a:lnTo>
                  <a:lnTo>
                    <a:pt x="15270" y="633"/>
                  </a:lnTo>
                  <a:lnTo>
                    <a:pt x="15125" y="778"/>
                  </a:lnTo>
                  <a:lnTo>
                    <a:pt x="15006" y="922"/>
                  </a:lnTo>
                  <a:lnTo>
                    <a:pt x="14888" y="1080"/>
                  </a:lnTo>
                  <a:lnTo>
                    <a:pt x="14796" y="1251"/>
                  </a:lnTo>
                  <a:lnTo>
                    <a:pt x="14704" y="1423"/>
                  </a:lnTo>
                  <a:lnTo>
                    <a:pt x="14638" y="1607"/>
                  </a:lnTo>
                  <a:lnTo>
                    <a:pt x="14572" y="1791"/>
                  </a:lnTo>
                  <a:lnTo>
                    <a:pt x="4673" y="1791"/>
                  </a:lnTo>
                  <a:lnTo>
                    <a:pt x="4620" y="1607"/>
                  </a:lnTo>
                  <a:lnTo>
                    <a:pt x="4541" y="1423"/>
                  </a:lnTo>
                  <a:lnTo>
                    <a:pt x="4462" y="1251"/>
                  </a:lnTo>
                  <a:lnTo>
                    <a:pt x="4357" y="1080"/>
                  </a:lnTo>
                  <a:lnTo>
                    <a:pt x="4252" y="922"/>
                  </a:lnTo>
                  <a:lnTo>
                    <a:pt x="4120" y="778"/>
                  </a:lnTo>
                  <a:lnTo>
                    <a:pt x="3989" y="633"/>
                  </a:lnTo>
                  <a:lnTo>
                    <a:pt x="3844" y="514"/>
                  </a:lnTo>
                  <a:lnTo>
                    <a:pt x="3686" y="396"/>
                  </a:lnTo>
                  <a:lnTo>
                    <a:pt x="3515" y="304"/>
                  </a:lnTo>
                  <a:lnTo>
                    <a:pt x="3344" y="212"/>
                  </a:lnTo>
                  <a:lnTo>
                    <a:pt x="3159" y="146"/>
                  </a:lnTo>
                  <a:lnTo>
                    <a:pt x="2975" y="80"/>
                  </a:lnTo>
                  <a:lnTo>
                    <a:pt x="2778" y="40"/>
                  </a:lnTo>
                  <a:lnTo>
                    <a:pt x="2580" y="14"/>
                  </a:lnTo>
                  <a:lnTo>
                    <a:pt x="2370"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815;p24">
              <a:extLst>
                <a:ext uri="{FF2B5EF4-FFF2-40B4-BE49-F238E27FC236}">
                  <a16:creationId xmlns:a16="http://schemas.microsoft.com/office/drawing/2014/main" id="{4F5FF787-AF19-775F-6DC3-52542A5F49D8}"/>
                </a:ext>
              </a:extLst>
            </p:cNvPr>
            <p:cNvSpPr/>
            <p:nvPr/>
          </p:nvSpPr>
          <p:spPr>
            <a:xfrm>
              <a:off x="1084150" y="2637825"/>
              <a:ext cx="931350" cy="455800"/>
            </a:xfrm>
            <a:custGeom>
              <a:avLst/>
              <a:gdLst/>
              <a:ahLst/>
              <a:cxnLst/>
              <a:rect l="l" t="t" r="r" b="b"/>
              <a:pathLst>
                <a:path w="37254" h="18232" extrusionOk="0">
                  <a:moveTo>
                    <a:pt x="2489" y="1185"/>
                  </a:moveTo>
                  <a:lnTo>
                    <a:pt x="2620" y="1198"/>
                  </a:lnTo>
                  <a:lnTo>
                    <a:pt x="2726" y="1238"/>
                  </a:lnTo>
                  <a:lnTo>
                    <a:pt x="2844" y="1277"/>
                  </a:lnTo>
                  <a:lnTo>
                    <a:pt x="2949" y="1330"/>
                  </a:lnTo>
                  <a:lnTo>
                    <a:pt x="3042" y="1383"/>
                  </a:lnTo>
                  <a:lnTo>
                    <a:pt x="3134" y="1448"/>
                  </a:lnTo>
                  <a:lnTo>
                    <a:pt x="3213" y="1527"/>
                  </a:lnTo>
                  <a:lnTo>
                    <a:pt x="3292" y="1619"/>
                  </a:lnTo>
                  <a:lnTo>
                    <a:pt x="3371" y="1712"/>
                  </a:lnTo>
                  <a:lnTo>
                    <a:pt x="3423" y="1804"/>
                  </a:lnTo>
                  <a:lnTo>
                    <a:pt x="3476" y="1909"/>
                  </a:lnTo>
                  <a:lnTo>
                    <a:pt x="3516" y="2014"/>
                  </a:lnTo>
                  <a:lnTo>
                    <a:pt x="3542" y="2133"/>
                  </a:lnTo>
                  <a:lnTo>
                    <a:pt x="3568" y="2251"/>
                  </a:lnTo>
                  <a:lnTo>
                    <a:pt x="3568" y="2370"/>
                  </a:lnTo>
                  <a:lnTo>
                    <a:pt x="3568" y="2501"/>
                  </a:lnTo>
                  <a:lnTo>
                    <a:pt x="3542" y="2620"/>
                  </a:lnTo>
                  <a:lnTo>
                    <a:pt x="3516" y="2738"/>
                  </a:lnTo>
                  <a:lnTo>
                    <a:pt x="3476" y="2844"/>
                  </a:lnTo>
                  <a:lnTo>
                    <a:pt x="3423" y="2949"/>
                  </a:lnTo>
                  <a:lnTo>
                    <a:pt x="3371" y="3041"/>
                  </a:lnTo>
                  <a:lnTo>
                    <a:pt x="3292" y="3133"/>
                  </a:lnTo>
                  <a:lnTo>
                    <a:pt x="3213" y="3225"/>
                  </a:lnTo>
                  <a:lnTo>
                    <a:pt x="3134" y="3304"/>
                  </a:lnTo>
                  <a:lnTo>
                    <a:pt x="3042" y="3370"/>
                  </a:lnTo>
                  <a:lnTo>
                    <a:pt x="2949" y="3423"/>
                  </a:lnTo>
                  <a:lnTo>
                    <a:pt x="2844" y="3476"/>
                  </a:lnTo>
                  <a:lnTo>
                    <a:pt x="2726" y="3515"/>
                  </a:lnTo>
                  <a:lnTo>
                    <a:pt x="2620" y="3555"/>
                  </a:lnTo>
                  <a:lnTo>
                    <a:pt x="2489" y="3568"/>
                  </a:lnTo>
                  <a:lnTo>
                    <a:pt x="2252" y="3568"/>
                  </a:lnTo>
                  <a:lnTo>
                    <a:pt x="2133" y="3555"/>
                  </a:lnTo>
                  <a:lnTo>
                    <a:pt x="2015" y="3515"/>
                  </a:lnTo>
                  <a:lnTo>
                    <a:pt x="1910" y="3476"/>
                  </a:lnTo>
                  <a:lnTo>
                    <a:pt x="1804" y="3423"/>
                  </a:lnTo>
                  <a:lnTo>
                    <a:pt x="1699" y="3370"/>
                  </a:lnTo>
                  <a:lnTo>
                    <a:pt x="1607" y="3304"/>
                  </a:lnTo>
                  <a:lnTo>
                    <a:pt x="1528" y="3225"/>
                  </a:lnTo>
                  <a:lnTo>
                    <a:pt x="1449" y="3133"/>
                  </a:lnTo>
                  <a:lnTo>
                    <a:pt x="1383" y="3041"/>
                  </a:lnTo>
                  <a:lnTo>
                    <a:pt x="1317" y="2949"/>
                  </a:lnTo>
                  <a:lnTo>
                    <a:pt x="1265" y="2844"/>
                  </a:lnTo>
                  <a:lnTo>
                    <a:pt x="1225" y="2738"/>
                  </a:lnTo>
                  <a:lnTo>
                    <a:pt x="1199" y="2620"/>
                  </a:lnTo>
                  <a:lnTo>
                    <a:pt x="1186" y="2501"/>
                  </a:lnTo>
                  <a:lnTo>
                    <a:pt x="1172" y="2370"/>
                  </a:lnTo>
                  <a:lnTo>
                    <a:pt x="1186" y="2251"/>
                  </a:lnTo>
                  <a:lnTo>
                    <a:pt x="1199" y="2133"/>
                  </a:lnTo>
                  <a:lnTo>
                    <a:pt x="1225" y="2014"/>
                  </a:lnTo>
                  <a:lnTo>
                    <a:pt x="1265" y="1909"/>
                  </a:lnTo>
                  <a:lnTo>
                    <a:pt x="1317" y="1804"/>
                  </a:lnTo>
                  <a:lnTo>
                    <a:pt x="1383" y="1712"/>
                  </a:lnTo>
                  <a:lnTo>
                    <a:pt x="1449" y="1619"/>
                  </a:lnTo>
                  <a:lnTo>
                    <a:pt x="1528" y="1527"/>
                  </a:lnTo>
                  <a:lnTo>
                    <a:pt x="1607" y="1448"/>
                  </a:lnTo>
                  <a:lnTo>
                    <a:pt x="1699" y="1383"/>
                  </a:lnTo>
                  <a:lnTo>
                    <a:pt x="1804" y="1330"/>
                  </a:lnTo>
                  <a:lnTo>
                    <a:pt x="1910" y="1277"/>
                  </a:lnTo>
                  <a:lnTo>
                    <a:pt x="2015" y="1238"/>
                  </a:lnTo>
                  <a:lnTo>
                    <a:pt x="2133" y="1198"/>
                  </a:lnTo>
                  <a:lnTo>
                    <a:pt x="2252" y="1185"/>
                  </a:lnTo>
                  <a:close/>
                  <a:moveTo>
                    <a:pt x="2370" y="0"/>
                  </a:moveTo>
                  <a:lnTo>
                    <a:pt x="2133" y="14"/>
                  </a:lnTo>
                  <a:lnTo>
                    <a:pt x="1896" y="40"/>
                  </a:lnTo>
                  <a:lnTo>
                    <a:pt x="1673" y="106"/>
                  </a:lnTo>
                  <a:lnTo>
                    <a:pt x="1449" y="185"/>
                  </a:lnTo>
                  <a:lnTo>
                    <a:pt x="1238" y="290"/>
                  </a:lnTo>
                  <a:lnTo>
                    <a:pt x="1041" y="408"/>
                  </a:lnTo>
                  <a:lnTo>
                    <a:pt x="856" y="540"/>
                  </a:lnTo>
                  <a:lnTo>
                    <a:pt x="685" y="698"/>
                  </a:lnTo>
                  <a:lnTo>
                    <a:pt x="541" y="869"/>
                  </a:lnTo>
                  <a:lnTo>
                    <a:pt x="396" y="1053"/>
                  </a:lnTo>
                  <a:lnTo>
                    <a:pt x="277" y="1238"/>
                  </a:lnTo>
                  <a:lnTo>
                    <a:pt x="185" y="1448"/>
                  </a:lnTo>
                  <a:lnTo>
                    <a:pt x="106" y="1672"/>
                  </a:lnTo>
                  <a:lnTo>
                    <a:pt x="40" y="1896"/>
                  </a:lnTo>
                  <a:lnTo>
                    <a:pt x="1" y="2133"/>
                  </a:lnTo>
                  <a:lnTo>
                    <a:pt x="1" y="2370"/>
                  </a:lnTo>
                  <a:lnTo>
                    <a:pt x="1" y="2620"/>
                  </a:lnTo>
                  <a:lnTo>
                    <a:pt x="40" y="2857"/>
                  </a:lnTo>
                  <a:lnTo>
                    <a:pt x="106" y="3081"/>
                  </a:lnTo>
                  <a:lnTo>
                    <a:pt x="185" y="3304"/>
                  </a:lnTo>
                  <a:lnTo>
                    <a:pt x="277" y="3515"/>
                  </a:lnTo>
                  <a:lnTo>
                    <a:pt x="396" y="3699"/>
                  </a:lnTo>
                  <a:lnTo>
                    <a:pt x="541" y="3884"/>
                  </a:lnTo>
                  <a:lnTo>
                    <a:pt x="685" y="4055"/>
                  </a:lnTo>
                  <a:lnTo>
                    <a:pt x="856" y="4213"/>
                  </a:lnTo>
                  <a:lnTo>
                    <a:pt x="1041" y="4344"/>
                  </a:lnTo>
                  <a:lnTo>
                    <a:pt x="1238" y="4463"/>
                  </a:lnTo>
                  <a:lnTo>
                    <a:pt x="1449" y="4568"/>
                  </a:lnTo>
                  <a:lnTo>
                    <a:pt x="1673" y="4647"/>
                  </a:lnTo>
                  <a:lnTo>
                    <a:pt x="1896" y="4713"/>
                  </a:lnTo>
                  <a:lnTo>
                    <a:pt x="2133" y="4739"/>
                  </a:lnTo>
                  <a:lnTo>
                    <a:pt x="2370" y="4752"/>
                  </a:lnTo>
                  <a:lnTo>
                    <a:pt x="2528" y="4752"/>
                  </a:lnTo>
                  <a:lnTo>
                    <a:pt x="2686" y="4739"/>
                  </a:lnTo>
                  <a:lnTo>
                    <a:pt x="2844" y="4713"/>
                  </a:lnTo>
                  <a:lnTo>
                    <a:pt x="2989" y="4673"/>
                  </a:lnTo>
                  <a:lnTo>
                    <a:pt x="16547" y="18232"/>
                  </a:lnTo>
                  <a:lnTo>
                    <a:pt x="37254" y="18232"/>
                  </a:lnTo>
                  <a:lnTo>
                    <a:pt x="37254" y="17047"/>
                  </a:lnTo>
                  <a:lnTo>
                    <a:pt x="17034" y="17047"/>
                  </a:lnTo>
                  <a:lnTo>
                    <a:pt x="4055" y="4068"/>
                  </a:lnTo>
                  <a:lnTo>
                    <a:pt x="4200" y="3897"/>
                  </a:lnTo>
                  <a:lnTo>
                    <a:pt x="4345" y="3712"/>
                  </a:lnTo>
                  <a:lnTo>
                    <a:pt x="4463" y="3515"/>
                  </a:lnTo>
                  <a:lnTo>
                    <a:pt x="4569" y="3304"/>
                  </a:lnTo>
                  <a:lnTo>
                    <a:pt x="4648" y="3081"/>
                  </a:lnTo>
                  <a:lnTo>
                    <a:pt x="4700" y="2857"/>
                  </a:lnTo>
                  <a:lnTo>
                    <a:pt x="4740" y="2620"/>
                  </a:lnTo>
                  <a:lnTo>
                    <a:pt x="4753" y="2370"/>
                  </a:lnTo>
                  <a:lnTo>
                    <a:pt x="4740" y="2133"/>
                  </a:lnTo>
                  <a:lnTo>
                    <a:pt x="4700" y="1896"/>
                  </a:lnTo>
                  <a:lnTo>
                    <a:pt x="4648" y="1672"/>
                  </a:lnTo>
                  <a:lnTo>
                    <a:pt x="4569" y="1448"/>
                  </a:lnTo>
                  <a:lnTo>
                    <a:pt x="4463" y="1238"/>
                  </a:lnTo>
                  <a:lnTo>
                    <a:pt x="4345" y="1053"/>
                  </a:lnTo>
                  <a:lnTo>
                    <a:pt x="4213" y="869"/>
                  </a:lnTo>
                  <a:lnTo>
                    <a:pt x="4055" y="698"/>
                  </a:lnTo>
                  <a:lnTo>
                    <a:pt x="3884" y="540"/>
                  </a:lnTo>
                  <a:lnTo>
                    <a:pt x="3700" y="408"/>
                  </a:lnTo>
                  <a:lnTo>
                    <a:pt x="3502" y="290"/>
                  </a:lnTo>
                  <a:lnTo>
                    <a:pt x="3292" y="185"/>
                  </a:lnTo>
                  <a:lnTo>
                    <a:pt x="3081" y="106"/>
                  </a:lnTo>
                  <a:lnTo>
                    <a:pt x="2857" y="40"/>
                  </a:lnTo>
                  <a:lnTo>
                    <a:pt x="2620" y="14"/>
                  </a:lnTo>
                  <a:lnTo>
                    <a:pt x="2370"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816;p24">
              <a:extLst>
                <a:ext uri="{FF2B5EF4-FFF2-40B4-BE49-F238E27FC236}">
                  <a16:creationId xmlns:a16="http://schemas.microsoft.com/office/drawing/2014/main" id="{EA7FA046-C551-402E-2C52-5C880CA785BD}"/>
                </a:ext>
              </a:extLst>
            </p:cNvPr>
            <p:cNvSpPr/>
            <p:nvPr/>
          </p:nvSpPr>
          <p:spPr>
            <a:xfrm>
              <a:off x="1084150" y="2820125"/>
              <a:ext cx="931350" cy="443650"/>
            </a:xfrm>
            <a:custGeom>
              <a:avLst/>
              <a:gdLst/>
              <a:ahLst/>
              <a:cxnLst/>
              <a:rect l="l" t="t" r="r" b="b"/>
              <a:pathLst>
                <a:path w="37254" h="17746" extrusionOk="0">
                  <a:moveTo>
                    <a:pt x="2370" y="1172"/>
                  </a:moveTo>
                  <a:lnTo>
                    <a:pt x="2489" y="1186"/>
                  </a:lnTo>
                  <a:lnTo>
                    <a:pt x="2620" y="1199"/>
                  </a:lnTo>
                  <a:lnTo>
                    <a:pt x="2726" y="1238"/>
                  </a:lnTo>
                  <a:lnTo>
                    <a:pt x="2844" y="1278"/>
                  </a:lnTo>
                  <a:lnTo>
                    <a:pt x="2949" y="1317"/>
                  </a:lnTo>
                  <a:lnTo>
                    <a:pt x="3042" y="1383"/>
                  </a:lnTo>
                  <a:lnTo>
                    <a:pt x="3134" y="1449"/>
                  </a:lnTo>
                  <a:lnTo>
                    <a:pt x="3213" y="1528"/>
                  </a:lnTo>
                  <a:lnTo>
                    <a:pt x="3292" y="1620"/>
                  </a:lnTo>
                  <a:lnTo>
                    <a:pt x="3371" y="1712"/>
                  </a:lnTo>
                  <a:lnTo>
                    <a:pt x="3423" y="1804"/>
                  </a:lnTo>
                  <a:lnTo>
                    <a:pt x="3476" y="1910"/>
                  </a:lnTo>
                  <a:lnTo>
                    <a:pt x="3516" y="2015"/>
                  </a:lnTo>
                  <a:lnTo>
                    <a:pt x="3542" y="2133"/>
                  </a:lnTo>
                  <a:lnTo>
                    <a:pt x="3568" y="2252"/>
                  </a:lnTo>
                  <a:lnTo>
                    <a:pt x="3568" y="2370"/>
                  </a:lnTo>
                  <a:lnTo>
                    <a:pt x="3568" y="2502"/>
                  </a:lnTo>
                  <a:lnTo>
                    <a:pt x="3542" y="2620"/>
                  </a:lnTo>
                  <a:lnTo>
                    <a:pt x="3516" y="2726"/>
                  </a:lnTo>
                  <a:lnTo>
                    <a:pt x="3476" y="2844"/>
                  </a:lnTo>
                  <a:lnTo>
                    <a:pt x="3423" y="2950"/>
                  </a:lnTo>
                  <a:lnTo>
                    <a:pt x="3371" y="3042"/>
                  </a:lnTo>
                  <a:lnTo>
                    <a:pt x="3292" y="3134"/>
                  </a:lnTo>
                  <a:lnTo>
                    <a:pt x="3213" y="3226"/>
                  </a:lnTo>
                  <a:lnTo>
                    <a:pt x="3134" y="3305"/>
                  </a:lnTo>
                  <a:lnTo>
                    <a:pt x="3042" y="3371"/>
                  </a:lnTo>
                  <a:lnTo>
                    <a:pt x="2949" y="3423"/>
                  </a:lnTo>
                  <a:lnTo>
                    <a:pt x="2844" y="3476"/>
                  </a:lnTo>
                  <a:lnTo>
                    <a:pt x="2726" y="3516"/>
                  </a:lnTo>
                  <a:lnTo>
                    <a:pt x="2620" y="3555"/>
                  </a:lnTo>
                  <a:lnTo>
                    <a:pt x="2489" y="3568"/>
                  </a:lnTo>
                  <a:lnTo>
                    <a:pt x="2252" y="3568"/>
                  </a:lnTo>
                  <a:lnTo>
                    <a:pt x="2133" y="3555"/>
                  </a:lnTo>
                  <a:lnTo>
                    <a:pt x="2015" y="3516"/>
                  </a:lnTo>
                  <a:lnTo>
                    <a:pt x="1910" y="3476"/>
                  </a:lnTo>
                  <a:lnTo>
                    <a:pt x="1804" y="3423"/>
                  </a:lnTo>
                  <a:lnTo>
                    <a:pt x="1699" y="3371"/>
                  </a:lnTo>
                  <a:lnTo>
                    <a:pt x="1607" y="3305"/>
                  </a:lnTo>
                  <a:lnTo>
                    <a:pt x="1528" y="3226"/>
                  </a:lnTo>
                  <a:lnTo>
                    <a:pt x="1449" y="3134"/>
                  </a:lnTo>
                  <a:lnTo>
                    <a:pt x="1383" y="3042"/>
                  </a:lnTo>
                  <a:lnTo>
                    <a:pt x="1317" y="2950"/>
                  </a:lnTo>
                  <a:lnTo>
                    <a:pt x="1265" y="2844"/>
                  </a:lnTo>
                  <a:lnTo>
                    <a:pt x="1225" y="2726"/>
                  </a:lnTo>
                  <a:lnTo>
                    <a:pt x="1199" y="2620"/>
                  </a:lnTo>
                  <a:lnTo>
                    <a:pt x="1186" y="2502"/>
                  </a:lnTo>
                  <a:lnTo>
                    <a:pt x="1172" y="2370"/>
                  </a:lnTo>
                  <a:lnTo>
                    <a:pt x="1186" y="2252"/>
                  </a:lnTo>
                  <a:lnTo>
                    <a:pt x="1199" y="2133"/>
                  </a:lnTo>
                  <a:lnTo>
                    <a:pt x="1225" y="2015"/>
                  </a:lnTo>
                  <a:lnTo>
                    <a:pt x="1265" y="1910"/>
                  </a:lnTo>
                  <a:lnTo>
                    <a:pt x="1317" y="1804"/>
                  </a:lnTo>
                  <a:lnTo>
                    <a:pt x="1383" y="1712"/>
                  </a:lnTo>
                  <a:lnTo>
                    <a:pt x="1449" y="1620"/>
                  </a:lnTo>
                  <a:lnTo>
                    <a:pt x="1528" y="1528"/>
                  </a:lnTo>
                  <a:lnTo>
                    <a:pt x="1607" y="1449"/>
                  </a:lnTo>
                  <a:lnTo>
                    <a:pt x="1699" y="1383"/>
                  </a:lnTo>
                  <a:lnTo>
                    <a:pt x="1804" y="1317"/>
                  </a:lnTo>
                  <a:lnTo>
                    <a:pt x="1910" y="1278"/>
                  </a:lnTo>
                  <a:lnTo>
                    <a:pt x="2015" y="1238"/>
                  </a:lnTo>
                  <a:lnTo>
                    <a:pt x="2133" y="1199"/>
                  </a:lnTo>
                  <a:lnTo>
                    <a:pt x="2252" y="1186"/>
                  </a:lnTo>
                  <a:lnTo>
                    <a:pt x="2370" y="1172"/>
                  </a:lnTo>
                  <a:close/>
                  <a:moveTo>
                    <a:pt x="2370" y="1"/>
                  </a:moveTo>
                  <a:lnTo>
                    <a:pt x="2133" y="14"/>
                  </a:lnTo>
                  <a:lnTo>
                    <a:pt x="1896" y="40"/>
                  </a:lnTo>
                  <a:lnTo>
                    <a:pt x="1673" y="106"/>
                  </a:lnTo>
                  <a:lnTo>
                    <a:pt x="1449" y="185"/>
                  </a:lnTo>
                  <a:lnTo>
                    <a:pt x="1238" y="291"/>
                  </a:lnTo>
                  <a:lnTo>
                    <a:pt x="1041" y="409"/>
                  </a:lnTo>
                  <a:lnTo>
                    <a:pt x="856" y="541"/>
                  </a:lnTo>
                  <a:lnTo>
                    <a:pt x="685" y="699"/>
                  </a:lnTo>
                  <a:lnTo>
                    <a:pt x="541" y="870"/>
                  </a:lnTo>
                  <a:lnTo>
                    <a:pt x="396" y="1041"/>
                  </a:lnTo>
                  <a:lnTo>
                    <a:pt x="277" y="1238"/>
                  </a:lnTo>
                  <a:lnTo>
                    <a:pt x="185" y="1449"/>
                  </a:lnTo>
                  <a:lnTo>
                    <a:pt x="106" y="1673"/>
                  </a:lnTo>
                  <a:lnTo>
                    <a:pt x="40" y="1896"/>
                  </a:lnTo>
                  <a:lnTo>
                    <a:pt x="1" y="2133"/>
                  </a:lnTo>
                  <a:lnTo>
                    <a:pt x="1" y="2370"/>
                  </a:lnTo>
                  <a:lnTo>
                    <a:pt x="1" y="2620"/>
                  </a:lnTo>
                  <a:lnTo>
                    <a:pt x="40" y="2857"/>
                  </a:lnTo>
                  <a:lnTo>
                    <a:pt x="106" y="3081"/>
                  </a:lnTo>
                  <a:lnTo>
                    <a:pt x="185" y="3305"/>
                  </a:lnTo>
                  <a:lnTo>
                    <a:pt x="277" y="3502"/>
                  </a:lnTo>
                  <a:lnTo>
                    <a:pt x="396" y="3700"/>
                  </a:lnTo>
                  <a:lnTo>
                    <a:pt x="541" y="3884"/>
                  </a:lnTo>
                  <a:lnTo>
                    <a:pt x="685" y="4055"/>
                  </a:lnTo>
                  <a:lnTo>
                    <a:pt x="856" y="4213"/>
                  </a:lnTo>
                  <a:lnTo>
                    <a:pt x="1041" y="4345"/>
                  </a:lnTo>
                  <a:lnTo>
                    <a:pt x="1238" y="4463"/>
                  </a:lnTo>
                  <a:lnTo>
                    <a:pt x="1449" y="4569"/>
                  </a:lnTo>
                  <a:lnTo>
                    <a:pt x="1673" y="4648"/>
                  </a:lnTo>
                  <a:lnTo>
                    <a:pt x="1896" y="4700"/>
                  </a:lnTo>
                  <a:lnTo>
                    <a:pt x="2133" y="4740"/>
                  </a:lnTo>
                  <a:lnTo>
                    <a:pt x="2370" y="4753"/>
                  </a:lnTo>
                  <a:lnTo>
                    <a:pt x="2634" y="4740"/>
                  </a:lnTo>
                  <a:lnTo>
                    <a:pt x="2884" y="4700"/>
                  </a:lnTo>
                  <a:lnTo>
                    <a:pt x="3121" y="4635"/>
                  </a:lnTo>
                  <a:lnTo>
                    <a:pt x="3344" y="4542"/>
                  </a:lnTo>
                  <a:lnTo>
                    <a:pt x="16547" y="17745"/>
                  </a:lnTo>
                  <a:lnTo>
                    <a:pt x="37254" y="17745"/>
                  </a:lnTo>
                  <a:lnTo>
                    <a:pt x="37254" y="16561"/>
                  </a:lnTo>
                  <a:lnTo>
                    <a:pt x="17034" y="16561"/>
                  </a:lnTo>
                  <a:lnTo>
                    <a:pt x="4279" y="3805"/>
                  </a:lnTo>
                  <a:lnTo>
                    <a:pt x="4384" y="3647"/>
                  </a:lnTo>
                  <a:lnTo>
                    <a:pt x="4476" y="3489"/>
                  </a:lnTo>
                  <a:lnTo>
                    <a:pt x="4555" y="3318"/>
                  </a:lnTo>
                  <a:lnTo>
                    <a:pt x="4621" y="3134"/>
                  </a:lnTo>
                  <a:lnTo>
                    <a:pt x="4674" y="2963"/>
                  </a:lnTo>
                  <a:lnTo>
                    <a:pt x="4713" y="2765"/>
                  </a:lnTo>
                  <a:lnTo>
                    <a:pt x="4740" y="2568"/>
                  </a:lnTo>
                  <a:lnTo>
                    <a:pt x="4753" y="2370"/>
                  </a:lnTo>
                  <a:lnTo>
                    <a:pt x="4740" y="2133"/>
                  </a:lnTo>
                  <a:lnTo>
                    <a:pt x="4700" y="1896"/>
                  </a:lnTo>
                  <a:lnTo>
                    <a:pt x="4648" y="1673"/>
                  </a:lnTo>
                  <a:lnTo>
                    <a:pt x="4569" y="1449"/>
                  </a:lnTo>
                  <a:lnTo>
                    <a:pt x="4463" y="1238"/>
                  </a:lnTo>
                  <a:lnTo>
                    <a:pt x="4345" y="1041"/>
                  </a:lnTo>
                  <a:lnTo>
                    <a:pt x="4213" y="870"/>
                  </a:lnTo>
                  <a:lnTo>
                    <a:pt x="4055" y="699"/>
                  </a:lnTo>
                  <a:lnTo>
                    <a:pt x="3884" y="541"/>
                  </a:lnTo>
                  <a:lnTo>
                    <a:pt x="3700" y="409"/>
                  </a:lnTo>
                  <a:lnTo>
                    <a:pt x="3502" y="291"/>
                  </a:lnTo>
                  <a:lnTo>
                    <a:pt x="3292" y="185"/>
                  </a:lnTo>
                  <a:lnTo>
                    <a:pt x="3081" y="106"/>
                  </a:lnTo>
                  <a:lnTo>
                    <a:pt x="2857" y="40"/>
                  </a:lnTo>
                  <a:lnTo>
                    <a:pt x="2620" y="14"/>
                  </a:lnTo>
                  <a:lnTo>
                    <a:pt x="2370"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817;p24">
              <a:extLst>
                <a:ext uri="{FF2B5EF4-FFF2-40B4-BE49-F238E27FC236}">
                  <a16:creationId xmlns:a16="http://schemas.microsoft.com/office/drawing/2014/main" id="{F6DC44BF-5F21-3301-153E-1D2D9C8BA3CA}"/>
                </a:ext>
              </a:extLst>
            </p:cNvPr>
            <p:cNvSpPr/>
            <p:nvPr/>
          </p:nvSpPr>
          <p:spPr>
            <a:xfrm>
              <a:off x="1084150" y="3024175"/>
              <a:ext cx="931350" cy="434425"/>
            </a:xfrm>
            <a:custGeom>
              <a:avLst/>
              <a:gdLst/>
              <a:ahLst/>
              <a:cxnLst/>
              <a:rect l="l" t="t" r="r" b="b"/>
              <a:pathLst>
                <a:path w="37254" h="17377" extrusionOk="0">
                  <a:moveTo>
                    <a:pt x="2489" y="1185"/>
                  </a:moveTo>
                  <a:lnTo>
                    <a:pt x="2620" y="1211"/>
                  </a:lnTo>
                  <a:lnTo>
                    <a:pt x="2726" y="1238"/>
                  </a:lnTo>
                  <a:lnTo>
                    <a:pt x="2844" y="1277"/>
                  </a:lnTo>
                  <a:lnTo>
                    <a:pt x="2949" y="1330"/>
                  </a:lnTo>
                  <a:lnTo>
                    <a:pt x="3042" y="1382"/>
                  </a:lnTo>
                  <a:lnTo>
                    <a:pt x="3134" y="1461"/>
                  </a:lnTo>
                  <a:lnTo>
                    <a:pt x="3213" y="1540"/>
                  </a:lnTo>
                  <a:lnTo>
                    <a:pt x="3292" y="1619"/>
                  </a:lnTo>
                  <a:lnTo>
                    <a:pt x="3371" y="1712"/>
                  </a:lnTo>
                  <a:lnTo>
                    <a:pt x="3423" y="1817"/>
                  </a:lnTo>
                  <a:lnTo>
                    <a:pt x="3476" y="1922"/>
                  </a:lnTo>
                  <a:lnTo>
                    <a:pt x="3516" y="2028"/>
                  </a:lnTo>
                  <a:lnTo>
                    <a:pt x="3542" y="2146"/>
                  </a:lnTo>
                  <a:lnTo>
                    <a:pt x="3568" y="2264"/>
                  </a:lnTo>
                  <a:lnTo>
                    <a:pt x="3568" y="2383"/>
                  </a:lnTo>
                  <a:lnTo>
                    <a:pt x="3555" y="2528"/>
                  </a:lnTo>
                  <a:lnTo>
                    <a:pt x="3529" y="2673"/>
                  </a:lnTo>
                  <a:lnTo>
                    <a:pt x="3489" y="2804"/>
                  </a:lnTo>
                  <a:lnTo>
                    <a:pt x="3437" y="2936"/>
                  </a:lnTo>
                  <a:lnTo>
                    <a:pt x="2923" y="3436"/>
                  </a:lnTo>
                  <a:lnTo>
                    <a:pt x="2805" y="3502"/>
                  </a:lnTo>
                  <a:lnTo>
                    <a:pt x="2660" y="3541"/>
                  </a:lnTo>
                  <a:lnTo>
                    <a:pt x="2515" y="3568"/>
                  </a:lnTo>
                  <a:lnTo>
                    <a:pt x="2370" y="3581"/>
                  </a:lnTo>
                  <a:lnTo>
                    <a:pt x="2252" y="3568"/>
                  </a:lnTo>
                  <a:lnTo>
                    <a:pt x="2133" y="3554"/>
                  </a:lnTo>
                  <a:lnTo>
                    <a:pt x="2015" y="3528"/>
                  </a:lnTo>
                  <a:lnTo>
                    <a:pt x="1910" y="3489"/>
                  </a:lnTo>
                  <a:lnTo>
                    <a:pt x="1804" y="3436"/>
                  </a:lnTo>
                  <a:lnTo>
                    <a:pt x="1699" y="3370"/>
                  </a:lnTo>
                  <a:lnTo>
                    <a:pt x="1607" y="3304"/>
                  </a:lnTo>
                  <a:lnTo>
                    <a:pt x="1528" y="3225"/>
                  </a:lnTo>
                  <a:lnTo>
                    <a:pt x="1449" y="3146"/>
                  </a:lnTo>
                  <a:lnTo>
                    <a:pt x="1383" y="3054"/>
                  </a:lnTo>
                  <a:lnTo>
                    <a:pt x="1317" y="2949"/>
                  </a:lnTo>
                  <a:lnTo>
                    <a:pt x="1265" y="2844"/>
                  </a:lnTo>
                  <a:lnTo>
                    <a:pt x="1225" y="2738"/>
                  </a:lnTo>
                  <a:lnTo>
                    <a:pt x="1199" y="2620"/>
                  </a:lnTo>
                  <a:lnTo>
                    <a:pt x="1186" y="2501"/>
                  </a:lnTo>
                  <a:lnTo>
                    <a:pt x="1172" y="2383"/>
                  </a:lnTo>
                  <a:lnTo>
                    <a:pt x="1186" y="2264"/>
                  </a:lnTo>
                  <a:lnTo>
                    <a:pt x="1199" y="2146"/>
                  </a:lnTo>
                  <a:lnTo>
                    <a:pt x="1225" y="2028"/>
                  </a:lnTo>
                  <a:lnTo>
                    <a:pt x="1265" y="1922"/>
                  </a:lnTo>
                  <a:lnTo>
                    <a:pt x="1317" y="1817"/>
                  </a:lnTo>
                  <a:lnTo>
                    <a:pt x="1383" y="1712"/>
                  </a:lnTo>
                  <a:lnTo>
                    <a:pt x="1449" y="1619"/>
                  </a:lnTo>
                  <a:lnTo>
                    <a:pt x="1528" y="1540"/>
                  </a:lnTo>
                  <a:lnTo>
                    <a:pt x="1607" y="1461"/>
                  </a:lnTo>
                  <a:lnTo>
                    <a:pt x="1699" y="1382"/>
                  </a:lnTo>
                  <a:lnTo>
                    <a:pt x="1804" y="1330"/>
                  </a:lnTo>
                  <a:lnTo>
                    <a:pt x="1910" y="1277"/>
                  </a:lnTo>
                  <a:lnTo>
                    <a:pt x="2015" y="1238"/>
                  </a:lnTo>
                  <a:lnTo>
                    <a:pt x="2133" y="1211"/>
                  </a:lnTo>
                  <a:lnTo>
                    <a:pt x="2252" y="1185"/>
                  </a:lnTo>
                  <a:close/>
                  <a:moveTo>
                    <a:pt x="2370" y="0"/>
                  </a:moveTo>
                  <a:lnTo>
                    <a:pt x="2133" y="13"/>
                  </a:lnTo>
                  <a:lnTo>
                    <a:pt x="1896" y="53"/>
                  </a:lnTo>
                  <a:lnTo>
                    <a:pt x="1673" y="106"/>
                  </a:lnTo>
                  <a:lnTo>
                    <a:pt x="1449" y="185"/>
                  </a:lnTo>
                  <a:lnTo>
                    <a:pt x="1238" y="290"/>
                  </a:lnTo>
                  <a:lnTo>
                    <a:pt x="1041" y="408"/>
                  </a:lnTo>
                  <a:lnTo>
                    <a:pt x="856" y="553"/>
                  </a:lnTo>
                  <a:lnTo>
                    <a:pt x="685" y="698"/>
                  </a:lnTo>
                  <a:lnTo>
                    <a:pt x="541" y="869"/>
                  </a:lnTo>
                  <a:lnTo>
                    <a:pt x="396" y="1053"/>
                  </a:lnTo>
                  <a:lnTo>
                    <a:pt x="277" y="1251"/>
                  </a:lnTo>
                  <a:lnTo>
                    <a:pt x="185" y="1461"/>
                  </a:lnTo>
                  <a:lnTo>
                    <a:pt x="106" y="1672"/>
                  </a:lnTo>
                  <a:lnTo>
                    <a:pt x="40" y="1909"/>
                  </a:lnTo>
                  <a:lnTo>
                    <a:pt x="1" y="2133"/>
                  </a:lnTo>
                  <a:lnTo>
                    <a:pt x="1" y="2383"/>
                  </a:lnTo>
                  <a:lnTo>
                    <a:pt x="1" y="2620"/>
                  </a:lnTo>
                  <a:lnTo>
                    <a:pt x="40" y="2857"/>
                  </a:lnTo>
                  <a:lnTo>
                    <a:pt x="106" y="3094"/>
                  </a:lnTo>
                  <a:lnTo>
                    <a:pt x="185" y="3304"/>
                  </a:lnTo>
                  <a:lnTo>
                    <a:pt x="277" y="3515"/>
                  </a:lnTo>
                  <a:lnTo>
                    <a:pt x="396" y="3712"/>
                  </a:lnTo>
                  <a:lnTo>
                    <a:pt x="541" y="3897"/>
                  </a:lnTo>
                  <a:lnTo>
                    <a:pt x="685" y="4068"/>
                  </a:lnTo>
                  <a:lnTo>
                    <a:pt x="856" y="4213"/>
                  </a:lnTo>
                  <a:lnTo>
                    <a:pt x="1041" y="4357"/>
                  </a:lnTo>
                  <a:lnTo>
                    <a:pt x="1238" y="4476"/>
                  </a:lnTo>
                  <a:lnTo>
                    <a:pt x="1449" y="4568"/>
                  </a:lnTo>
                  <a:lnTo>
                    <a:pt x="1673" y="4647"/>
                  </a:lnTo>
                  <a:lnTo>
                    <a:pt x="1896" y="4713"/>
                  </a:lnTo>
                  <a:lnTo>
                    <a:pt x="2133" y="4752"/>
                  </a:lnTo>
                  <a:lnTo>
                    <a:pt x="2370" y="4766"/>
                  </a:lnTo>
                  <a:lnTo>
                    <a:pt x="2541" y="4752"/>
                  </a:lnTo>
                  <a:lnTo>
                    <a:pt x="2699" y="4739"/>
                  </a:lnTo>
                  <a:lnTo>
                    <a:pt x="2857" y="4713"/>
                  </a:lnTo>
                  <a:lnTo>
                    <a:pt x="3015" y="4673"/>
                  </a:lnTo>
                  <a:lnTo>
                    <a:pt x="3173" y="4621"/>
                  </a:lnTo>
                  <a:lnTo>
                    <a:pt x="3318" y="4568"/>
                  </a:lnTo>
                  <a:lnTo>
                    <a:pt x="3450" y="4502"/>
                  </a:lnTo>
                  <a:lnTo>
                    <a:pt x="3595" y="4423"/>
                  </a:lnTo>
                  <a:lnTo>
                    <a:pt x="16547" y="17376"/>
                  </a:lnTo>
                  <a:lnTo>
                    <a:pt x="37254" y="17376"/>
                  </a:lnTo>
                  <a:lnTo>
                    <a:pt x="37254" y="16205"/>
                  </a:lnTo>
                  <a:lnTo>
                    <a:pt x="17034" y="16205"/>
                  </a:lnTo>
                  <a:lnTo>
                    <a:pt x="4424" y="3581"/>
                  </a:lnTo>
                  <a:lnTo>
                    <a:pt x="4503" y="3449"/>
                  </a:lnTo>
                  <a:lnTo>
                    <a:pt x="4569" y="3304"/>
                  </a:lnTo>
                  <a:lnTo>
                    <a:pt x="4621" y="3160"/>
                  </a:lnTo>
                  <a:lnTo>
                    <a:pt x="4661" y="3015"/>
                  </a:lnTo>
                  <a:lnTo>
                    <a:pt x="4700" y="2857"/>
                  </a:lnTo>
                  <a:lnTo>
                    <a:pt x="4727" y="2699"/>
                  </a:lnTo>
                  <a:lnTo>
                    <a:pt x="4740" y="2541"/>
                  </a:lnTo>
                  <a:lnTo>
                    <a:pt x="4753" y="2383"/>
                  </a:lnTo>
                  <a:lnTo>
                    <a:pt x="4740" y="2133"/>
                  </a:lnTo>
                  <a:lnTo>
                    <a:pt x="4700" y="1909"/>
                  </a:lnTo>
                  <a:lnTo>
                    <a:pt x="4648" y="1672"/>
                  </a:lnTo>
                  <a:lnTo>
                    <a:pt x="4569" y="1461"/>
                  </a:lnTo>
                  <a:lnTo>
                    <a:pt x="4463" y="1251"/>
                  </a:lnTo>
                  <a:lnTo>
                    <a:pt x="4345" y="1053"/>
                  </a:lnTo>
                  <a:lnTo>
                    <a:pt x="4213" y="869"/>
                  </a:lnTo>
                  <a:lnTo>
                    <a:pt x="4055" y="698"/>
                  </a:lnTo>
                  <a:lnTo>
                    <a:pt x="3884" y="553"/>
                  </a:lnTo>
                  <a:lnTo>
                    <a:pt x="3700" y="408"/>
                  </a:lnTo>
                  <a:lnTo>
                    <a:pt x="3502" y="290"/>
                  </a:lnTo>
                  <a:lnTo>
                    <a:pt x="3292" y="185"/>
                  </a:lnTo>
                  <a:lnTo>
                    <a:pt x="3081" y="106"/>
                  </a:lnTo>
                  <a:lnTo>
                    <a:pt x="2857" y="53"/>
                  </a:lnTo>
                  <a:lnTo>
                    <a:pt x="2620" y="13"/>
                  </a:lnTo>
                  <a:lnTo>
                    <a:pt x="2370"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818;p24">
              <a:extLst>
                <a:ext uri="{FF2B5EF4-FFF2-40B4-BE49-F238E27FC236}">
                  <a16:creationId xmlns:a16="http://schemas.microsoft.com/office/drawing/2014/main" id="{73CB488D-9721-9617-4708-16A59A43FF45}"/>
                </a:ext>
              </a:extLst>
            </p:cNvPr>
            <p:cNvSpPr/>
            <p:nvPr/>
          </p:nvSpPr>
          <p:spPr>
            <a:xfrm>
              <a:off x="1128575" y="3519125"/>
              <a:ext cx="933000" cy="118825"/>
            </a:xfrm>
            <a:custGeom>
              <a:avLst/>
              <a:gdLst/>
              <a:ahLst/>
              <a:cxnLst/>
              <a:rect l="l" t="t" r="r" b="b"/>
              <a:pathLst>
                <a:path w="37320" h="4753" extrusionOk="0">
                  <a:moveTo>
                    <a:pt x="2502" y="1185"/>
                  </a:moveTo>
                  <a:lnTo>
                    <a:pt x="2620" y="1198"/>
                  </a:lnTo>
                  <a:lnTo>
                    <a:pt x="2739" y="1238"/>
                  </a:lnTo>
                  <a:lnTo>
                    <a:pt x="2844" y="1277"/>
                  </a:lnTo>
                  <a:lnTo>
                    <a:pt x="2950" y="1330"/>
                  </a:lnTo>
                  <a:lnTo>
                    <a:pt x="3055" y="1382"/>
                  </a:lnTo>
                  <a:lnTo>
                    <a:pt x="3147" y="1448"/>
                  </a:lnTo>
                  <a:lnTo>
                    <a:pt x="3226" y="1527"/>
                  </a:lnTo>
                  <a:lnTo>
                    <a:pt x="3305" y="1619"/>
                  </a:lnTo>
                  <a:lnTo>
                    <a:pt x="3371" y="1712"/>
                  </a:lnTo>
                  <a:lnTo>
                    <a:pt x="3437" y="1804"/>
                  </a:lnTo>
                  <a:lnTo>
                    <a:pt x="3489" y="1909"/>
                  </a:lnTo>
                  <a:lnTo>
                    <a:pt x="3529" y="2014"/>
                  </a:lnTo>
                  <a:lnTo>
                    <a:pt x="3555" y="2133"/>
                  </a:lnTo>
                  <a:lnTo>
                    <a:pt x="3581" y="2251"/>
                  </a:lnTo>
                  <a:lnTo>
                    <a:pt x="3581" y="2370"/>
                  </a:lnTo>
                  <a:lnTo>
                    <a:pt x="3581" y="2501"/>
                  </a:lnTo>
                  <a:lnTo>
                    <a:pt x="3555" y="2620"/>
                  </a:lnTo>
                  <a:lnTo>
                    <a:pt x="3529" y="2725"/>
                  </a:lnTo>
                  <a:lnTo>
                    <a:pt x="3489" y="2844"/>
                  </a:lnTo>
                  <a:lnTo>
                    <a:pt x="3437" y="2949"/>
                  </a:lnTo>
                  <a:lnTo>
                    <a:pt x="3371" y="3041"/>
                  </a:lnTo>
                  <a:lnTo>
                    <a:pt x="3305" y="3133"/>
                  </a:lnTo>
                  <a:lnTo>
                    <a:pt x="3226" y="3225"/>
                  </a:lnTo>
                  <a:lnTo>
                    <a:pt x="3147" y="3304"/>
                  </a:lnTo>
                  <a:lnTo>
                    <a:pt x="3055" y="3370"/>
                  </a:lnTo>
                  <a:lnTo>
                    <a:pt x="2950" y="3423"/>
                  </a:lnTo>
                  <a:lnTo>
                    <a:pt x="2844" y="3475"/>
                  </a:lnTo>
                  <a:lnTo>
                    <a:pt x="2739" y="3515"/>
                  </a:lnTo>
                  <a:lnTo>
                    <a:pt x="2620" y="3554"/>
                  </a:lnTo>
                  <a:lnTo>
                    <a:pt x="2502" y="3568"/>
                  </a:lnTo>
                  <a:lnTo>
                    <a:pt x="2265" y="3568"/>
                  </a:lnTo>
                  <a:lnTo>
                    <a:pt x="2147" y="3554"/>
                  </a:lnTo>
                  <a:lnTo>
                    <a:pt x="2028" y="3515"/>
                  </a:lnTo>
                  <a:lnTo>
                    <a:pt x="1923" y="3475"/>
                  </a:lnTo>
                  <a:lnTo>
                    <a:pt x="1818" y="3423"/>
                  </a:lnTo>
                  <a:lnTo>
                    <a:pt x="1712" y="3370"/>
                  </a:lnTo>
                  <a:lnTo>
                    <a:pt x="1620" y="3304"/>
                  </a:lnTo>
                  <a:lnTo>
                    <a:pt x="1541" y="3225"/>
                  </a:lnTo>
                  <a:lnTo>
                    <a:pt x="1462" y="3133"/>
                  </a:lnTo>
                  <a:lnTo>
                    <a:pt x="1396" y="3041"/>
                  </a:lnTo>
                  <a:lnTo>
                    <a:pt x="1330" y="2949"/>
                  </a:lnTo>
                  <a:lnTo>
                    <a:pt x="1278" y="2844"/>
                  </a:lnTo>
                  <a:lnTo>
                    <a:pt x="1238" y="2725"/>
                  </a:lnTo>
                  <a:lnTo>
                    <a:pt x="1212" y="2620"/>
                  </a:lnTo>
                  <a:lnTo>
                    <a:pt x="1199" y="2501"/>
                  </a:lnTo>
                  <a:lnTo>
                    <a:pt x="1186" y="2370"/>
                  </a:lnTo>
                  <a:lnTo>
                    <a:pt x="1199" y="2251"/>
                  </a:lnTo>
                  <a:lnTo>
                    <a:pt x="1212" y="2133"/>
                  </a:lnTo>
                  <a:lnTo>
                    <a:pt x="1238" y="2014"/>
                  </a:lnTo>
                  <a:lnTo>
                    <a:pt x="1278" y="1909"/>
                  </a:lnTo>
                  <a:lnTo>
                    <a:pt x="1330" y="1804"/>
                  </a:lnTo>
                  <a:lnTo>
                    <a:pt x="1396" y="1712"/>
                  </a:lnTo>
                  <a:lnTo>
                    <a:pt x="1462" y="1619"/>
                  </a:lnTo>
                  <a:lnTo>
                    <a:pt x="1541" y="1527"/>
                  </a:lnTo>
                  <a:lnTo>
                    <a:pt x="1620" y="1448"/>
                  </a:lnTo>
                  <a:lnTo>
                    <a:pt x="1712" y="1382"/>
                  </a:lnTo>
                  <a:lnTo>
                    <a:pt x="1818" y="1330"/>
                  </a:lnTo>
                  <a:lnTo>
                    <a:pt x="1923" y="1277"/>
                  </a:lnTo>
                  <a:lnTo>
                    <a:pt x="2028" y="1238"/>
                  </a:lnTo>
                  <a:lnTo>
                    <a:pt x="2147" y="1198"/>
                  </a:lnTo>
                  <a:lnTo>
                    <a:pt x="2265" y="1185"/>
                  </a:lnTo>
                  <a:close/>
                  <a:moveTo>
                    <a:pt x="2384" y="0"/>
                  </a:moveTo>
                  <a:lnTo>
                    <a:pt x="2147" y="13"/>
                  </a:lnTo>
                  <a:lnTo>
                    <a:pt x="1910" y="40"/>
                  </a:lnTo>
                  <a:lnTo>
                    <a:pt x="1673" y="106"/>
                  </a:lnTo>
                  <a:lnTo>
                    <a:pt x="1462" y="185"/>
                  </a:lnTo>
                  <a:lnTo>
                    <a:pt x="1251" y="290"/>
                  </a:lnTo>
                  <a:lnTo>
                    <a:pt x="1054" y="408"/>
                  </a:lnTo>
                  <a:lnTo>
                    <a:pt x="870" y="540"/>
                  </a:lnTo>
                  <a:lnTo>
                    <a:pt x="699" y="698"/>
                  </a:lnTo>
                  <a:lnTo>
                    <a:pt x="554" y="869"/>
                  </a:lnTo>
                  <a:lnTo>
                    <a:pt x="409" y="1053"/>
                  </a:lnTo>
                  <a:lnTo>
                    <a:pt x="291" y="1238"/>
                  </a:lnTo>
                  <a:lnTo>
                    <a:pt x="198" y="1448"/>
                  </a:lnTo>
                  <a:lnTo>
                    <a:pt x="106" y="1672"/>
                  </a:lnTo>
                  <a:lnTo>
                    <a:pt x="54" y="1896"/>
                  </a:lnTo>
                  <a:lnTo>
                    <a:pt x="14" y="2133"/>
                  </a:lnTo>
                  <a:lnTo>
                    <a:pt x="1" y="2370"/>
                  </a:lnTo>
                  <a:lnTo>
                    <a:pt x="14" y="2620"/>
                  </a:lnTo>
                  <a:lnTo>
                    <a:pt x="54" y="2857"/>
                  </a:lnTo>
                  <a:lnTo>
                    <a:pt x="106" y="3081"/>
                  </a:lnTo>
                  <a:lnTo>
                    <a:pt x="198" y="3304"/>
                  </a:lnTo>
                  <a:lnTo>
                    <a:pt x="291" y="3515"/>
                  </a:lnTo>
                  <a:lnTo>
                    <a:pt x="409" y="3699"/>
                  </a:lnTo>
                  <a:lnTo>
                    <a:pt x="554" y="3883"/>
                  </a:lnTo>
                  <a:lnTo>
                    <a:pt x="699" y="4055"/>
                  </a:lnTo>
                  <a:lnTo>
                    <a:pt x="870" y="4213"/>
                  </a:lnTo>
                  <a:lnTo>
                    <a:pt x="1054" y="4344"/>
                  </a:lnTo>
                  <a:lnTo>
                    <a:pt x="1251" y="4463"/>
                  </a:lnTo>
                  <a:lnTo>
                    <a:pt x="1462" y="4568"/>
                  </a:lnTo>
                  <a:lnTo>
                    <a:pt x="1673" y="4647"/>
                  </a:lnTo>
                  <a:lnTo>
                    <a:pt x="1910" y="4700"/>
                  </a:lnTo>
                  <a:lnTo>
                    <a:pt x="2147" y="4739"/>
                  </a:lnTo>
                  <a:lnTo>
                    <a:pt x="2384" y="4752"/>
                  </a:lnTo>
                  <a:lnTo>
                    <a:pt x="2594" y="4752"/>
                  </a:lnTo>
                  <a:lnTo>
                    <a:pt x="2792" y="4726"/>
                  </a:lnTo>
                  <a:lnTo>
                    <a:pt x="2989" y="4673"/>
                  </a:lnTo>
                  <a:lnTo>
                    <a:pt x="3173" y="4621"/>
                  </a:lnTo>
                  <a:lnTo>
                    <a:pt x="3358" y="4542"/>
                  </a:lnTo>
                  <a:lnTo>
                    <a:pt x="3529" y="4463"/>
                  </a:lnTo>
                  <a:lnTo>
                    <a:pt x="3700" y="4357"/>
                  </a:lnTo>
                  <a:lnTo>
                    <a:pt x="3858" y="4252"/>
                  </a:lnTo>
                  <a:lnTo>
                    <a:pt x="4003" y="4120"/>
                  </a:lnTo>
                  <a:lnTo>
                    <a:pt x="4134" y="3989"/>
                  </a:lnTo>
                  <a:lnTo>
                    <a:pt x="4266" y="3831"/>
                  </a:lnTo>
                  <a:lnTo>
                    <a:pt x="4371" y="3673"/>
                  </a:lnTo>
                  <a:lnTo>
                    <a:pt x="4477" y="3515"/>
                  </a:lnTo>
                  <a:lnTo>
                    <a:pt x="4556" y="3344"/>
                  </a:lnTo>
                  <a:lnTo>
                    <a:pt x="4634" y="3159"/>
                  </a:lnTo>
                  <a:lnTo>
                    <a:pt x="4687" y="2962"/>
                  </a:lnTo>
                  <a:lnTo>
                    <a:pt x="37319" y="2962"/>
                  </a:lnTo>
                  <a:lnTo>
                    <a:pt x="37319" y="1790"/>
                  </a:lnTo>
                  <a:lnTo>
                    <a:pt x="4687" y="1790"/>
                  </a:lnTo>
                  <a:lnTo>
                    <a:pt x="4634" y="1593"/>
                  </a:lnTo>
                  <a:lnTo>
                    <a:pt x="4556" y="1409"/>
                  </a:lnTo>
                  <a:lnTo>
                    <a:pt x="4477" y="1238"/>
                  </a:lnTo>
                  <a:lnTo>
                    <a:pt x="4371" y="1067"/>
                  </a:lnTo>
                  <a:lnTo>
                    <a:pt x="4266" y="922"/>
                  </a:lnTo>
                  <a:lnTo>
                    <a:pt x="4134" y="764"/>
                  </a:lnTo>
                  <a:lnTo>
                    <a:pt x="4003" y="632"/>
                  </a:lnTo>
                  <a:lnTo>
                    <a:pt x="3858" y="500"/>
                  </a:lnTo>
                  <a:lnTo>
                    <a:pt x="3700" y="395"/>
                  </a:lnTo>
                  <a:lnTo>
                    <a:pt x="3529" y="290"/>
                  </a:lnTo>
                  <a:lnTo>
                    <a:pt x="3358" y="211"/>
                  </a:lnTo>
                  <a:lnTo>
                    <a:pt x="3173" y="132"/>
                  </a:lnTo>
                  <a:lnTo>
                    <a:pt x="2989" y="79"/>
                  </a:lnTo>
                  <a:lnTo>
                    <a:pt x="2792" y="27"/>
                  </a:lnTo>
                  <a:lnTo>
                    <a:pt x="2594"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819;p24">
              <a:extLst>
                <a:ext uri="{FF2B5EF4-FFF2-40B4-BE49-F238E27FC236}">
                  <a16:creationId xmlns:a16="http://schemas.microsoft.com/office/drawing/2014/main" id="{56DDCA81-6C64-2AD6-36ED-208C977B2DA8}"/>
                </a:ext>
              </a:extLst>
            </p:cNvPr>
            <p:cNvSpPr/>
            <p:nvPr/>
          </p:nvSpPr>
          <p:spPr>
            <a:xfrm>
              <a:off x="1294775" y="3652725"/>
              <a:ext cx="766800" cy="118825"/>
            </a:xfrm>
            <a:custGeom>
              <a:avLst/>
              <a:gdLst/>
              <a:ahLst/>
              <a:cxnLst/>
              <a:rect l="l" t="t" r="r" b="b"/>
              <a:pathLst>
                <a:path w="30672" h="4753" extrusionOk="0">
                  <a:moveTo>
                    <a:pt x="2383" y="1172"/>
                  </a:moveTo>
                  <a:lnTo>
                    <a:pt x="2502" y="1185"/>
                  </a:lnTo>
                  <a:lnTo>
                    <a:pt x="2620" y="1199"/>
                  </a:lnTo>
                  <a:lnTo>
                    <a:pt x="2739" y="1238"/>
                  </a:lnTo>
                  <a:lnTo>
                    <a:pt x="2844" y="1278"/>
                  </a:lnTo>
                  <a:lnTo>
                    <a:pt x="2949" y="1317"/>
                  </a:lnTo>
                  <a:lnTo>
                    <a:pt x="3054" y="1383"/>
                  </a:lnTo>
                  <a:lnTo>
                    <a:pt x="3147" y="1449"/>
                  </a:lnTo>
                  <a:lnTo>
                    <a:pt x="3226" y="1528"/>
                  </a:lnTo>
                  <a:lnTo>
                    <a:pt x="3305" y="1620"/>
                  </a:lnTo>
                  <a:lnTo>
                    <a:pt x="3370" y="1712"/>
                  </a:lnTo>
                  <a:lnTo>
                    <a:pt x="3436" y="1804"/>
                  </a:lnTo>
                  <a:lnTo>
                    <a:pt x="3489" y="1909"/>
                  </a:lnTo>
                  <a:lnTo>
                    <a:pt x="3528" y="2015"/>
                  </a:lnTo>
                  <a:lnTo>
                    <a:pt x="3555" y="2133"/>
                  </a:lnTo>
                  <a:lnTo>
                    <a:pt x="3581" y="2252"/>
                  </a:lnTo>
                  <a:lnTo>
                    <a:pt x="3581" y="2370"/>
                  </a:lnTo>
                  <a:lnTo>
                    <a:pt x="3581" y="2502"/>
                  </a:lnTo>
                  <a:lnTo>
                    <a:pt x="3555" y="2620"/>
                  </a:lnTo>
                  <a:lnTo>
                    <a:pt x="3528" y="2725"/>
                  </a:lnTo>
                  <a:lnTo>
                    <a:pt x="3489" y="2844"/>
                  </a:lnTo>
                  <a:lnTo>
                    <a:pt x="3436" y="2949"/>
                  </a:lnTo>
                  <a:lnTo>
                    <a:pt x="3370" y="3041"/>
                  </a:lnTo>
                  <a:lnTo>
                    <a:pt x="3305" y="3134"/>
                  </a:lnTo>
                  <a:lnTo>
                    <a:pt x="3226" y="3226"/>
                  </a:lnTo>
                  <a:lnTo>
                    <a:pt x="3147" y="3305"/>
                  </a:lnTo>
                  <a:lnTo>
                    <a:pt x="3054" y="3371"/>
                  </a:lnTo>
                  <a:lnTo>
                    <a:pt x="2949" y="3423"/>
                  </a:lnTo>
                  <a:lnTo>
                    <a:pt x="2844" y="3476"/>
                  </a:lnTo>
                  <a:lnTo>
                    <a:pt x="2739" y="3515"/>
                  </a:lnTo>
                  <a:lnTo>
                    <a:pt x="2620" y="3542"/>
                  </a:lnTo>
                  <a:lnTo>
                    <a:pt x="2502" y="3568"/>
                  </a:lnTo>
                  <a:lnTo>
                    <a:pt x="2265" y="3568"/>
                  </a:lnTo>
                  <a:lnTo>
                    <a:pt x="2146" y="3542"/>
                  </a:lnTo>
                  <a:lnTo>
                    <a:pt x="2028" y="3515"/>
                  </a:lnTo>
                  <a:lnTo>
                    <a:pt x="1922" y="3476"/>
                  </a:lnTo>
                  <a:lnTo>
                    <a:pt x="1817" y="3423"/>
                  </a:lnTo>
                  <a:lnTo>
                    <a:pt x="1712" y="3371"/>
                  </a:lnTo>
                  <a:lnTo>
                    <a:pt x="1620" y="3305"/>
                  </a:lnTo>
                  <a:lnTo>
                    <a:pt x="1541" y="3226"/>
                  </a:lnTo>
                  <a:lnTo>
                    <a:pt x="1462" y="3134"/>
                  </a:lnTo>
                  <a:lnTo>
                    <a:pt x="1396" y="3041"/>
                  </a:lnTo>
                  <a:lnTo>
                    <a:pt x="1330" y="2949"/>
                  </a:lnTo>
                  <a:lnTo>
                    <a:pt x="1277" y="2844"/>
                  </a:lnTo>
                  <a:lnTo>
                    <a:pt x="1238" y="2725"/>
                  </a:lnTo>
                  <a:lnTo>
                    <a:pt x="1212" y="2620"/>
                  </a:lnTo>
                  <a:lnTo>
                    <a:pt x="1198" y="2502"/>
                  </a:lnTo>
                  <a:lnTo>
                    <a:pt x="1185" y="2370"/>
                  </a:lnTo>
                  <a:lnTo>
                    <a:pt x="1198" y="2252"/>
                  </a:lnTo>
                  <a:lnTo>
                    <a:pt x="1212" y="2133"/>
                  </a:lnTo>
                  <a:lnTo>
                    <a:pt x="1238" y="2015"/>
                  </a:lnTo>
                  <a:lnTo>
                    <a:pt x="1277" y="1909"/>
                  </a:lnTo>
                  <a:lnTo>
                    <a:pt x="1330" y="1804"/>
                  </a:lnTo>
                  <a:lnTo>
                    <a:pt x="1396" y="1712"/>
                  </a:lnTo>
                  <a:lnTo>
                    <a:pt x="1462" y="1620"/>
                  </a:lnTo>
                  <a:lnTo>
                    <a:pt x="1541" y="1528"/>
                  </a:lnTo>
                  <a:lnTo>
                    <a:pt x="1620" y="1449"/>
                  </a:lnTo>
                  <a:lnTo>
                    <a:pt x="1712" y="1383"/>
                  </a:lnTo>
                  <a:lnTo>
                    <a:pt x="1817" y="1317"/>
                  </a:lnTo>
                  <a:lnTo>
                    <a:pt x="1922" y="1278"/>
                  </a:lnTo>
                  <a:lnTo>
                    <a:pt x="2028" y="1238"/>
                  </a:lnTo>
                  <a:lnTo>
                    <a:pt x="2146" y="1199"/>
                  </a:lnTo>
                  <a:lnTo>
                    <a:pt x="2265" y="1185"/>
                  </a:lnTo>
                  <a:lnTo>
                    <a:pt x="2383" y="1172"/>
                  </a:lnTo>
                  <a:close/>
                  <a:moveTo>
                    <a:pt x="2383" y="1"/>
                  </a:moveTo>
                  <a:lnTo>
                    <a:pt x="2146" y="14"/>
                  </a:lnTo>
                  <a:lnTo>
                    <a:pt x="1909" y="40"/>
                  </a:lnTo>
                  <a:lnTo>
                    <a:pt x="1672" y="106"/>
                  </a:lnTo>
                  <a:lnTo>
                    <a:pt x="1462" y="185"/>
                  </a:lnTo>
                  <a:lnTo>
                    <a:pt x="1251" y="290"/>
                  </a:lnTo>
                  <a:lnTo>
                    <a:pt x="1054" y="409"/>
                  </a:lnTo>
                  <a:lnTo>
                    <a:pt x="869" y="540"/>
                  </a:lnTo>
                  <a:lnTo>
                    <a:pt x="698" y="698"/>
                  </a:lnTo>
                  <a:lnTo>
                    <a:pt x="553" y="869"/>
                  </a:lnTo>
                  <a:lnTo>
                    <a:pt x="409" y="1041"/>
                  </a:lnTo>
                  <a:lnTo>
                    <a:pt x="290" y="1238"/>
                  </a:lnTo>
                  <a:lnTo>
                    <a:pt x="198" y="1449"/>
                  </a:lnTo>
                  <a:lnTo>
                    <a:pt x="119" y="1672"/>
                  </a:lnTo>
                  <a:lnTo>
                    <a:pt x="53" y="1896"/>
                  </a:lnTo>
                  <a:lnTo>
                    <a:pt x="14" y="2133"/>
                  </a:lnTo>
                  <a:lnTo>
                    <a:pt x="1" y="2370"/>
                  </a:lnTo>
                  <a:lnTo>
                    <a:pt x="14" y="2620"/>
                  </a:lnTo>
                  <a:lnTo>
                    <a:pt x="53" y="2857"/>
                  </a:lnTo>
                  <a:lnTo>
                    <a:pt x="119" y="3081"/>
                  </a:lnTo>
                  <a:lnTo>
                    <a:pt x="198" y="3305"/>
                  </a:lnTo>
                  <a:lnTo>
                    <a:pt x="290" y="3502"/>
                  </a:lnTo>
                  <a:lnTo>
                    <a:pt x="409" y="3700"/>
                  </a:lnTo>
                  <a:lnTo>
                    <a:pt x="553" y="3884"/>
                  </a:lnTo>
                  <a:lnTo>
                    <a:pt x="698" y="4055"/>
                  </a:lnTo>
                  <a:lnTo>
                    <a:pt x="869" y="4213"/>
                  </a:lnTo>
                  <a:lnTo>
                    <a:pt x="1054" y="4345"/>
                  </a:lnTo>
                  <a:lnTo>
                    <a:pt x="1251" y="4463"/>
                  </a:lnTo>
                  <a:lnTo>
                    <a:pt x="1462" y="4568"/>
                  </a:lnTo>
                  <a:lnTo>
                    <a:pt x="1672" y="4647"/>
                  </a:lnTo>
                  <a:lnTo>
                    <a:pt x="1909" y="4700"/>
                  </a:lnTo>
                  <a:lnTo>
                    <a:pt x="2146" y="4740"/>
                  </a:lnTo>
                  <a:lnTo>
                    <a:pt x="2383" y="4753"/>
                  </a:lnTo>
                  <a:lnTo>
                    <a:pt x="2594" y="4740"/>
                  </a:lnTo>
                  <a:lnTo>
                    <a:pt x="2791" y="4713"/>
                  </a:lnTo>
                  <a:lnTo>
                    <a:pt x="2989" y="4674"/>
                  </a:lnTo>
                  <a:lnTo>
                    <a:pt x="3173" y="4621"/>
                  </a:lnTo>
                  <a:lnTo>
                    <a:pt x="3357" y="4542"/>
                  </a:lnTo>
                  <a:lnTo>
                    <a:pt x="3528" y="4463"/>
                  </a:lnTo>
                  <a:lnTo>
                    <a:pt x="3699" y="4358"/>
                  </a:lnTo>
                  <a:lnTo>
                    <a:pt x="3857" y="4239"/>
                  </a:lnTo>
                  <a:lnTo>
                    <a:pt x="4002" y="4121"/>
                  </a:lnTo>
                  <a:lnTo>
                    <a:pt x="4134" y="3989"/>
                  </a:lnTo>
                  <a:lnTo>
                    <a:pt x="4265" y="3831"/>
                  </a:lnTo>
                  <a:lnTo>
                    <a:pt x="4371" y="3673"/>
                  </a:lnTo>
                  <a:lnTo>
                    <a:pt x="4476" y="3515"/>
                  </a:lnTo>
                  <a:lnTo>
                    <a:pt x="4555" y="3331"/>
                  </a:lnTo>
                  <a:lnTo>
                    <a:pt x="4634" y="3160"/>
                  </a:lnTo>
                  <a:lnTo>
                    <a:pt x="4687" y="2962"/>
                  </a:lnTo>
                  <a:lnTo>
                    <a:pt x="30671" y="2962"/>
                  </a:lnTo>
                  <a:lnTo>
                    <a:pt x="30671" y="1791"/>
                  </a:lnTo>
                  <a:lnTo>
                    <a:pt x="4687" y="1791"/>
                  </a:lnTo>
                  <a:lnTo>
                    <a:pt x="4634" y="1593"/>
                  </a:lnTo>
                  <a:lnTo>
                    <a:pt x="4555" y="1409"/>
                  </a:lnTo>
                  <a:lnTo>
                    <a:pt x="4476" y="1238"/>
                  </a:lnTo>
                  <a:lnTo>
                    <a:pt x="4371" y="1067"/>
                  </a:lnTo>
                  <a:lnTo>
                    <a:pt x="4265" y="909"/>
                  </a:lnTo>
                  <a:lnTo>
                    <a:pt x="4134" y="764"/>
                  </a:lnTo>
                  <a:lnTo>
                    <a:pt x="4002" y="632"/>
                  </a:lnTo>
                  <a:lnTo>
                    <a:pt x="3857" y="501"/>
                  </a:lnTo>
                  <a:lnTo>
                    <a:pt x="3699" y="396"/>
                  </a:lnTo>
                  <a:lnTo>
                    <a:pt x="3528" y="290"/>
                  </a:lnTo>
                  <a:lnTo>
                    <a:pt x="3357" y="198"/>
                  </a:lnTo>
                  <a:lnTo>
                    <a:pt x="3173" y="132"/>
                  </a:lnTo>
                  <a:lnTo>
                    <a:pt x="2989" y="80"/>
                  </a:lnTo>
                  <a:lnTo>
                    <a:pt x="2791" y="27"/>
                  </a:lnTo>
                  <a:lnTo>
                    <a:pt x="2594"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820;p24">
              <a:extLst>
                <a:ext uri="{FF2B5EF4-FFF2-40B4-BE49-F238E27FC236}">
                  <a16:creationId xmlns:a16="http://schemas.microsoft.com/office/drawing/2014/main" id="{19C4BCEA-3F69-12A7-E086-19F81FCD9B5B}"/>
                </a:ext>
              </a:extLst>
            </p:cNvPr>
            <p:cNvSpPr/>
            <p:nvPr/>
          </p:nvSpPr>
          <p:spPr>
            <a:xfrm>
              <a:off x="2461400" y="3703400"/>
              <a:ext cx="119150" cy="1067925"/>
            </a:xfrm>
            <a:custGeom>
              <a:avLst/>
              <a:gdLst/>
              <a:ahLst/>
              <a:cxnLst/>
              <a:rect l="l" t="t" r="r" b="b"/>
              <a:pathLst>
                <a:path w="4766" h="42717" extrusionOk="0">
                  <a:moveTo>
                    <a:pt x="2383" y="39136"/>
                  </a:moveTo>
                  <a:lnTo>
                    <a:pt x="2501" y="39149"/>
                  </a:lnTo>
                  <a:lnTo>
                    <a:pt x="2620" y="39162"/>
                  </a:lnTo>
                  <a:lnTo>
                    <a:pt x="2738" y="39189"/>
                  </a:lnTo>
                  <a:lnTo>
                    <a:pt x="2843" y="39228"/>
                  </a:lnTo>
                  <a:lnTo>
                    <a:pt x="2949" y="39281"/>
                  </a:lnTo>
                  <a:lnTo>
                    <a:pt x="3054" y="39347"/>
                  </a:lnTo>
                  <a:lnTo>
                    <a:pt x="3146" y="39412"/>
                  </a:lnTo>
                  <a:lnTo>
                    <a:pt x="3225" y="39491"/>
                  </a:lnTo>
                  <a:lnTo>
                    <a:pt x="3304" y="39570"/>
                  </a:lnTo>
                  <a:lnTo>
                    <a:pt x="3370" y="39662"/>
                  </a:lnTo>
                  <a:lnTo>
                    <a:pt x="3436" y="39768"/>
                  </a:lnTo>
                  <a:lnTo>
                    <a:pt x="3488" y="39873"/>
                  </a:lnTo>
                  <a:lnTo>
                    <a:pt x="3528" y="39978"/>
                  </a:lnTo>
                  <a:lnTo>
                    <a:pt x="3554" y="40097"/>
                  </a:lnTo>
                  <a:lnTo>
                    <a:pt x="3567" y="40215"/>
                  </a:lnTo>
                  <a:lnTo>
                    <a:pt x="3581" y="40334"/>
                  </a:lnTo>
                  <a:lnTo>
                    <a:pt x="3567" y="40452"/>
                  </a:lnTo>
                  <a:lnTo>
                    <a:pt x="3554" y="40571"/>
                  </a:lnTo>
                  <a:lnTo>
                    <a:pt x="3528" y="40689"/>
                  </a:lnTo>
                  <a:lnTo>
                    <a:pt x="3488" y="40795"/>
                  </a:lnTo>
                  <a:lnTo>
                    <a:pt x="3436" y="40900"/>
                  </a:lnTo>
                  <a:lnTo>
                    <a:pt x="3370" y="41005"/>
                  </a:lnTo>
                  <a:lnTo>
                    <a:pt x="3304" y="41097"/>
                  </a:lnTo>
                  <a:lnTo>
                    <a:pt x="3225" y="41176"/>
                  </a:lnTo>
                  <a:lnTo>
                    <a:pt x="3146" y="41255"/>
                  </a:lnTo>
                  <a:lnTo>
                    <a:pt x="3054" y="41321"/>
                  </a:lnTo>
                  <a:lnTo>
                    <a:pt x="2949" y="41387"/>
                  </a:lnTo>
                  <a:lnTo>
                    <a:pt x="2843" y="41440"/>
                  </a:lnTo>
                  <a:lnTo>
                    <a:pt x="2738" y="41479"/>
                  </a:lnTo>
                  <a:lnTo>
                    <a:pt x="2620" y="41505"/>
                  </a:lnTo>
                  <a:lnTo>
                    <a:pt x="2501" y="41519"/>
                  </a:lnTo>
                  <a:lnTo>
                    <a:pt x="2383" y="41532"/>
                  </a:lnTo>
                  <a:lnTo>
                    <a:pt x="2264" y="41519"/>
                  </a:lnTo>
                  <a:lnTo>
                    <a:pt x="2146" y="41505"/>
                  </a:lnTo>
                  <a:lnTo>
                    <a:pt x="2027" y="41479"/>
                  </a:lnTo>
                  <a:lnTo>
                    <a:pt x="1922" y="41440"/>
                  </a:lnTo>
                  <a:lnTo>
                    <a:pt x="1817" y="41387"/>
                  </a:lnTo>
                  <a:lnTo>
                    <a:pt x="1711" y="41321"/>
                  </a:lnTo>
                  <a:lnTo>
                    <a:pt x="1619" y="41255"/>
                  </a:lnTo>
                  <a:lnTo>
                    <a:pt x="1540" y="41176"/>
                  </a:lnTo>
                  <a:lnTo>
                    <a:pt x="1461" y="41097"/>
                  </a:lnTo>
                  <a:lnTo>
                    <a:pt x="1395" y="41005"/>
                  </a:lnTo>
                  <a:lnTo>
                    <a:pt x="1330" y="40900"/>
                  </a:lnTo>
                  <a:lnTo>
                    <a:pt x="1277" y="40795"/>
                  </a:lnTo>
                  <a:lnTo>
                    <a:pt x="1237" y="40689"/>
                  </a:lnTo>
                  <a:lnTo>
                    <a:pt x="1211" y="40571"/>
                  </a:lnTo>
                  <a:lnTo>
                    <a:pt x="1185" y="40452"/>
                  </a:lnTo>
                  <a:lnTo>
                    <a:pt x="1185" y="40334"/>
                  </a:lnTo>
                  <a:lnTo>
                    <a:pt x="1185" y="40215"/>
                  </a:lnTo>
                  <a:lnTo>
                    <a:pt x="1211" y="40097"/>
                  </a:lnTo>
                  <a:lnTo>
                    <a:pt x="1237" y="39978"/>
                  </a:lnTo>
                  <a:lnTo>
                    <a:pt x="1277" y="39873"/>
                  </a:lnTo>
                  <a:lnTo>
                    <a:pt x="1330" y="39768"/>
                  </a:lnTo>
                  <a:lnTo>
                    <a:pt x="1395" y="39662"/>
                  </a:lnTo>
                  <a:lnTo>
                    <a:pt x="1461" y="39570"/>
                  </a:lnTo>
                  <a:lnTo>
                    <a:pt x="1540" y="39491"/>
                  </a:lnTo>
                  <a:lnTo>
                    <a:pt x="1619" y="39412"/>
                  </a:lnTo>
                  <a:lnTo>
                    <a:pt x="1711" y="39347"/>
                  </a:lnTo>
                  <a:lnTo>
                    <a:pt x="1817" y="39281"/>
                  </a:lnTo>
                  <a:lnTo>
                    <a:pt x="1922" y="39228"/>
                  </a:lnTo>
                  <a:lnTo>
                    <a:pt x="2027" y="39189"/>
                  </a:lnTo>
                  <a:lnTo>
                    <a:pt x="2146" y="39162"/>
                  </a:lnTo>
                  <a:lnTo>
                    <a:pt x="2264" y="39149"/>
                  </a:lnTo>
                  <a:lnTo>
                    <a:pt x="2383" y="39136"/>
                  </a:lnTo>
                  <a:close/>
                  <a:moveTo>
                    <a:pt x="1790" y="1"/>
                  </a:moveTo>
                  <a:lnTo>
                    <a:pt x="1790" y="38030"/>
                  </a:lnTo>
                  <a:lnTo>
                    <a:pt x="1606" y="38083"/>
                  </a:lnTo>
                  <a:lnTo>
                    <a:pt x="1422" y="38162"/>
                  </a:lnTo>
                  <a:lnTo>
                    <a:pt x="1251" y="38241"/>
                  </a:lnTo>
                  <a:lnTo>
                    <a:pt x="1079" y="38346"/>
                  </a:lnTo>
                  <a:lnTo>
                    <a:pt x="921" y="38451"/>
                  </a:lnTo>
                  <a:lnTo>
                    <a:pt x="777" y="38583"/>
                  </a:lnTo>
                  <a:lnTo>
                    <a:pt x="632" y="38715"/>
                  </a:lnTo>
                  <a:lnTo>
                    <a:pt x="513" y="38860"/>
                  </a:lnTo>
                  <a:lnTo>
                    <a:pt x="395" y="39017"/>
                  </a:lnTo>
                  <a:lnTo>
                    <a:pt x="303" y="39189"/>
                  </a:lnTo>
                  <a:lnTo>
                    <a:pt x="211" y="39360"/>
                  </a:lnTo>
                  <a:lnTo>
                    <a:pt x="145" y="39544"/>
                  </a:lnTo>
                  <a:lnTo>
                    <a:pt x="79" y="39728"/>
                  </a:lnTo>
                  <a:lnTo>
                    <a:pt x="40" y="39926"/>
                  </a:lnTo>
                  <a:lnTo>
                    <a:pt x="13" y="40123"/>
                  </a:lnTo>
                  <a:lnTo>
                    <a:pt x="0" y="40334"/>
                  </a:lnTo>
                  <a:lnTo>
                    <a:pt x="13" y="40571"/>
                  </a:lnTo>
                  <a:lnTo>
                    <a:pt x="53" y="40808"/>
                  </a:lnTo>
                  <a:lnTo>
                    <a:pt x="105" y="41045"/>
                  </a:lnTo>
                  <a:lnTo>
                    <a:pt x="198" y="41255"/>
                  </a:lnTo>
                  <a:lnTo>
                    <a:pt x="290" y="41466"/>
                  </a:lnTo>
                  <a:lnTo>
                    <a:pt x="408" y="41663"/>
                  </a:lnTo>
                  <a:lnTo>
                    <a:pt x="553" y="41848"/>
                  </a:lnTo>
                  <a:lnTo>
                    <a:pt x="698" y="42019"/>
                  </a:lnTo>
                  <a:lnTo>
                    <a:pt x="869" y="42164"/>
                  </a:lnTo>
                  <a:lnTo>
                    <a:pt x="1053" y="42308"/>
                  </a:lnTo>
                  <a:lnTo>
                    <a:pt x="1251" y="42427"/>
                  </a:lnTo>
                  <a:lnTo>
                    <a:pt x="1461" y="42519"/>
                  </a:lnTo>
                  <a:lnTo>
                    <a:pt x="1672" y="42611"/>
                  </a:lnTo>
                  <a:lnTo>
                    <a:pt x="1909" y="42664"/>
                  </a:lnTo>
                  <a:lnTo>
                    <a:pt x="2146" y="42703"/>
                  </a:lnTo>
                  <a:lnTo>
                    <a:pt x="2383" y="42716"/>
                  </a:lnTo>
                  <a:lnTo>
                    <a:pt x="2620" y="42703"/>
                  </a:lnTo>
                  <a:lnTo>
                    <a:pt x="2857" y="42664"/>
                  </a:lnTo>
                  <a:lnTo>
                    <a:pt x="3093" y="42611"/>
                  </a:lnTo>
                  <a:lnTo>
                    <a:pt x="3304" y="42519"/>
                  </a:lnTo>
                  <a:lnTo>
                    <a:pt x="3515" y="42427"/>
                  </a:lnTo>
                  <a:lnTo>
                    <a:pt x="3712" y="42308"/>
                  </a:lnTo>
                  <a:lnTo>
                    <a:pt x="3896" y="42164"/>
                  </a:lnTo>
                  <a:lnTo>
                    <a:pt x="4068" y="42019"/>
                  </a:lnTo>
                  <a:lnTo>
                    <a:pt x="4212" y="41848"/>
                  </a:lnTo>
                  <a:lnTo>
                    <a:pt x="4357" y="41663"/>
                  </a:lnTo>
                  <a:lnTo>
                    <a:pt x="4476" y="41466"/>
                  </a:lnTo>
                  <a:lnTo>
                    <a:pt x="4568" y="41255"/>
                  </a:lnTo>
                  <a:lnTo>
                    <a:pt x="4660" y="41045"/>
                  </a:lnTo>
                  <a:lnTo>
                    <a:pt x="4713" y="40808"/>
                  </a:lnTo>
                  <a:lnTo>
                    <a:pt x="4752" y="40571"/>
                  </a:lnTo>
                  <a:lnTo>
                    <a:pt x="4765" y="40334"/>
                  </a:lnTo>
                  <a:lnTo>
                    <a:pt x="4752" y="40123"/>
                  </a:lnTo>
                  <a:lnTo>
                    <a:pt x="4726" y="39926"/>
                  </a:lnTo>
                  <a:lnTo>
                    <a:pt x="4686" y="39728"/>
                  </a:lnTo>
                  <a:lnTo>
                    <a:pt x="4620" y="39544"/>
                  </a:lnTo>
                  <a:lnTo>
                    <a:pt x="4555" y="39360"/>
                  </a:lnTo>
                  <a:lnTo>
                    <a:pt x="4462" y="39189"/>
                  </a:lnTo>
                  <a:lnTo>
                    <a:pt x="4370" y="39017"/>
                  </a:lnTo>
                  <a:lnTo>
                    <a:pt x="4252" y="38860"/>
                  </a:lnTo>
                  <a:lnTo>
                    <a:pt x="4120" y="38715"/>
                  </a:lnTo>
                  <a:lnTo>
                    <a:pt x="3989" y="38583"/>
                  </a:lnTo>
                  <a:lnTo>
                    <a:pt x="3844" y="38451"/>
                  </a:lnTo>
                  <a:lnTo>
                    <a:pt x="3686" y="38346"/>
                  </a:lnTo>
                  <a:lnTo>
                    <a:pt x="3515" y="38241"/>
                  </a:lnTo>
                  <a:lnTo>
                    <a:pt x="3344" y="38162"/>
                  </a:lnTo>
                  <a:lnTo>
                    <a:pt x="3159" y="38083"/>
                  </a:lnTo>
                  <a:lnTo>
                    <a:pt x="2975" y="38030"/>
                  </a:lnTo>
                  <a:lnTo>
                    <a:pt x="2975"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821;p24">
              <a:extLst>
                <a:ext uri="{FF2B5EF4-FFF2-40B4-BE49-F238E27FC236}">
                  <a16:creationId xmlns:a16="http://schemas.microsoft.com/office/drawing/2014/main" id="{D7B309B8-8266-81E4-0607-7C808BF57864}"/>
                </a:ext>
              </a:extLst>
            </p:cNvPr>
            <p:cNvSpPr/>
            <p:nvPr/>
          </p:nvSpPr>
          <p:spPr>
            <a:xfrm>
              <a:off x="2685825" y="3741900"/>
              <a:ext cx="403825" cy="1186075"/>
            </a:xfrm>
            <a:custGeom>
              <a:avLst/>
              <a:gdLst/>
              <a:ahLst/>
              <a:cxnLst/>
              <a:rect l="l" t="t" r="r" b="b"/>
              <a:pathLst>
                <a:path w="16153" h="47443" extrusionOk="0">
                  <a:moveTo>
                    <a:pt x="13783" y="1186"/>
                  </a:moveTo>
                  <a:lnTo>
                    <a:pt x="13901" y="1199"/>
                  </a:lnTo>
                  <a:lnTo>
                    <a:pt x="14020" y="1212"/>
                  </a:lnTo>
                  <a:lnTo>
                    <a:pt x="14138" y="1238"/>
                  </a:lnTo>
                  <a:lnTo>
                    <a:pt x="14243" y="1278"/>
                  </a:lnTo>
                  <a:lnTo>
                    <a:pt x="14349" y="1330"/>
                  </a:lnTo>
                  <a:lnTo>
                    <a:pt x="14454" y="1396"/>
                  </a:lnTo>
                  <a:lnTo>
                    <a:pt x="14546" y="1462"/>
                  </a:lnTo>
                  <a:lnTo>
                    <a:pt x="14625" y="1541"/>
                  </a:lnTo>
                  <a:lnTo>
                    <a:pt x="14704" y="1620"/>
                  </a:lnTo>
                  <a:lnTo>
                    <a:pt x="14770" y="1712"/>
                  </a:lnTo>
                  <a:lnTo>
                    <a:pt x="14836" y="1818"/>
                  </a:lnTo>
                  <a:lnTo>
                    <a:pt x="14875" y="1923"/>
                  </a:lnTo>
                  <a:lnTo>
                    <a:pt x="14928" y="2028"/>
                  </a:lnTo>
                  <a:lnTo>
                    <a:pt x="14954" y="2147"/>
                  </a:lnTo>
                  <a:lnTo>
                    <a:pt x="14967" y="2265"/>
                  </a:lnTo>
                  <a:lnTo>
                    <a:pt x="14981" y="2384"/>
                  </a:lnTo>
                  <a:lnTo>
                    <a:pt x="14967" y="2502"/>
                  </a:lnTo>
                  <a:lnTo>
                    <a:pt x="14954" y="2620"/>
                  </a:lnTo>
                  <a:lnTo>
                    <a:pt x="14928" y="2739"/>
                  </a:lnTo>
                  <a:lnTo>
                    <a:pt x="14875" y="2844"/>
                  </a:lnTo>
                  <a:lnTo>
                    <a:pt x="14836" y="2950"/>
                  </a:lnTo>
                  <a:lnTo>
                    <a:pt x="14770" y="3055"/>
                  </a:lnTo>
                  <a:lnTo>
                    <a:pt x="14704" y="3147"/>
                  </a:lnTo>
                  <a:lnTo>
                    <a:pt x="14625" y="3226"/>
                  </a:lnTo>
                  <a:lnTo>
                    <a:pt x="14546" y="3305"/>
                  </a:lnTo>
                  <a:lnTo>
                    <a:pt x="14454" y="3371"/>
                  </a:lnTo>
                  <a:lnTo>
                    <a:pt x="14349" y="3437"/>
                  </a:lnTo>
                  <a:lnTo>
                    <a:pt x="14243" y="3489"/>
                  </a:lnTo>
                  <a:lnTo>
                    <a:pt x="14138" y="3529"/>
                  </a:lnTo>
                  <a:lnTo>
                    <a:pt x="14020" y="3555"/>
                  </a:lnTo>
                  <a:lnTo>
                    <a:pt x="13901" y="3581"/>
                  </a:lnTo>
                  <a:lnTo>
                    <a:pt x="13651" y="3581"/>
                  </a:lnTo>
                  <a:lnTo>
                    <a:pt x="13533" y="3555"/>
                  </a:lnTo>
                  <a:lnTo>
                    <a:pt x="13427" y="3529"/>
                  </a:lnTo>
                  <a:lnTo>
                    <a:pt x="13309" y="3489"/>
                  </a:lnTo>
                  <a:lnTo>
                    <a:pt x="13204" y="3437"/>
                  </a:lnTo>
                  <a:lnTo>
                    <a:pt x="13111" y="3371"/>
                  </a:lnTo>
                  <a:lnTo>
                    <a:pt x="13019" y="3305"/>
                  </a:lnTo>
                  <a:lnTo>
                    <a:pt x="12927" y="3226"/>
                  </a:lnTo>
                  <a:lnTo>
                    <a:pt x="12861" y="3147"/>
                  </a:lnTo>
                  <a:lnTo>
                    <a:pt x="12782" y="3055"/>
                  </a:lnTo>
                  <a:lnTo>
                    <a:pt x="12730" y="2950"/>
                  </a:lnTo>
                  <a:lnTo>
                    <a:pt x="12677" y="2844"/>
                  </a:lnTo>
                  <a:lnTo>
                    <a:pt x="12637" y="2739"/>
                  </a:lnTo>
                  <a:lnTo>
                    <a:pt x="12611" y="2620"/>
                  </a:lnTo>
                  <a:lnTo>
                    <a:pt x="12585" y="2502"/>
                  </a:lnTo>
                  <a:lnTo>
                    <a:pt x="12585" y="2384"/>
                  </a:lnTo>
                  <a:lnTo>
                    <a:pt x="12585" y="2265"/>
                  </a:lnTo>
                  <a:lnTo>
                    <a:pt x="12611" y="2147"/>
                  </a:lnTo>
                  <a:lnTo>
                    <a:pt x="12637" y="2028"/>
                  </a:lnTo>
                  <a:lnTo>
                    <a:pt x="12677" y="1923"/>
                  </a:lnTo>
                  <a:lnTo>
                    <a:pt x="12730" y="1818"/>
                  </a:lnTo>
                  <a:lnTo>
                    <a:pt x="12782" y="1712"/>
                  </a:lnTo>
                  <a:lnTo>
                    <a:pt x="12861" y="1620"/>
                  </a:lnTo>
                  <a:lnTo>
                    <a:pt x="12927" y="1541"/>
                  </a:lnTo>
                  <a:lnTo>
                    <a:pt x="13019" y="1462"/>
                  </a:lnTo>
                  <a:lnTo>
                    <a:pt x="13111" y="1396"/>
                  </a:lnTo>
                  <a:lnTo>
                    <a:pt x="13204" y="1330"/>
                  </a:lnTo>
                  <a:lnTo>
                    <a:pt x="13309" y="1278"/>
                  </a:lnTo>
                  <a:lnTo>
                    <a:pt x="13427" y="1238"/>
                  </a:lnTo>
                  <a:lnTo>
                    <a:pt x="13533" y="1212"/>
                  </a:lnTo>
                  <a:lnTo>
                    <a:pt x="13651" y="1199"/>
                  </a:lnTo>
                  <a:lnTo>
                    <a:pt x="13783" y="1186"/>
                  </a:lnTo>
                  <a:close/>
                  <a:moveTo>
                    <a:pt x="13783" y="1"/>
                  </a:moveTo>
                  <a:lnTo>
                    <a:pt x="13533" y="14"/>
                  </a:lnTo>
                  <a:lnTo>
                    <a:pt x="13296" y="54"/>
                  </a:lnTo>
                  <a:lnTo>
                    <a:pt x="13072" y="106"/>
                  </a:lnTo>
                  <a:lnTo>
                    <a:pt x="12848" y="198"/>
                  </a:lnTo>
                  <a:lnTo>
                    <a:pt x="12651" y="291"/>
                  </a:lnTo>
                  <a:lnTo>
                    <a:pt x="12453" y="409"/>
                  </a:lnTo>
                  <a:lnTo>
                    <a:pt x="12269" y="554"/>
                  </a:lnTo>
                  <a:lnTo>
                    <a:pt x="12098" y="699"/>
                  </a:lnTo>
                  <a:lnTo>
                    <a:pt x="11940" y="870"/>
                  </a:lnTo>
                  <a:lnTo>
                    <a:pt x="11808" y="1054"/>
                  </a:lnTo>
                  <a:lnTo>
                    <a:pt x="11690" y="1251"/>
                  </a:lnTo>
                  <a:lnTo>
                    <a:pt x="11584" y="1462"/>
                  </a:lnTo>
                  <a:lnTo>
                    <a:pt x="11505" y="1673"/>
                  </a:lnTo>
                  <a:lnTo>
                    <a:pt x="11453" y="1910"/>
                  </a:lnTo>
                  <a:lnTo>
                    <a:pt x="11413" y="2147"/>
                  </a:lnTo>
                  <a:lnTo>
                    <a:pt x="11400" y="2384"/>
                  </a:lnTo>
                  <a:lnTo>
                    <a:pt x="11413" y="2594"/>
                  </a:lnTo>
                  <a:lnTo>
                    <a:pt x="11440" y="2792"/>
                  </a:lnTo>
                  <a:lnTo>
                    <a:pt x="11479" y="2989"/>
                  </a:lnTo>
                  <a:lnTo>
                    <a:pt x="11532" y="3173"/>
                  </a:lnTo>
                  <a:lnTo>
                    <a:pt x="11611" y="3358"/>
                  </a:lnTo>
                  <a:lnTo>
                    <a:pt x="11690" y="3529"/>
                  </a:lnTo>
                  <a:lnTo>
                    <a:pt x="11795" y="3700"/>
                  </a:lnTo>
                  <a:lnTo>
                    <a:pt x="11913" y="3858"/>
                  </a:lnTo>
                  <a:lnTo>
                    <a:pt x="12032" y="4003"/>
                  </a:lnTo>
                  <a:lnTo>
                    <a:pt x="12177" y="4134"/>
                  </a:lnTo>
                  <a:lnTo>
                    <a:pt x="12322" y="4266"/>
                  </a:lnTo>
                  <a:lnTo>
                    <a:pt x="12480" y="4371"/>
                  </a:lnTo>
                  <a:lnTo>
                    <a:pt x="12651" y="4477"/>
                  </a:lnTo>
                  <a:lnTo>
                    <a:pt x="12822" y="4556"/>
                  </a:lnTo>
                  <a:lnTo>
                    <a:pt x="13006" y="4635"/>
                  </a:lnTo>
                  <a:lnTo>
                    <a:pt x="13190" y="4687"/>
                  </a:lnTo>
                  <a:lnTo>
                    <a:pt x="13190" y="33410"/>
                  </a:lnTo>
                  <a:lnTo>
                    <a:pt x="1" y="46613"/>
                  </a:lnTo>
                  <a:lnTo>
                    <a:pt x="830" y="47442"/>
                  </a:lnTo>
                  <a:lnTo>
                    <a:pt x="14375" y="33897"/>
                  </a:lnTo>
                  <a:lnTo>
                    <a:pt x="14375" y="4687"/>
                  </a:lnTo>
                  <a:lnTo>
                    <a:pt x="14559" y="4635"/>
                  </a:lnTo>
                  <a:lnTo>
                    <a:pt x="14744" y="4556"/>
                  </a:lnTo>
                  <a:lnTo>
                    <a:pt x="14915" y="4477"/>
                  </a:lnTo>
                  <a:lnTo>
                    <a:pt x="15086" y="4371"/>
                  </a:lnTo>
                  <a:lnTo>
                    <a:pt x="15244" y="4253"/>
                  </a:lnTo>
                  <a:lnTo>
                    <a:pt x="15389" y="4134"/>
                  </a:lnTo>
                  <a:lnTo>
                    <a:pt x="15520" y="4003"/>
                  </a:lnTo>
                  <a:lnTo>
                    <a:pt x="15652" y="3845"/>
                  </a:lnTo>
                  <a:lnTo>
                    <a:pt x="15757" y="3700"/>
                  </a:lnTo>
                  <a:lnTo>
                    <a:pt x="15863" y="3529"/>
                  </a:lnTo>
                  <a:lnTo>
                    <a:pt x="15955" y="3358"/>
                  </a:lnTo>
                  <a:lnTo>
                    <a:pt x="16021" y="3173"/>
                  </a:lnTo>
                  <a:lnTo>
                    <a:pt x="16086" y="2989"/>
                  </a:lnTo>
                  <a:lnTo>
                    <a:pt x="16126" y="2792"/>
                  </a:lnTo>
                  <a:lnTo>
                    <a:pt x="16152" y="2594"/>
                  </a:lnTo>
                  <a:lnTo>
                    <a:pt x="16152" y="2384"/>
                  </a:lnTo>
                  <a:lnTo>
                    <a:pt x="16139" y="2147"/>
                  </a:lnTo>
                  <a:lnTo>
                    <a:pt x="16113" y="1910"/>
                  </a:lnTo>
                  <a:lnTo>
                    <a:pt x="16047" y="1673"/>
                  </a:lnTo>
                  <a:lnTo>
                    <a:pt x="15968" y="1462"/>
                  </a:lnTo>
                  <a:lnTo>
                    <a:pt x="15876" y="1251"/>
                  </a:lnTo>
                  <a:lnTo>
                    <a:pt x="15757" y="1054"/>
                  </a:lnTo>
                  <a:lnTo>
                    <a:pt x="15612" y="870"/>
                  </a:lnTo>
                  <a:lnTo>
                    <a:pt x="15454" y="699"/>
                  </a:lnTo>
                  <a:lnTo>
                    <a:pt x="15297" y="554"/>
                  </a:lnTo>
                  <a:lnTo>
                    <a:pt x="15112" y="409"/>
                  </a:lnTo>
                  <a:lnTo>
                    <a:pt x="14915" y="291"/>
                  </a:lnTo>
                  <a:lnTo>
                    <a:pt x="14704" y="198"/>
                  </a:lnTo>
                  <a:lnTo>
                    <a:pt x="14480" y="106"/>
                  </a:lnTo>
                  <a:lnTo>
                    <a:pt x="14257" y="54"/>
                  </a:lnTo>
                  <a:lnTo>
                    <a:pt x="14020" y="14"/>
                  </a:lnTo>
                  <a:lnTo>
                    <a:pt x="13783"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822;p24">
              <a:extLst>
                <a:ext uri="{FF2B5EF4-FFF2-40B4-BE49-F238E27FC236}">
                  <a16:creationId xmlns:a16="http://schemas.microsoft.com/office/drawing/2014/main" id="{A81BA10D-9EB8-C876-7264-97A2F81F4B09}"/>
                </a:ext>
              </a:extLst>
            </p:cNvPr>
            <p:cNvSpPr/>
            <p:nvPr/>
          </p:nvSpPr>
          <p:spPr>
            <a:xfrm>
              <a:off x="3121200" y="2079350"/>
              <a:ext cx="330100" cy="1344350"/>
            </a:xfrm>
            <a:custGeom>
              <a:avLst/>
              <a:gdLst/>
              <a:ahLst/>
              <a:cxnLst/>
              <a:rect l="l" t="t" r="r" b="b"/>
              <a:pathLst>
                <a:path w="13204" h="53774" extrusionOk="0">
                  <a:moveTo>
                    <a:pt x="2383" y="50193"/>
                  </a:moveTo>
                  <a:lnTo>
                    <a:pt x="2502" y="50207"/>
                  </a:lnTo>
                  <a:lnTo>
                    <a:pt x="2620" y="50220"/>
                  </a:lnTo>
                  <a:lnTo>
                    <a:pt x="2739" y="50246"/>
                  </a:lnTo>
                  <a:lnTo>
                    <a:pt x="2844" y="50286"/>
                  </a:lnTo>
                  <a:lnTo>
                    <a:pt x="2949" y="50338"/>
                  </a:lnTo>
                  <a:lnTo>
                    <a:pt x="3055" y="50404"/>
                  </a:lnTo>
                  <a:lnTo>
                    <a:pt x="3147" y="50470"/>
                  </a:lnTo>
                  <a:lnTo>
                    <a:pt x="3226" y="50549"/>
                  </a:lnTo>
                  <a:lnTo>
                    <a:pt x="3305" y="50628"/>
                  </a:lnTo>
                  <a:lnTo>
                    <a:pt x="3371" y="50720"/>
                  </a:lnTo>
                  <a:lnTo>
                    <a:pt x="3437" y="50825"/>
                  </a:lnTo>
                  <a:lnTo>
                    <a:pt x="3489" y="50931"/>
                  </a:lnTo>
                  <a:lnTo>
                    <a:pt x="3529" y="51036"/>
                  </a:lnTo>
                  <a:lnTo>
                    <a:pt x="3555" y="51154"/>
                  </a:lnTo>
                  <a:lnTo>
                    <a:pt x="3568" y="51273"/>
                  </a:lnTo>
                  <a:lnTo>
                    <a:pt x="3581" y="51391"/>
                  </a:lnTo>
                  <a:lnTo>
                    <a:pt x="3568" y="51510"/>
                  </a:lnTo>
                  <a:lnTo>
                    <a:pt x="3555" y="51628"/>
                  </a:lnTo>
                  <a:lnTo>
                    <a:pt x="3529" y="51747"/>
                  </a:lnTo>
                  <a:lnTo>
                    <a:pt x="3489" y="51852"/>
                  </a:lnTo>
                  <a:lnTo>
                    <a:pt x="3437" y="51957"/>
                  </a:lnTo>
                  <a:lnTo>
                    <a:pt x="3371" y="52063"/>
                  </a:lnTo>
                  <a:lnTo>
                    <a:pt x="3305" y="52155"/>
                  </a:lnTo>
                  <a:lnTo>
                    <a:pt x="3226" y="52234"/>
                  </a:lnTo>
                  <a:lnTo>
                    <a:pt x="3147" y="52313"/>
                  </a:lnTo>
                  <a:lnTo>
                    <a:pt x="3055" y="52379"/>
                  </a:lnTo>
                  <a:lnTo>
                    <a:pt x="2949" y="52444"/>
                  </a:lnTo>
                  <a:lnTo>
                    <a:pt x="2844" y="52497"/>
                  </a:lnTo>
                  <a:lnTo>
                    <a:pt x="2739" y="52536"/>
                  </a:lnTo>
                  <a:lnTo>
                    <a:pt x="2620" y="52563"/>
                  </a:lnTo>
                  <a:lnTo>
                    <a:pt x="2502" y="52589"/>
                  </a:lnTo>
                  <a:lnTo>
                    <a:pt x="2252" y="52589"/>
                  </a:lnTo>
                  <a:lnTo>
                    <a:pt x="2133" y="52563"/>
                  </a:lnTo>
                  <a:lnTo>
                    <a:pt x="2028" y="52536"/>
                  </a:lnTo>
                  <a:lnTo>
                    <a:pt x="1910" y="52497"/>
                  </a:lnTo>
                  <a:lnTo>
                    <a:pt x="1804" y="52444"/>
                  </a:lnTo>
                  <a:lnTo>
                    <a:pt x="1712" y="52379"/>
                  </a:lnTo>
                  <a:lnTo>
                    <a:pt x="1620" y="52313"/>
                  </a:lnTo>
                  <a:lnTo>
                    <a:pt x="1528" y="52234"/>
                  </a:lnTo>
                  <a:lnTo>
                    <a:pt x="1462" y="52155"/>
                  </a:lnTo>
                  <a:lnTo>
                    <a:pt x="1383" y="52063"/>
                  </a:lnTo>
                  <a:lnTo>
                    <a:pt x="1330" y="51957"/>
                  </a:lnTo>
                  <a:lnTo>
                    <a:pt x="1278" y="51852"/>
                  </a:lnTo>
                  <a:lnTo>
                    <a:pt x="1238" y="51747"/>
                  </a:lnTo>
                  <a:lnTo>
                    <a:pt x="1212" y="51628"/>
                  </a:lnTo>
                  <a:lnTo>
                    <a:pt x="1186" y="51510"/>
                  </a:lnTo>
                  <a:lnTo>
                    <a:pt x="1186" y="51391"/>
                  </a:lnTo>
                  <a:lnTo>
                    <a:pt x="1186" y="51273"/>
                  </a:lnTo>
                  <a:lnTo>
                    <a:pt x="1212" y="51154"/>
                  </a:lnTo>
                  <a:lnTo>
                    <a:pt x="1238" y="51036"/>
                  </a:lnTo>
                  <a:lnTo>
                    <a:pt x="1278" y="50931"/>
                  </a:lnTo>
                  <a:lnTo>
                    <a:pt x="1330" y="50825"/>
                  </a:lnTo>
                  <a:lnTo>
                    <a:pt x="1383" y="50720"/>
                  </a:lnTo>
                  <a:lnTo>
                    <a:pt x="1462" y="50628"/>
                  </a:lnTo>
                  <a:lnTo>
                    <a:pt x="1528" y="50549"/>
                  </a:lnTo>
                  <a:lnTo>
                    <a:pt x="1620" y="50470"/>
                  </a:lnTo>
                  <a:lnTo>
                    <a:pt x="1712" y="50404"/>
                  </a:lnTo>
                  <a:lnTo>
                    <a:pt x="1804" y="50338"/>
                  </a:lnTo>
                  <a:lnTo>
                    <a:pt x="1910" y="50286"/>
                  </a:lnTo>
                  <a:lnTo>
                    <a:pt x="2028" y="50246"/>
                  </a:lnTo>
                  <a:lnTo>
                    <a:pt x="2133" y="50220"/>
                  </a:lnTo>
                  <a:lnTo>
                    <a:pt x="2252" y="50207"/>
                  </a:lnTo>
                  <a:lnTo>
                    <a:pt x="2383" y="50193"/>
                  </a:lnTo>
                  <a:close/>
                  <a:moveTo>
                    <a:pt x="12019" y="1"/>
                  </a:moveTo>
                  <a:lnTo>
                    <a:pt x="12019" y="31817"/>
                  </a:lnTo>
                  <a:lnTo>
                    <a:pt x="1778" y="41690"/>
                  </a:lnTo>
                  <a:lnTo>
                    <a:pt x="1778" y="49088"/>
                  </a:lnTo>
                  <a:lnTo>
                    <a:pt x="1594" y="49140"/>
                  </a:lnTo>
                  <a:lnTo>
                    <a:pt x="1409" y="49219"/>
                  </a:lnTo>
                  <a:lnTo>
                    <a:pt x="1238" y="49311"/>
                  </a:lnTo>
                  <a:lnTo>
                    <a:pt x="1067" y="49404"/>
                  </a:lnTo>
                  <a:lnTo>
                    <a:pt x="922" y="49522"/>
                  </a:lnTo>
                  <a:lnTo>
                    <a:pt x="764" y="49640"/>
                  </a:lnTo>
                  <a:lnTo>
                    <a:pt x="633" y="49785"/>
                  </a:lnTo>
                  <a:lnTo>
                    <a:pt x="514" y="49930"/>
                  </a:lnTo>
                  <a:lnTo>
                    <a:pt x="396" y="50088"/>
                  </a:lnTo>
                  <a:lnTo>
                    <a:pt x="290" y="50246"/>
                  </a:lnTo>
                  <a:lnTo>
                    <a:pt x="211" y="50417"/>
                  </a:lnTo>
                  <a:lnTo>
                    <a:pt x="132" y="50601"/>
                  </a:lnTo>
                  <a:lnTo>
                    <a:pt x="80" y="50786"/>
                  </a:lnTo>
                  <a:lnTo>
                    <a:pt x="40" y="50983"/>
                  </a:lnTo>
                  <a:lnTo>
                    <a:pt x="14" y="51181"/>
                  </a:lnTo>
                  <a:lnTo>
                    <a:pt x="1" y="51391"/>
                  </a:lnTo>
                  <a:lnTo>
                    <a:pt x="14" y="51641"/>
                  </a:lnTo>
                  <a:lnTo>
                    <a:pt x="53" y="51865"/>
                  </a:lnTo>
                  <a:lnTo>
                    <a:pt x="106" y="52102"/>
                  </a:lnTo>
                  <a:lnTo>
                    <a:pt x="185" y="52313"/>
                  </a:lnTo>
                  <a:lnTo>
                    <a:pt x="290" y="52523"/>
                  </a:lnTo>
                  <a:lnTo>
                    <a:pt x="409" y="52721"/>
                  </a:lnTo>
                  <a:lnTo>
                    <a:pt x="541" y="52905"/>
                  </a:lnTo>
                  <a:lnTo>
                    <a:pt x="698" y="53076"/>
                  </a:lnTo>
                  <a:lnTo>
                    <a:pt x="870" y="53221"/>
                  </a:lnTo>
                  <a:lnTo>
                    <a:pt x="1054" y="53366"/>
                  </a:lnTo>
                  <a:lnTo>
                    <a:pt x="1251" y="53484"/>
                  </a:lnTo>
                  <a:lnTo>
                    <a:pt x="1449" y="53590"/>
                  </a:lnTo>
                  <a:lnTo>
                    <a:pt x="1673" y="53669"/>
                  </a:lnTo>
                  <a:lnTo>
                    <a:pt x="1896" y="53721"/>
                  </a:lnTo>
                  <a:lnTo>
                    <a:pt x="2133" y="53761"/>
                  </a:lnTo>
                  <a:lnTo>
                    <a:pt x="2383" y="53774"/>
                  </a:lnTo>
                  <a:lnTo>
                    <a:pt x="2620" y="53761"/>
                  </a:lnTo>
                  <a:lnTo>
                    <a:pt x="2857" y="53721"/>
                  </a:lnTo>
                  <a:lnTo>
                    <a:pt x="3081" y="53669"/>
                  </a:lnTo>
                  <a:lnTo>
                    <a:pt x="3305" y="53590"/>
                  </a:lnTo>
                  <a:lnTo>
                    <a:pt x="3515" y="53484"/>
                  </a:lnTo>
                  <a:lnTo>
                    <a:pt x="3713" y="53366"/>
                  </a:lnTo>
                  <a:lnTo>
                    <a:pt x="3897" y="53221"/>
                  </a:lnTo>
                  <a:lnTo>
                    <a:pt x="4055" y="53076"/>
                  </a:lnTo>
                  <a:lnTo>
                    <a:pt x="4213" y="52905"/>
                  </a:lnTo>
                  <a:lnTo>
                    <a:pt x="4358" y="52721"/>
                  </a:lnTo>
                  <a:lnTo>
                    <a:pt x="4476" y="52523"/>
                  </a:lnTo>
                  <a:lnTo>
                    <a:pt x="4569" y="52313"/>
                  </a:lnTo>
                  <a:lnTo>
                    <a:pt x="4648" y="52102"/>
                  </a:lnTo>
                  <a:lnTo>
                    <a:pt x="4713" y="51865"/>
                  </a:lnTo>
                  <a:lnTo>
                    <a:pt x="4740" y="51641"/>
                  </a:lnTo>
                  <a:lnTo>
                    <a:pt x="4753" y="51391"/>
                  </a:lnTo>
                  <a:lnTo>
                    <a:pt x="4753" y="51181"/>
                  </a:lnTo>
                  <a:lnTo>
                    <a:pt x="4727" y="50983"/>
                  </a:lnTo>
                  <a:lnTo>
                    <a:pt x="4687" y="50786"/>
                  </a:lnTo>
                  <a:lnTo>
                    <a:pt x="4621" y="50601"/>
                  </a:lnTo>
                  <a:lnTo>
                    <a:pt x="4555" y="50417"/>
                  </a:lnTo>
                  <a:lnTo>
                    <a:pt x="4463" y="50246"/>
                  </a:lnTo>
                  <a:lnTo>
                    <a:pt x="4358" y="50075"/>
                  </a:lnTo>
                  <a:lnTo>
                    <a:pt x="4253" y="49917"/>
                  </a:lnTo>
                  <a:lnTo>
                    <a:pt x="4121" y="49772"/>
                  </a:lnTo>
                  <a:lnTo>
                    <a:pt x="3989" y="49640"/>
                  </a:lnTo>
                  <a:lnTo>
                    <a:pt x="3831" y="49509"/>
                  </a:lnTo>
                  <a:lnTo>
                    <a:pt x="3673" y="49404"/>
                  </a:lnTo>
                  <a:lnTo>
                    <a:pt x="3515" y="49298"/>
                  </a:lnTo>
                  <a:lnTo>
                    <a:pt x="3331" y="49219"/>
                  </a:lnTo>
                  <a:lnTo>
                    <a:pt x="3160" y="49140"/>
                  </a:lnTo>
                  <a:lnTo>
                    <a:pt x="2963" y="49088"/>
                  </a:lnTo>
                  <a:lnTo>
                    <a:pt x="2963" y="42203"/>
                  </a:lnTo>
                  <a:lnTo>
                    <a:pt x="13204" y="32317"/>
                  </a:lnTo>
                  <a:lnTo>
                    <a:pt x="13204"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823;p24">
              <a:extLst>
                <a:ext uri="{FF2B5EF4-FFF2-40B4-BE49-F238E27FC236}">
                  <a16:creationId xmlns:a16="http://schemas.microsoft.com/office/drawing/2014/main" id="{355DE260-0356-57FF-9B1D-7BF50B525FED}"/>
                </a:ext>
              </a:extLst>
            </p:cNvPr>
            <p:cNvSpPr/>
            <p:nvPr/>
          </p:nvSpPr>
          <p:spPr>
            <a:xfrm>
              <a:off x="3971900" y="1701900"/>
              <a:ext cx="510100" cy="834925"/>
            </a:xfrm>
            <a:custGeom>
              <a:avLst/>
              <a:gdLst/>
              <a:ahLst/>
              <a:cxnLst/>
              <a:rect l="l" t="t" r="r" b="b"/>
              <a:pathLst>
                <a:path w="20404" h="33397" extrusionOk="0">
                  <a:moveTo>
                    <a:pt x="2502" y="29829"/>
                  </a:moveTo>
                  <a:lnTo>
                    <a:pt x="2620" y="29842"/>
                  </a:lnTo>
                  <a:lnTo>
                    <a:pt x="2738" y="29881"/>
                  </a:lnTo>
                  <a:lnTo>
                    <a:pt x="2844" y="29921"/>
                  </a:lnTo>
                  <a:lnTo>
                    <a:pt x="2949" y="29974"/>
                  </a:lnTo>
                  <a:lnTo>
                    <a:pt x="3054" y="30026"/>
                  </a:lnTo>
                  <a:lnTo>
                    <a:pt x="3147" y="30092"/>
                  </a:lnTo>
                  <a:lnTo>
                    <a:pt x="3225" y="30171"/>
                  </a:lnTo>
                  <a:lnTo>
                    <a:pt x="3304" y="30263"/>
                  </a:lnTo>
                  <a:lnTo>
                    <a:pt x="3370" y="30355"/>
                  </a:lnTo>
                  <a:lnTo>
                    <a:pt x="3436" y="30448"/>
                  </a:lnTo>
                  <a:lnTo>
                    <a:pt x="3489" y="30553"/>
                  </a:lnTo>
                  <a:lnTo>
                    <a:pt x="3528" y="30671"/>
                  </a:lnTo>
                  <a:lnTo>
                    <a:pt x="3555" y="30777"/>
                  </a:lnTo>
                  <a:lnTo>
                    <a:pt x="3568" y="30895"/>
                  </a:lnTo>
                  <a:lnTo>
                    <a:pt x="3581" y="31027"/>
                  </a:lnTo>
                  <a:lnTo>
                    <a:pt x="3568" y="31145"/>
                  </a:lnTo>
                  <a:lnTo>
                    <a:pt x="3555" y="31264"/>
                  </a:lnTo>
                  <a:lnTo>
                    <a:pt x="3528" y="31382"/>
                  </a:lnTo>
                  <a:lnTo>
                    <a:pt x="3489" y="31487"/>
                  </a:lnTo>
                  <a:lnTo>
                    <a:pt x="3436" y="31593"/>
                  </a:lnTo>
                  <a:lnTo>
                    <a:pt x="3370" y="31685"/>
                  </a:lnTo>
                  <a:lnTo>
                    <a:pt x="3304" y="31777"/>
                  </a:lnTo>
                  <a:lnTo>
                    <a:pt x="3225" y="31869"/>
                  </a:lnTo>
                  <a:lnTo>
                    <a:pt x="3147" y="31948"/>
                  </a:lnTo>
                  <a:lnTo>
                    <a:pt x="3054" y="32014"/>
                  </a:lnTo>
                  <a:lnTo>
                    <a:pt x="2949" y="32067"/>
                  </a:lnTo>
                  <a:lnTo>
                    <a:pt x="2844" y="32119"/>
                  </a:lnTo>
                  <a:lnTo>
                    <a:pt x="2738" y="32159"/>
                  </a:lnTo>
                  <a:lnTo>
                    <a:pt x="2620" y="32198"/>
                  </a:lnTo>
                  <a:lnTo>
                    <a:pt x="2502" y="32211"/>
                  </a:lnTo>
                  <a:lnTo>
                    <a:pt x="2251" y="32211"/>
                  </a:lnTo>
                  <a:lnTo>
                    <a:pt x="2133" y="32198"/>
                  </a:lnTo>
                  <a:lnTo>
                    <a:pt x="2028" y="32159"/>
                  </a:lnTo>
                  <a:lnTo>
                    <a:pt x="1909" y="32119"/>
                  </a:lnTo>
                  <a:lnTo>
                    <a:pt x="1804" y="32067"/>
                  </a:lnTo>
                  <a:lnTo>
                    <a:pt x="1712" y="32014"/>
                  </a:lnTo>
                  <a:lnTo>
                    <a:pt x="1620" y="31948"/>
                  </a:lnTo>
                  <a:lnTo>
                    <a:pt x="1527" y="31869"/>
                  </a:lnTo>
                  <a:lnTo>
                    <a:pt x="1462" y="31777"/>
                  </a:lnTo>
                  <a:lnTo>
                    <a:pt x="1383" y="31685"/>
                  </a:lnTo>
                  <a:lnTo>
                    <a:pt x="1330" y="31593"/>
                  </a:lnTo>
                  <a:lnTo>
                    <a:pt x="1277" y="31487"/>
                  </a:lnTo>
                  <a:lnTo>
                    <a:pt x="1238" y="31382"/>
                  </a:lnTo>
                  <a:lnTo>
                    <a:pt x="1211" y="31264"/>
                  </a:lnTo>
                  <a:lnTo>
                    <a:pt x="1185" y="31145"/>
                  </a:lnTo>
                  <a:lnTo>
                    <a:pt x="1185" y="31027"/>
                  </a:lnTo>
                  <a:lnTo>
                    <a:pt x="1185" y="30895"/>
                  </a:lnTo>
                  <a:lnTo>
                    <a:pt x="1211" y="30777"/>
                  </a:lnTo>
                  <a:lnTo>
                    <a:pt x="1238" y="30671"/>
                  </a:lnTo>
                  <a:lnTo>
                    <a:pt x="1277" y="30553"/>
                  </a:lnTo>
                  <a:lnTo>
                    <a:pt x="1330" y="30448"/>
                  </a:lnTo>
                  <a:lnTo>
                    <a:pt x="1383" y="30355"/>
                  </a:lnTo>
                  <a:lnTo>
                    <a:pt x="1462" y="30263"/>
                  </a:lnTo>
                  <a:lnTo>
                    <a:pt x="1527" y="30171"/>
                  </a:lnTo>
                  <a:lnTo>
                    <a:pt x="1620" y="30092"/>
                  </a:lnTo>
                  <a:lnTo>
                    <a:pt x="1712" y="30026"/>
                  </a:lnTo>
                  <a:lnTo>
                    <a:pt x="1804" y="29974"/>
                  </a:lnTo>
                  <a:lnTo>
                    <a:pt x="1909" y="29921"/>
                  </a:lnTo>
                  <a:lnTo>
                    <a:pt x="2028" y="29881"/>
                  </a:lnTo>
                  <a:lnTo>
                    <a:pt x="2133" y="29842"/>
                  </a:lnTo>
                  <a:lnTo>
                    <a:pt x="2251" y="29829"/>
                  </a:lnTo>
                  <a:close/>
                  <a:moveTo>
                    <a:pt x="1751" y="0"/>
                  </a:moveTo>
                  <a:lnTo>
                    <a:pt x="1751" y="28723"/>
                  </a:lnTo>
                  <a:lnTo>
                    <a:pt x="1567" y="28789"/>
                  </a:lnTo>
                  <a:lnTo>
                    <a:pt x="1383" y="28868"/>
                  </a:lnTo>
                  <a:lnTo>
                    <a:pt x="1211" y="28947"/>
                  </a:lnTo>
                  <a:lnTo>
                    <a:pt x="1054" y="29052"/>
                  </a:lnTo>
                  <a:lnTo>
                    <a:pt x="896" y="29158"/>
                  </a:lnTo>
                  <a:lnTo>
                    <a:pt x="751" y="29289"/>
                  </a:lnTo>
                  <a:lnTo>
                    <a:pt x="619" y="29421"/>
                  </a:lnTo>
                  <a:lnTo>
                    <a:pt x="501" y="29566"/>
                  </a:lnTo>
                  <a:lnTo>
                    <a:pt x="382" y="29724"/>
                  </a:lnTo>
                  <a:lnTo>
                    <a:pt x="290" y="29895"/>
                  </a:lnTo>
                  <a:lnTo>
                    <a:pt x="198" y="30066"/>
                  </a:lnTo>
                  <a:lnTo>
                    <a:pt x="132" y="30237"/>
                  </a:lnTo>
                  <a:lnTo>
                    <a:pt x="79" y="30421"/>
                  </a:lnTo>
                  <a:lnTo>
                    <a:pt x="40" y="30619"/>
                  </a:lnTo>
                  <a:lnTo>
                    <a:pt x="14" y="30816"/>
                  </a:lnTo>
                  <a:lnTo>
                    <a:pt x="0" y="31027"/>
                  </a:lnTo>
                  <a:lnTo>
                    <a:pt x="14" y="31264"/>
                  </a:lnTo>
                  <a:lnTo>
                    <a:pt x="53" y="31501"/>
                  </a:lnTo>
                  <a:lnTo>
                    <a:pt x="106" y="31724"/>
                  </a:lnTo>
                  <a:lnTo>
                    <a:pt x="185" y="31948"/>
                  </a:lnTo>
                  <a:lnTo>
                    <a:pt x="290" y="32159"/>
                  </a:lnTo>
                  <a:lnTo>
                    <a:pt x="409" y="32343"/>
                  </a:lnTo>
                  <a:lnTo>
                    <a:pt x="540" y="32527"/>
                  </a:lnTo>
                  <a:lnTo>
                    <a:pt x="698" y="32698"/>
                  </a:lnTo>
                  <a:lnTo>
                    <a:pt x="869" y="32856"/>
                  </a:lnTo>
                  <a:lnTo>
                    <a:pt x="1054" y="32988"/>
                  </a:lnTo>
                  <a:lnTo>
                    <a:pt x="1251" y="33107"/>
                  </a:lnTo>
                  <a:lnTo>
                    <a:pt x="1448" y="33212"/>
                  </a:lnTo>
                  <a:lnTo>
                    <a:pt x="1672" y="33291"/>
                  </a:lnTo>
                  <a:lnTo>
                    <a:pt x="1896" y="33357"/>
                  </a:lnTo>
                  <a:lnTo>
                    <a:pt x="2133" y="33383"/>
                  </a:lnTo>
                  <a:lnTo>
                    <a:pt x="2383" y="33396"/>
                  </a:lnTo>
                  <a:lnTo>
                    <a:pt x="2620" y="33383"/>
                  </a:lnTo>
                  <a:lnTo>
                    <a:pt x="2857" y="33357"/>
                  </a:lnTo>
                  <a:lnTo>
                    <a:pt x="3081" y="33291"/>
                  </a:lnTo>
                  <a:lnTo>
                    <a:pt x="3304" y="33212"/>
                  </a:lnTo>
                  <a:lnTo>
                    <a:pt x="3515" y="33107"/>
                  </a:lnTo>
                  <a:lnTo>
                    <a:pt x="3713" y="32988"/>
                  </a:lnTo>
                  <a:lnTo>
                    <a:pt x="3897" y="32856"/>
                  </a:lnTo>
                  <a:lnTo>
                    <a:pt x="4055" y="32698"/>
                  </a:lnTo>
                  <a:lnTo>
                    <a:pt x="4213" y="32527"/>
                  </a:lnTo>
                  <a:lnTo>
                    <a:pt x="4358" y="32343"/>
                  </a:lnTo>
                  <a:lnTo>
                    <a:pt x="4476" y="32159"/>
                  </a:lnTo>
                  <a:lnTo>
                    <a:pt x="4568" y="31948"/>
                  </a:lnTo>
                  <a:lnTo>
                    <a:pt x="4647" y="31724"/>
                  </a:lnTo>
                  <a:lnTo>
                    <a:pt x="4713" y="31501"/>
                  </a:lnTo>
                  <a:lnTo>
                    <a:pt x="4752" y="31264"/>
                  </a:lnTo>
                  <a:lnTo>
                    <a:pt x="4752" y="31027"/>
                  </a:lnTo>
                  <a:lnTo>
                    <a:pt x="4752" y="30816"/>
                  </a:lnTo>
                  <a:lnTo>
                    <a:pt x="4726" y="30605"/>
                  </a:lnTo>
                  <a:lnTo>
                    <a:pt x="4673" y="30408"/>
                  </a:lnTo>
                  <a:lnTo>
                    <a:pt x="4621" y="30224"/>
                  </a:lnTo>
                  <a:lnTo>
                    <a:pt x="4542" y="30039"/>
                  </a:lnTo>
                  <a:lnTo>
                    <a:pt x="4450" y="29855"/>
                  </a:lnTo>
                  <a:lnTo>
                    <a:pt x="4358" y="29697"/>
                  </a:lnTo>
                  <a:lnTo>
                    <a:pt x="4239" y="29539"/>
                  </a:lnTo>
                  <a:lnTo>
                    <a:pt x="4107" y="29381"/>
                  </a:lnTo>
                  <a:lnTo>
                    <a:pt x="3963" y="29250"/>
                  </a:lnTo>
                  <a:lnTo>
                    <a:pt x="3818" y="29131"/>
                  </a:lnTo>
                  <a:lnTo>
                    <a:pt x="3660" y="29013"/>
                  </a:lnTo>
                  <a:lnTo>
                    <a:pt x="3489" y="28921"/>
                  </a:lnTo>
                  <a:lnTo>
                    <a:pt x="3304" y="28828"/>
                  </a:lnTo>
                  <a:lnTo>
                    <a:pt x="3120" y="28763"/>
                  </a:lnTo>
                  <a:lnTo>
                    <a:pt x="2923" y="28710"/>
                  </a:lnTo>
                  <a:lnTo>
                    <a:pt x="2923" y="1172"/>
                  </a:lnTo>
                  <a:lnTo>
                    <a:pt x="20404" y="1172"/>
                  </a:lnTo>
                  <a:lnTo>
                    <a:pt x="20404"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824;p24">
              <a:extLst>
                <a:ext uri="{FF2B5EF4-FFF2-40B4-BE49-F238E27FC236}">
                  <a16:creationId xmlns:a16="http://schemas.microsoft.com/office/drawing/2014/main" id="{4ED5AADA-5C99-A687-7038-1E6A358835BB}"/>
                </a:ext>
              </a:extLst>
            </p:cNvPr>
            <p:cNvSpPr/>
            <p:nvPr/>
          </p:nvSpPr>
          <p:spPr>
            <a:xfrm>
              <a:off x="4109775" y="1804900"/>
              <a:ext cx="372225" cy="731925"/>
            </a:xfrm>
            <a:custGeom>
              <a:avLst/>
              <a:gdLst/>
              <a:ahLst/>
              <a:cxnLst/>
              <a:rect l="l" t="t" r="r" b="b"/>
              <a:pathLst>
                <a:path w="14889" h="29277" extrusionOk="0">
                  <a:moveTo>
                    <a:pt x="2502" y="25709"/>
                  </a:moveTo>
                  <a:lnTo>
                    <a:pt x="2620" y="25722"/>
                  </a:lnTo>
                  <a:lnTo>
                    <a:pt x="2726" y="25761"/>
                  </a:lnTo>
                  <a:lnTo>
                    <a:pt x="2844" y="25801"/>
                  </a:lnTo>
                  <a:lnTo>
                    <a:pt x="2950" y="25854"/>
                  </a:lnTo>
                  <a:lnTo>
                    <a:pt x="3042" y="25906"/>
                  </a:lnTo>
                  <a:lnTo>
                    <a:pt x="3134" y="25972"/>
                  </a:lnTo>
                  <a:lnTo>
                    <a:pt x="3226" y="26051"/>
                  </a:lnTo>
                  <a:lnTo>
                    <a:pt x="3305" y="26143"/>
                  </a:lnTo>
                  <a:lnTo>
                    <a:pt x="3371" y="26235"/>
                  </a:lnTo>
                  <a:lnTo>
                    <a:pt x="3423" y="26328"/>
                  </a:lnTo>
                  <a:lnTo>
                    <a:pt x="3476" y="26433"/>
                  </a:lnTo>
                  <a:lnTo>
                    <a:pt x="3516" y="26551"/>
                  </a:lnTo>
                  <a:lnTo>
                    <a:pt x="3555" y="26657"/>
                  </a:lnTo>
                  <a:lnTo>
                    <a:pt x="3568" y="26775"/>
                  </a:lnTo>
                  <a:lnTo>
                    <a:pt x="3568" y="26907"/>
                  </a:lnTo>
                  <a:lnTo>
                    <a:pt x="3568" y="27025"/>
                  </a:lnTo>
                  <a:lnTo>
                    <a:pt x="3555" y="27144"/>
                  </a:lnTo>
                  <a:lnTo>
                    <a:pt x="3516" y="27262"/>
                  </a:lnTo>
                  <a:lnTo>
                    <a:pt x="3476" y="27367"/>
                  </a:lnTo>
                  <a:lnTo>
                    <a:pt x="3423" y="27473"/>
                  </a:lnTo>
                  <a:lnTo>
                    <a:pt x="3371" y="27565"/>
                  </a:lnTo>
                  <a:lnTo>
                    <a:pt x="3305" y="27657"/>
                  </a:lnTo>
                  <a:lnTo>
                    <a:pt x="3226" y="27749"/>
                  </a:lnTo>
                  <a:lnTo>
                    <a:pt x="3134" y="27828"/>
                  </a:lnTo>
                  <a:lnTo>
                    <a:pt x="3042" y="27894"/>
                  </a:lnTo>
                  <a:lnTo>
                    <a:pt x="2950" y="27947"/>
                  </a:lnTo>
                  <a:lnTo>
                    <a:pt x="2844" y="27999"/>
                  </a:lnTo>
                  <a:lnTo>
                    <a:pt x="2726" y="28039"/>
                  </a:lnTo>
                  <a:lnTo>
                    <a:pt x="2620" y="28078"/>
                  </a:lnTo>
                  <a:lnTo>
                    <a:pt x="2502" y="28091"/>
                  </a:lnTo>
                  <a:lnTo>
                    <a:pt x="2252" y="28091"/>
                  </a:lnTo>
                  <a:lnTo>
                    <a:pt x="2133" y="28078"/>
                  </a:lnTo>
                  <a:lnTo>
                    <a:pt x="2015" y="28039"/>
                  </a:lnTo>
                  <a:lnTo>
                    <a:pt x="1910" y="27999"/>
                  </a:lnTo>
                  <a:lnTo>
                    <a:pt x="1804" y="27947"/>
                  </a:lnTo>
                  <a:lnTo>
                    <a:pt x="1712" y="27894"/>
                  </a:lnTo>
                  <a:lnTo>
                    <a:pt x="1620" y="27828"/>
                  </a:lnTo>
                  <a:lnTo>
                    <a:pt x="1528" y="27749"/>
                  </a:lnTo>
                  <a:lnTo>
                    <a:pt x="1449" y="27657"/>
                  </a:lnTo>
                  <a:lnTo>
                    <a:pt x="1383" y="27565"/>
                  </a:lnTo>
                  <a:lnTo>
                    <a:pt x="1317" y="27473"/>
                  </a:lnTo>
                  <a:lnTo>
                    <a:pt x="1278" y="27367"/>
                  </a:lnTo>
                  <a:lnTo>
                    <a:pt x="1238" y="27262"/>
                  </a:lnTo>
                  <a:lnTo>
                    <a:pt x="1199" y="27144"/>
                  </a:lnTo>
                  <a:lnTo>
                    <a:pt x="1186" y="27025"/>
                  </a:lnTo>
                  <a:lnTo>
                    <a:pt x="1172" y="26907"/>
                  </a:lnTo>
                  <a:lnTo>
                    <a:pt x="1186" y="26775"/>
                  </a:lnTo>
                  <a:lnTo>
                    <a:pt x="1199" y="26657"/>
                  </a:lnTo>
                  <a:lnTo>
                    <a:pt x="1238" y="26551"/>
                  </a:lnTo>
                  <a:lnTo>
                    <a:pt x="1278" y="26433"/>
                  </a:lnTo>
                  <a:lnTo>
                    <a:pt x="1317" y="26328"/>
                  </a:lnTo>
                  <a:lnTo>
                    <a:pt x="1383" y="26235"/>
                  </a:lnTo>
                  <a:lnTo>
                    <a:pt x="1449" y="26143"/>
                  </a:lnTo>
                  <a:lnTo>
                    <a:pt x="1528" y="26051"/>
                  </a:lnTo>
                  <a:lnTo>
                    <a:pt x="1620" y="25972"/>
                  </a:lnTo>
                  <a:lnTo>
                    <a:pt x="1712" y="25906"/>
                  </a:lnTo>
                  <a:lnTo>
                    <a:pt x="1804" y="25854"/>
                  </a:lnTo>
                  <a:lnTo>
                    <a:pt x="1910" y="25801"/>
                  </a:lnTo>
                  <a:lnTo>
                    <a:pt x="2015" y="25761"/>
                  </a:lnTo>
                  <a:lnTo>
                    <a:pt x="2133" y="25722"/>
                  </a:lnTo>
                  <a:lnTo>
                    <a:pt x="2252" y="25709"/>
                  </a:lnTo>
                  <a:close/>
                  <a:moveTo>
                    <a:pt x="1725" y="1"/>
                  </a:moveTo>
                  <a:lnTo>
                    <a:pt x="1725" y="24616"/>
                  </a:lnTo>
                  <a:lnTo>
                    <a:pt x="1541" y="24669"/>
                  </a:lnTo>
                  <a:lnTo>
                    <a:pt x="1357" y="24748"/>
                  </a:lnTo>
                  <a:lnTo>
                    <a:pt x="1186" y="24840"/>
                  </a:lnTo>
                  <a:lnTo>
                    <a:pt x="1028" y="24945"/>
                  </a:lnTo>
                  <a:lnTo>
                    <a:pt x="883" y="25051"/>
                  </a:lnTo>
                  <a:lnTo>
                    <a:pt x="738" y="25182"/>
                  </a:lnTo>
                  <a:lnTo>
                    <a:pt x="606" y="25314"/>
                  </a:lnTo>
                  <a:lnTo>
                    <a:pt x="488" y="25459"/>
                  </a:lnTo>
                  <a:lnTo>
                    <a:pt x="383" y="25617"/>
                  </a:lnTo>
                  <a:lnTo>
                    <a:pt x="277" y="25775"/>
                  </a:lnTo>
                  <a:lnTo>
                    <a:pt x="198" y="25946"/>
                  </a:lnTo>
                  <a:lnTo>
                    <a:pt x="133" y="26130"/>
                  </a:lnTo>
                  <a:lnTo>
                    <a:pt x="67" y="26314"/>
                  </a:lnTo>
                  <a:lnTo>
                    <a:pt x="27" y="26499"/>
                  </a:lnTo>
                  <a:lnTo>
                    <a:pt x="1" y="26696"/>
                  </a:lnTo>
                  <a:lnTo>
                    <a:pt x="1" y="26907"/>
                  </a:lnTo>
                  <a:lnTo>
                    <a:pt x="14" y="27144"/>
                  </a:lnTo>
                  <a:lnTo>
                    <a:pt x="40" y="27381"/>
                  </a:lnTo>
                  <a:lnTo>
                    <a:pt x="106" y="27604"/>
                  </a:lnTo>
                  <a:lnTo>
                    <a:pt x="185" y="27828"/>
                  </a:lnTo>
                  <a:lnTo>
                    <a:pt x="291" y="28039"/>
                  </a:lnTo>
                  <a:lnTo>
                    <a:pt x="409" y="28223"/>
                  </a:lnTo>
                  <a:lnTo>
                    <a:pt x="541" y="28407"/>
                  </a:lnTo>
                  <a:lnTo>
                    <a:pt x="699" y="28578"/>
                  </a:lnTo>
                  <a:lnTo>
                    <a:pt x="870" y="28736"/>
                  </a:lnTo>
                  <a:lnTo>
                    <a:pt x="1041" y="28868"/>
                  </a:lnTo>
                  <a:lnTo>
                    <a:pt x="1238" y="28987"/>
                  </a:lnTo>
                  <a:lnTo>
                    <a:pt x="1449" y="29092"/>
                  </a:lnTo>
                  <a:lnTo>
                    <a:pt x="1673" y="29171"/>
                  </a:lnTo>
                  <a:lnTo>
                    <a:pt x="1896" y="29237"/>
                  </a:lnTo>
                  <a:lnTo>
                    <a:pt x="2133" y="29263"/>
                  </a:lnTo>
                  <a:lnTo>
                    <a:pt x="2370" y="29276"/>
                  </a:lnTo>
                  <a:lnTo>
                    <a:pt x="2620" y="29263"/>
                  </a:lnTo>
                  <a:lnTo>
                    <a:pt x="2857" y="29237"/>
                  </a:lnTo>
                  <a:lnTo>
                    <a:pt x="3081" y="29171"/>
                  </a:lnTo>
                  <a:lnTo>
                    <a:pt x="3305" y="29092"/>
                  </a:lnTo>
                  <a:lnTo>
                    <a:pt x="3502" y="28987"/>
                  </a:lnTo>
                  <a:lnTo>
                    <a:pt x="3700" y="28868"/>
                  </a:lnTo>
                  <a:lnTo>
                    <a:pt x="3884" y="28736"/>
                  </a:lnTo>
                  <a:lnTo>
                    <a:pt x="4055" y="28578"/>
                  </a:lnTo>
                  <a:lnTo>
                    <a:pt x="4213" y="28407"/>
                  </a:lnTo>
                  <a:lnTo>
                    <a:pt x="4345" y="28223"/>
                  </a:lnTo>
                  <a:lnTo>
                    <a:pt x="4463" y="28039"/>
                  </a:lnTo>
                  <a:lnTo>
                    <a:pt x="4569" y="27828"/>
                  </a:lnTo>
                  <a:lnTo>
                    <a:pt x="4648" y="27604"/>
                  </a:lnTo>
                  <a:lnTo>
                    <a:pt x="4700" y="27381"/>
                  </a:lnTo>
                  <a:lnTo>
                    <a:pt x="4740" y="27144"/>
                  </a:lnTo>
                  <a:lnTo>
                    <a:pt x="4753" y="26907"/>
                  </a:lnTo>
                  <a:lnTo>
                    <a:pt x="4740" y="26696"/>
                  </a:lnTo>
                  <a:lnTo>
                    <a:pt x="4713" y="26485"/>
                  </a:lnTo>
                  <a:lnTo>
                    <a:pt x="4674" y="26288"/>
                  </a:lnTo>
                  <a:lnTo>
                    <a:pt x="4608" y="26091"/>
                  </a:lnTo>
                  <a:lnTo>
                    <a:pt x="4542" y="25906"/>
                  </a:lnTo>
                  <a:lnTo>
                    <a:pt x="4450" y="25735"/>
                  </a:lnTo>
                  <a:lnTo>
                    <a:pt x="4345" y="25564"/>
                  </a:lnTo>
                  <a:lnTo>
                    <a:pt x="4226" y="25406"/>
                  </a:lnTo>
                  <a:lnTo>
                    <a:pt x="4095" y="25261"/>
                  </a:lnTo>
                  <a:lnTo>
                    <a:pt x="3950" y="25116"/>
                  </a:lnTo>
                  <a:lnTo>
                    <a:pt x="3805" y="24998"/>
                  </a:lnTo>
                  <a:lnTo>
                    <a:pt x="3634" y="24880"/>
                  </a:lnTo>
                  <a:lnTo>
                    <a:pt x="3463" y="24787"/>
                  </a:lnTo>
                  <a:lnTo>
                    <a:pt x="3292" y="24708"/>
                  </a:lnTo>
                  <a:lnTo>
                    <a:pt x="3094" y="24629"/>
                  </a:lnTo>
                  <a:lnTo>
                    <a:pt x="2897" y="24577"/>
                  </a:lnTo>
                  <a:lnTo>
                    <a:pt x="2897" y="1172"/>
                  </a:lnTo>
                  <a:lnTo>
                    <a:pt x="14889" y="1172"/>
                  </a:lnTo>
                  <a:lnTo>
                    <a:pt x="14889"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825;p24">
              <a:extLst>
                <a:ext uri="{FF2B5EF4-FFF2-40B4-BE49-F238E27FC236}">
                  <a16:creationId xmlns:a16="http://schemas.microsoft.com/office/drawing/2014/main" id="{44AF8C1B-F959-2414-A047-98BA0E8F40CA}"/>
                </a:ext>
              </a:extLst>
            </p:cNvPr>
            <p:cNvSpPr/>
            <p:nvPr/>
          </p:nvSpPr>
          <p:spPr>
            <a:xfrm>
              <a:off x="3884350" y="1915475"/>
              <a:ext cx="571000" cy="841175"/>
            </a:xfrm>
            <a:custGeom>
              <a:avLst/>
              <a:gdLst/>
              <a:ahLst/>
              <a:cxnLst/>
              <a:rect l="l" t="t" r="r" b="b"/>
              <a:pathLst>
                <a:path w="22840" h="33647" extrusionOk="0">
                  <a:moveTo>
                    <a:pt x="2502" y="30079"/>
                  </a:moveTo>
                  <a:lnTo>
                    <a:pt x="2620" y="30092"/>
                  </a:lnTo>
                  <a:lnTo>
                    <a:pt x="2739" y="30132"/>
                  </a:lnTo>
                  <a:lnTo>
                    <a:pt x="2844" y="30171"/>
                  </a:lnTo>
                  <a:lnTo>
                    <a:pt x="2950" y="30224"/>
                  </a:lnTo>
                  <a:lnTo>
                    <a:pt x="3055" y="30277"/>
                  </a:lnTo>
                  <a:lnTo>
                    <a:pt x="3147" y="30342"/>
                  </a:lnTo>
                  <a:lnTo>
                    <a:pt x="3226" y="30421"/>
                  </a:lnTo>
                  <a:lnTo>
                    <a:pt x="3305" y="30513"/>
                  </a:lnTo>
                  <a:lnTo>
                    <a:pt x="3371" y="30606"/>
                  </a:lnTo>
                  <a:lnTo>
                    <a:pt x="3437" y="30698"/>
                  </a:lnTo>
                  <a:lnTo>
                    <a:pt x="3489" y="30803"/>
                  </a:lnTo>
                  <a:lnTo>
                    <a:pt x="3529" y="30908"/>
                  </a:lnTo>
                  <a:lnTo>
                    <a:pt x="3555" y="31027"/>
                  </a:lnTo>
                  <a:lnTo>
                    <a:pt x="3568" y="31145"/>
                  </a:lnTo>
                  <a:lnTo>
                    <a:pt x="3581" y="31264"/>
                  </a:lnTo>
                  <a:lnTo>
                    <a:pt x="3568" y="31395"/>
                  </a:lnTo>
                  <a:lnTo>
                    <a:pt x="3555" y="31514"/>
                  </a:lnTo>
                  <a:lnTo>
                    <a:pt x="3529" y="31632"/>
                  </a:lnTo>
                  <a:lnTo>
                    <a:pt x="3489" y="31738"/>
                  </a:lnTo>
                  <a:lnTo>
                    <a:pt x="3437" y="31843"/>
                  </a:lnTo>
                  <a:lnTo>
                    <a:pt x="3371" y="31935"/>
                  </a:lnTo>
                  <a:lnTo>
                    <a:pt x="3305" y="32027"/>
                  </a:lnTo>
                  <a:lnTo>
                    <a:pt x="3226" y="32119"/>
                  </a:lnTo>
                  <a:lnTo>
                    <a:pt x="3147" y="32198"/>
                  </a:lnTo>
                  <a:lnTo>
                    <a:pt x="3055" y="32264"/>
                  </a:lnTo>
                  <a:lnTo>
                    <a:pt x="2950" y="32317"/>
                  </a:lnTo>
                  <a:lnTo>
                    <a:pt x="2844" y="32370"/>
                  </a:lnTo>
                  <a:lnTo>
                    <a:pt x="2739" y="32409"/>
                  </a:lnTo>
                  <a:lnTo>
                    <a:pt x="2620" y="32449"/>
                  </a:lnTo>
                  <a:lnTo>
                    <a:pt x="2502" y="32462"/>
                  </a:lnTo>
                  <a:lnTo>
                    <a:pt x="2265" y="32462"/>
                  </a:lnTo>
                  <a:lnTo>
                    <a:pt x="2147" y="32449"/>
                  </a:lnTo>
                  <a:lnTo>
                    <a:pt x="2028" y="32409"/>
                  </a:lnTo>
                  <a:lnTo>
                    <a:pt x="1923" y="32370"/>
                  </a:lnTo>
                  <a:lnTo>
                    <a:pt x="1818" y="32317"/>
                  </a:lnTo>
                  <a:lnTo>
                    <a:pt x="1712" y="32264"/>
                  </a:lnTo>
                  <a:lnTo>
                    <a:pt x="1620" y="32198"/>
                  </a:lnTo>
                  <a:lnTo>
                    <a:pt x="1541" y="32119"/>
                  </a:lnTo>
                  <a:lnTo>
                    <a:pt x="1462" y="32027"/>
                  </a:lnTo>
                  <a:lnTo>
                    <a:pt x="1396" y="31935"/>
                  </a:lnTo>
                  <a:lnTo>
                    <a:pt x="1330" y="31843"/>
                  </a:lnTo>
                  <a:lnTo>
                    <a:pt x="1278" y="31738"/>
                  </a:lnTo>
                  <a:lnTo>
                    <a:pt x="1238" y="31632"/>
                  </a:lnTo>
                  <a:lnTo>
                    <a:pt x="1212" y="31514"/>
                  </a:lnTo>
                  <a:lnTo>
                    <a:pt x="1186" y="31395"/>
                  </a:lnTo>
                  <a:lnTo>
                    <a:pt x="1186" y="31264"/>
                  </a:lnTo>
                  <a:lnTo>
                    <a:pt x="1186" y="31145"/>
                  </a:lnTo>
                  <a:lnTo>
                    <a:pt x="1212" y="31027"/>
                  </a:lnTo>
                  <a:lnTo>
                    <a:pt x="1238" y="30908"/>
                  </a:lnTo>
                  <a:lnTo>
                    <a:pt x="1278" y="30803"/>
                  </a:lnTo>
                  <a:lnTo>
                    <a:pt x="1330" y="30698"/>
                  </a:lnTo>
                  <a:lnTo>
                    <a:pt x="1396" y="30606"/>
                  </a:lnTo>
                  <a:lnTo>
                    <a:pt x="1462" y="30513"/>
                  </a:lnTo>
                  <a:lnTo>
                    <a:pt x="1541" y="30421"/>
                  </a:lnTo>
                  <a:lnTo>
                    <a:pt x="1620" y="30342"/>
                  </a:lnTo>
                  <a:lnTo>
                    <a:pt x="1712" y="30277"/>
                  </a:lnTo>
                  <a:lnTo>
                    <a:pt x="1818" y="30224"/>
                  </a:lnTo>
                  <a:lnTo>
                    <a:pt x="1923" y="30171"/>
                  </a:lnTo>
                  <a:lnTo>
                    <a:pt x="2028" y="30132"/>
                  </a:lnTo>
                  <a:lnTo>
                    <a:pt x="2147" y="30092"/>
                  </a:lnTo>
                  <a:lnTo>
                    <a:pt x="2265" y="30079"/>
                  </a:lnTo>
                  <a:close/>
                  <a:moveTo>
                    <a:pt x="17021" y="0"/>
                  </a:moveTo>
                  <a:lnTo>
                    <a:pt x="17021" y="30685"/>
                  </a:lnTo>
                  <a:lnTo>
                    <a:pt x="4687" y="30685"/>
                  </a:lnTo>
                  <a:lnTo>
                    <a:pt x="4635" y="30487"/>
                  </a:lnTo>
                  <a:lnTo>
                    <a:pt x="4556" y="30303"/>
                  </a:lnTo>
                  <a:lnTo>
                    <a:pt x="4477" y="30132"/>
                  </a:lnTo>
                  <a:lnTo>
                    <a:pt x="4371" y="29961"/>
                  </a:lnTo>
                  <a:lnTo>
                    <a:pt x="4266" y="29816"/>
                  </a:lnTo>
                  <a:lnTo>
                    <a:pt x="4134" y="29658"/>
                  </a:lnTo>
                  <a:lnTo>
                    <a:pt x="4003" y="29526"/>
                  </a:lnTo>
                  <a:lnTo>
                    <a:pt x="3858" y="29395"/>
                  </a:lnTo>
                  <a:lnTo>
                    <a:pt x="3700" y="29289"/>
                  </a:lnTo>
                  <a:lnTo>
                    <a:pt x="3529" y="29184"/>
                  </a:lnTo>
                  <a:lnTo>
                    <a:pt x="3358" y="29105"/>
                  </a:lnTo>
                  <a:lnTo>
                    <a:pt x="3173" y="29026"/>
                  </a:lnTo>
                  <a:lnTo>
                    <a:pt x="2989" y="28973"/>
                  </a:lnTo>
                  <a:lnTo>
                    <a:pt x="2792" y="28921"/>
                  </a:lnTo>
                  <a:lnTo>
                    <a:pt x="2594" y="28894"/>
                  </a:lnTo>
                  <a:lnTo>
                    <a:pt x="2384" y="28894"/>
                  </a:lnTo>
                  <a:lnTo>
                    <a:pt x="2147" y="28908"/>
                  </a:lnTo>
                  <a:lnTo>
                    <a:pt x="1910" y="28934"/>
                  </a:lnTo>
                  <a:lnTo>
                    <a:pt x="1673" y="29000"/>
                  </a:lnTo>
                  <a:lnTo>
                    <a:pt x="1462" y="29079"/>
                  </a:lnTo>
                  <a:lnTo>
                    <a:pt x="1251" y="29184"/>
                  </a:lnTo>
                  <a:lnTo>
                    <a:pt x="1054" y="29302"/>
                  </a:lnTo>
                  <a:lnTo>
                    <a:pt x="870" y="29434"/>
                  </a:lnTo>
                  <a:lnTo>
                    <a:pt x="699" y="29592"/>
                  </a:lnTo>
                  <a:lnTo>
                    <a:pt x="554" y="29763"/>
                  </a:lnTo>
                  <a:lnTo>
                    <a:pt x="409" y="29947"/>
                  </a:lnTo>
                  <a:lnTo>
                    <a:pt x="291" y="30132"/>
                  </a:lnTo>
                  <a:lnTo>
                    <a:pt x="185" y="30342"/>
                  </a:lnTo>
                  <a:lnTo>
                    <a:pt x="106" y="30566"/>
                  </a:lnTo>
                  <a:lnTo>
                    <a:pt x="54" y="30790"/>
                  </a:lnTo>
                  <a:lnTo>
                    <a:pt x="14" y="31027"/>
                  </a:lnTo>
                  <a:lnTo>
                    <a:pt x="1" y="31264"/>
                  </a:lnTo>
                  <a:lnTo>
                    <a:pt x="14" y="31514"/>
                  </a:lnTo>
                  <a:lnTo>
                    <a:pt x="54" y="31751"/>
                  </a:lnTo>
                  <a:lnTo>
                    <a:pt x="106" y="31975"/>
                  </a:lnTo>
                  <a:lnTo>
                    <a:pt x="185" y="32198"/>
                  </a:lnTo>
                  <a:lnTo>
                    <a:pt x="291" y="32409"/>
                  </a:lnTo>
                  <a:lnTo>
                    <a:pt x="409" y="32593"/>
                  </a:lnTo>
                  <a:lnTo>
                    <a:pt x="554" y="32778"/>
                  </a:lnTo>
                  <a:lnTo>
                    <a:pt x="699" y="32949"/>
                  </a:lnTo>
                  <a:lnTo>
                    <a:pt x="870" y="33107"/>
                  </a:lnTo>
                  <a:lnTo>
                    <a:pt x="1054" y="33238"/>
                  </a:lnTo>
                  <a:lnTo>
                    <a:pt x="1251" y="33357"/>
                  </a:lnTo>
                  <a:lnTo>
                    <a:pt x="1462" y="33462"/>
                  </a:lnTo>
                  <a:lnTo>
                    <a:pt x="1673" y="33541"/>
                  </a:lnTo>
                  <a:lnTo>
                    <a:pt x="1910" y="33607"/>
                  </a:lnTo>
                  <a:lnTo>
                    <a:pt x="2147" y="33633"/>
                  </a:lnTo>
                  <a:lnTo>
                    <a:pt x="2384" y="33646"/>
                  </a:lnTo>
                  <a:lnTo>
                    <a:pt x="2594" y="33646"/>
                  </a:lnTo>
                  <a:lnTo>
                    <a:pt x="2792" y="33620"/>
                  </a:lnTo>
                  <a:lnTo>
                    <a:pt x="2989" y="33567"/>
                  </a:lnTo>
                  <a:lnTo>
                    <a:pt x="3173" y="33515"/>
                  </a:lnTo>
                  <a:lnTo>
                    <a:pt x="3358" y="33436"/>
                  </a:lnTo>
                  <a:lnTo>
                    <a:pt x="3529" y="33357"/>
                  </a:lnTo>
                  <a:lnTo>
                    <a:pt x="3700" y="33251"/>
                  </a:lnTo>
                  <a:lnTo>
                    <a:pt x="3858" y="33146"/>
                  </a:lnTo>
                  <a:lnTo>
                    <a:pt x="4003" y="33015"/>
                  </a:lnTo>
                  <a:lnTo>
                    <a:pt x="4134" y="32883"/>
                  </a:lnTo>
                  <a:lnTo>
                    <a:pt x="4266" y="32725"/>
                  </a:lnTo>
                  <a:lnTo>
                    <a:pt x="4371" y="32580"/>
                  </a:lnTo>
                  <a:lnTo>
                    <a:pt x="4477" y="32409"/>
                  </a:lnTo>
                  <a:lnTo>
                    <a:pt x="4556" y="32238"/>
                  </a:lnTo>
                  <a:lnTo>
                    <a:pt x="4635" y="32054"/>
                  </a:lnTo>
                  <a:lnTo>
                    <a:pt x="4687" y="31856"/>
                  </a:lnTo>
                  <a:lnTo>
                    <a:pt x="18206" y="31856"/>
                  </a:lnTo>
                  <a:lnTo>
                    <a:pt x="18206" y="1185"/>
                  </a:lnTo>
                  <a:lnTo>
                    <a:pt x="22840" y="1185"/>
                  </a:lnTo>
                  <a:lnTo>
                    <a:pt x="22840"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826;p24">
              <a:extLst>
                <a:ext uri="{FF2B5EF4-FFF2-40B4-BE49-F238E27FC236}">
                  <a16:creationId xmlns:a16="http://schemas.microsoft.com/office/drawing/2014/main" id="{10D2913C-35FA-FE8D-D328-97DDC54CF480}"/>
                </a:ext>
              </a:extLst>
            </p:cNvPr>
            <p:cNvSpPr/>
            <p:nvPr/>
          </p:nvSpPr>
          <p:spPr>
            <a:xfrm>
              <a:off x="3839600" y="2840875"/>
              <a:ext cx="999800" cy="265925"/>
            </a:xfrm>
            <a:custGeom>
              <a:avLst/>
              <a:gdLst/>
              <a:ahLst/>
              <a:cxnLst/>
              <a:rect l="l" t="t" r="r" b="b"/>
              <a:pathLst>
                <a:path w="39992" h="10637" extrusionOk="0">
                  <a:moveTo>
                    <a:pt x="2502" y="7056"/>
                  </a:moveTo>
                  <a:lnTo>
                    <a:pt x="2620" y="7082"/>
                  </a:lnTo>
                  <a:lnTo>
                    <a:pt x="2739" y="7109"/>
                  </a:lnTo>
                  <a:lnTo>
                    <a:pt x="2857" y="7148"/>
                  </a:lnTo>
                  <a:lnTo>
                    <a:pt x="2949" y="7201"/>
                  </a:lnTo>
                  <a:lnTo>
                    <a:pt x="3055" y="7267"/>
                  </a:lnTo>
                  <a:lnTo>
                    <a:pt x="3147" y="7332"/>
                  </a:lnTo>
                  <a:lnTo>
                    <a:pt x="3226" y="7411"/>
                  </a:lnTo>
                  <a:lnTo>
                    <a:pt x="3305" y="7490"/>
                  </a:lnTo>
                  <a:lnTo>
                    <a:pt x="3384" y="7582"/>
                  </a:lnTo>
                  <a:lnTo>
                    <a:pt x="3436" y="7688"/>
                  </a:lnTo>
                  <a:lnTo>
                    <a:pt x="3489" y="7793"/>
                  </a:lnTo>
                  <a:lnTo>
                    <a:pt x="3529" y="7898"/>
                  </a:lnTo>
                  <a:lnTo>
                    <a:pt x="3555" y="8017"/>
                  </a:lnTo>
                  <a:lnTo>
                    <a:pt x="3581" y="8135"/>
                  </a:lnTo>
                  <a:lnTo>
                    <a:pt x="3581" y="8254"/>
                  </a:lnTo>
                  <a:lnTo>
                    <a:pt x="3581" y="8372"/>
                  </a:lnTo>
                  <a:lnTo>
                    <a:pt x="3555" y="8491"/>
                  </a:lnTo>
                  <a:lnTo>
                    <a:pt x="3529" y="8609"/>
                  </a:lnTo>
                  <a:lnTo>
                    <a:pt x="3489" y="8714"/>
                  </a:lnTo>
                  <a:lnTo>
                    <a:pt x="3436" y="8820"/>
                  </a:lnTo>
                  <a:lnTo>
                    <a:pt x="3384" y="8925"/>
                  </a:lnTo>
                  <a:lnTo>
                    <a:pt x="3305" y="9017"/>
                  </a:lnTo>
                  <a:lnTo>
                    <a:pt x="3226" y="9096"/>
                  </a:lnTo>
                  <a:lnTo>
                    <a:pt x="3147" y="9175"/>
                  </a:lnTo>
                  <a:lnTo>
                    <a:pt x="3055" y="9241"/>
                  </a:lnTo>
                  <a:lnTo>
                    <a:pt x="2949" y="9307"/>
                  </a:lnTo>
                  <a:lnTo>
                    <a:pt x="2857" y="9360"/>
                  </a:lnTo>
                  <a:lnTo>
                    <a:pt x="2739" y="9399"/>
                  </a:lnTo>
                  <a:lnTo>
                    <a:pt x="2620" y="9425"/>
                  </a:lnTo>
                  <a:lnTo>
                    <a:pt x="2502" y="9438"/>
                  </a:lnTo>
                  <a:lnTo>
                    <a:pt x="2383" y="9452"/>
                  </a:lnTo>
                  <a:lnTo>
                    <a:pt x="2265" y="9438"/>
                  </a:lnTo>
                  <a:lnTo>
                    <a:pt x="2146" y="9425"/>
                  </a:lnTo>
                  <a:lnTo>
                    <a:pt x="2028" y="9399"/>
                  </a:lnTo>
                  <a:lnTo>
                    <a:pt x="1923" y="9360"/>
                  </a:lnTo>
                  <a:lnTo>
                    <a:pt x="1817" y="9307"/>
                  </a:lnTo>
                  <a:lnTo>
                    <a:pt x="1712" y="9241"/>
                  </a:lnTo>
                  <a:lnTo>
                    <a:pt x="1620" y="9175"/>
                  </a:lnTo>
                  <a:lnTo>
                    <a:pt x="1541" y="9096"/>
                  </a:lnTo>
                  <a:lnTo>
                    <a:pt x="1462" y="9017"/>
                  </a:lnTo>
                  <a:lnTo>
                    <a:pt x="1396" y="8925"/>
                  </a:lnTo>
                  <a:lnTo>
                    <a:pt x="1330" y="8820"/>
                  </a:lnTo>
                  <a:lnTo>
                    <a:pt x="1278" y="8714"/>
                  </a:lnTo>
                  <a:lnTo>
                    <a:pt x="1238" y="8609"/>
                  </a:lnTo>
                  <a:lnTo>
                    <a:pt x="1212" y="8491"/>
                  </a:lnTo>
                  <a:lnTo>
                    <a:pt x="1199" y="8372"/>
                  </a:lnTo>
                  <a:lnTo>
                    <a:pt x="1185" y="8254"/>
                  </a:lnTo>
                  <a:lnTo>
                    <a:pt x="1199" y="8135"/>
                  </a:lnTo>
                  <a:lnTo>
                    <a:pt x="1212" y="8017"/>
                  </a:lnTo>
                  <a:lnTo>
                    <a:pt x="1238" y="7898"/>
                  </a:lnTo>
                  <a:lnTo>
                    <a:pt x="1278" y="7793"/>
                  </a:lnTo>
                  <a:lnTo>
                    <a:pt x="1330" y="7688"/>
                  </a:lnTo>
                  <a:lnTo>
                    <a:pt x="1396" y="7582"/>
                  </a:lnTo>
                  <a:lnTo>
                    <a:pt x="1462" y="7490"/>
                  </a:lnTo>
                  <a:lnTo>
                    <a:pt x="1541" y="7411"/>
                  </a:lnTo>
                  <a:lnTo>
                    <a:pt x="1620" y="7332"/>
                  </a:lnTo>
                  <a:lnTo>
                    <a:pt x="1712" y="7267"/>
                  </a:lnTo>
                  <a:lnTo>
                    <a:pt x="1817" y="7201"/>
                  </a:lnTo>
                  <a:lnTo>
                    <a:pt x="1923" y="7148"/>
                  </a:lnTo>
                  <a:lnTo>
                    <a:pt x="2028" y="7109"/>
                  </a:lnTo>
                  <a:lnTo>
                    <a:pt x="2146" y="7082"/>
                  </a:lnTo>
                  <a:lnTo>
                    <a:pt x="2265" y="7056"/>
                  </a:lnTo>
                  <a:close/>
                  <a:moveTo>
                    <a:pt x="13849" y="0"/>
                  </a:moveTo>
                  <a:lnTo>
                    <a:pt x="4213" y="6727"/>
                  </a:lnTo>
                  <a:lnTo>
                    <a:pt x="4042" y="6543"/>
                  </a:lnTo>
                  <a:lnTo>
                    <a:pt x="3844" y="6371"/>
                  </a:lnTo>
                  <a:lnTo>
                    <a:pt x="3634" y="6227"/>
                  </a:lnTo>
                  <a:lnTo>
                    <a:pt x="3410" y="6108"/>
                  </a:lnTo>
                  <a:lnTo>
                    <a:pt x="3173" y="6003"/>
                  </a:lnTo>
                  <a:lnTo>
                    <a:pt x="2923" y="5937"/>
                  </a:lnTo>
                  <a:lnTo>
                    <a:pt x="2660" y="5884"/>
                  </a:lnTo>
                  <a:lnTo>
                    <a:pt x="2383" y="5871"/>
                  </a:lnTo>
                  <a:lnTo>
                    <a:pt x="2146" y="5884"/>
                  </a:lnTo>
                  <a:lnTo>
                    <a:pt x="1909" y="5924"/>
                  </a:lnTo>
                  <a:lnTo>
                    <a:pt x="1672" y="5976"/>
                  </a:lnTo>
                  <a:lnTo>
                    <a:pt x="1462" y="6055"/>
                  </a:lnTo>
                  <a:lnTo>
                    <a:pt x="1251" y="6161"/>
                  </a:lnTo>
                  <a:lnTo>
                    <a:pt x="1054" y="6279"/>
                  </a:lnTo>
                  <a:lnTo>
                    <a:pt x="870" y="6424"/>
                  </a:lnTo>
                  <a:lnTo>
                    <a:pt x="698" y="6569"/>
                  </a:lnTo>
                  <a:lnTo>
                    <a:pt x="554" y="6740"/>
                  </a:lnTo>
                  <a:lnTo>
                    <a:pt x="409" y="6924"/>
                  </a:lnTo>
                  <a:lnTo>
                    <a:pt x="290" y="7122"/>
                  </a:lnTo>
                  <a:lnTo>
                    <a:pt x="198" y="7332"/>
                  </a:lnTo>
                  <a:lnTo>
                    <a:pt x="119" y="7543"/>
                  </a:lnTo>
                  <a:lnTo>
                    <a:pt x="53" y="7780"/>
                  </a:lnTo>
                  <a:lnTo>
                    <a:pt x="14" y="8017"/>
                  </a:lnTo>
                  <a:lnTo>
                    <a:pt x="1" y="8254"/>
                  </a:lnTo>
                  <a:lnTo>
                    <a:pt x="14" y="8491"/>
                  </a:lnTo>
                  <a:lnTo>
                    <a:pt x="53" y="8728"/>
                  </a:lnTo>
                  <a:lnTo>
                    <a:pt x="119" y="8965"/>
                  </a:lnTo>
                  <a:lnTo>
                    <a:pt x="198" y="9175"/>
                  </a:lnTo>
                  <a:lnTo>
                    <a:pt x="290" y="9386"/>
                  </a:lnTo>
                  <a:lnTo>
                    <a:pt x="409" y="9583"/>
                  </a:lnTo>
                  <a:lnTo>
                    <a:pt x="554" y="9768"/>
                  </a:lnTo>
                  <a:lnTo>
                    <a:pt x="698" y="9939"/>
                  </a:lnTo>
                  <a:lnTo>
                    <a:pt x="870" y="10083"/>
                  </a:lnTo>
                  <a:lnTo>
                    <a:pt x="1054" y="10228"/>
                  </a:lnTo>
                  <a:lnTo>
                    <a:pt x="1251" y="10347"/>
                  </a:lnTo>
                  <a:lnTo>
                    <a:pt x="1462" y="10439"/>
                  </a:lnTo>
                  <a:lnTo>
                    <a:pt x="1672" y="10531"/>
                  </a:lnTo>
                  <a:lnTo>
                    <a:pt x="1909" y="10584"/>
                  </a:lnTo>
                  <a:lnTo>
                    <a:pt x="2146" y="10623"/>
                  </a:lnTo>
                  <a:lnTo>
                    <a:pt x="2383" y="10636"/>
                  </a:lnTo>
                  <a:lnTo>
                    <a:pt x="2633" y="10623"/>
                  </a:lnTo>
                  <a:lnTo>
                    <a:pt x="2870" y="10584"/>
                  </a:lnTo>
                  <a:lnTo>
                    <a:pt x="3094" y="10531"/>
                  </a:lnTo>
                  <a:lnTo>
                    <a:pt x="3305" y="10439"/>
                  </a:lnTo>
                  <a:lnTo>
                    <a:pt x="3515" y="10347"/>
                  </a:lnTo>
                  <a:lnTo>
                    <a:pt x="3713" y="10228"/>
                  </a:lnTo>
                  <a:lnTo>
                    <a:pt x="3897" y="10083"/>
                  </a:lnTo>
                  <a:lnTo>
                    <a:pt x="4068" y="9939"/>
                  </a:lnTo>
                  <a:lnTo>
                    <a:pt x="4226" y="9768"/>
                  </a:lnTo>
                  <a:lnTo>
                    <a:pt x="4358" y="9583"/>
                  </a:lnTo>
                  <a:lnTo>
                    <a:pt x="4476" y="9386"/>
                  </a:lnTo>
                  <a:lnTo>
                    <a:pt x="4582" y="9175"/>
                  </a:lnTo>
                  <a:lnTo>
                    <a:pt x="4661" y="8965"/>
                  </a:lnTo>
                  <a:lnTo>
                    <a:pt x="4713" y="8728"/>
                  </a:lnTo>
                  <a:lnTo>
                    <a:pt x="4753" y="8491"/>
                  </a:lnTo>
                  <a:lnTo>
                    <a:pt x="4766" y="8254"/>
                  </a:lnTo>
                  <a:lnTo>
                    <a:pt x="4753" y="8030"/>
                  </a:lnTo>
                  <a:lnTo>
                    <a:pt x="4726" y="7819"/>
                  </a:lnTo>
                  <a:lnTo>
                    <a:pt x="14230" y="1185"/>
                  </a:lnTo>
                  <a:lnTo>
                    <a:pt x="39991" y="1185"/>
                  </a:lnTo>
                  <a:lnTo>
                    <a:pt x="39991"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827;p24">
              <a:extLst>
                <a:ext uri="{FF2B5EF4-FFF2-40B4-BE49-F238E27FC236}">
                  <a16:creationId xmlns:a16="http://schemas.microsoft.com/office/drawing/2014/main" id="{56F9F84E-C74C-C0B7-9E39-C5CB768284EE}"/>
                </a:ext>
              </a:extLst>
            </p:cNvPr>
            <p:cNvSpPr/>
            <p:nvPr/>
          </p:nvSpPr>
          <p:spPr>
            <a:xfrm>
              <a:off x="3839600" y="2976450"/>
              <a:ext cx="999800" cy="270200"/>
            </a:xfrm>
            <a:custGeom>
              <a:avLst/>
              <a:gdLst/>
              <a:ahLst/>
              <a:cxnLst/>
              <a:rect l="l" t="t" r="r" b="b"/>
              <a:pathLst>
                <a:path w="39992" h="10808" extrusionOk="0">
                  <a:moveTo>
                    <a:pt x="2383" y="7227"/>
                  </a:moveTo>
                  <a:lnTo>
                    <a:pt x="2502" y="7241"/>
                  </a:lnTo>
                  <a:lnTo>
                    <a:pt x="2620" y="7254"/>
                  </a:lnTo>
                  <a:lnTo>
                    <a:pt x="2739" y="7280"/>
                  </a:lnTo>
                  <a:lnTo>
                    <a:pt x="2857" y="7320"/>
                  </a:lnTo>
                  <a:lnTo>
                    <a:pt x="2949" y="7372"/>
                  </a:lnTo>
                  <a:lnTo>
                    <a:pt x="3055" y="7438"/>
                  </a:lnTo>
                  <a:lnTo>
                    <a:pt x="3147" y="7504"/>
                  </a:lnTo>
                  <a:lnTo>
                    <a:pt x="3226" y="7583"/>
                  </a:lnTo>
                  <a:lnTo>
                    <a:pt x="3305" y="7662"/>
                  </a:lnTo>
                  <a:lnTo>
                    <a:pt x="3384" y="7754"/>
                  </a:lnTo>
                  <a:lnTo>
                    <a:pt x="3436" y="7859"/>
                  </a:lnTo>
                  <a:lnTo>
                    <a:pt x="3489" y="7965"/>
                  </a:lnTo>
                  <a:lnTo>
                    <a:pt x="3529" y="8070"/>
                  </a:lnTo>
                  <a:lnTo>
                    <a:pt x="3555" y="8188"/>
                  </a:lnTo>
                  <a:lnTo>
                    <a:pt x="3581" y="8307"/>
                  </a:lnTo>
                  <a:lnTo>
                    <a:pt x="3581" y="8425"/>
                  </a:lnTo>
                  <a:lnTo>
                    <a:pt x="3581" y="8544"/>
                  </a:lnTo>
                  <a:lnTo>
                    <a:pt x="3555" y="8662"/>
                  </a:lnTo>
                  <a:lnTo>
                    <a:pt x="3529" y="8781"/>
                  </a:lnTo>
                  <a:lnTo>
                    <a:pt x="3489" y="8899"/>
                  </a:lnTo>
                  <a:lnTo>
                    <a:pt x="3436" y="8991"/>
                  </a:lnTo>
                  <a:lnTo>
                    <a:pt x="3384" y="9097"/>
                  </a:lnTo>
                  <a:lnTo>
                    <a:pt x="3305" y="9189"/>
                  </a:lnTo>
                  <a:lnTo>
                    <a:pt x="3226" y="9268"/>
                  </a:lnTo>
                  <a:lnTo>
                    <a:pt x="3147" y="9347"/>
                  </a:lnTo>
                  <a:lnTo>
                    <a:pt x="3055" y="9426"/>
                  </a:lnTo>
                  <a:lnTo>
                    <a:pt x="2949" y="9478"/>
                  </a:lnTo>
                  <a:lnTo>
                    <a:pt x="2857" y="9531"/>
                  </a:lnTo>
                  <a:lnTo>
                    <a:pt x="2739" y="9570"/>
                  </a:lnTo>
                  <a:lnTo>
                    <a:pt x="2620" y="9597"/>
                  </a:lnTo>
                  <a:lnTo>
                    <a:pt x="2502" y="9623"/>
                  </a:lnTo>
                  <a:lnTo>
                    <a:pt x="2265" y="9623"/>
                  </a:lnTo>
                  <a:lnTo>
                    <a:pt x="2146" y="9597"/>
                  </a:lnTo>
                  <a:lnTo>
                    <a:pt x="2028" y="9570"/>
                  </a:lnTo>
                  <a:lnTo>
                    <a:pt x="1923" y="9531"/>
                  </a:lnTo>
                  <a:lnTo>
                    <a:pt x="1817" y="9478"/>
                  </a:lnTo>
                  <a:lnTo>
                    <a:pt x="1712" y="9426"/>
                  </a:lnTo>
                  <a:lnTo>
                    <a:pt x="1620" y="9347"/>
                  </a:lnTo>
                  <a:lnTo>
                    <a:pt x="1541" y="9268"/>
                  </a:lnTo>
                  <a:lnTo>
                    <a:pt x="1462" y="9189"/>
                  </a:lnTo>
                  <a:lnTo>
                    <a:pt x="1396" y="9097"/>
                  </a:lnTo>
                  <a:lnTo>
                    <a:pt x="1330" y="8991"/>
                  </a:lnTo>
                  <a:lnTo>
                    <a:pt x="1278" y="8899"/>
                  </a:lnTo>
                  <a:lnTo>
                    <a:pt x="1238" y="8781"/>
                  </a:lnTo>
                  <a:lnTo>
                    <a:pt x="1212" y="8662"/>
                  </a:lnTo>
                  <a:lnTo>
                    <a:pt x="1199" y="8544"/>
                  </a:lnTo>
                  <a:lnTo>
                    <a:pt x="1185" y="8425"/>
                  </a:lnTo>
                  <a:lnTo>
                    <a:pt x="1199" y="8307"/>
                  </a:lnTo>
                  <a:lnTo>
                    <a:pt x="1212" y="8188"/>
                  </a:lnTo>
                  <a:lnTo>
                    <a:pt x="1238" y="8070"/>
                  </a:lnTo>
                  <a:lnTo>
                    <a:pt x="1278" y="7965"/>
                  </a:lnTo>
                  <a:lnTo>
                    <a:pt x="1330" y="7859"/>
                  </a:lnTo>
                  <a:lnTo>
                    <a:pt x="1396" y="7754"/>
                  </a:lnTo>
                  <a:lnTo>
                    <a:pt x="1462" y="7662"/>
                  </a:lnTo>
                  <a:lnTo>
                    <a:pt x="1541" y="7583"/>
                  </a:lnTo>
                  <a:lnTo>
                    <a:pt x="1620" y="7504"/>
                  </a:lnTo>
                  <a:lnTo>
                    <a:pt x="1712" y="7438"/>
                  </a:lnTo>
                  <a:lnTo>
                    <a:pt x="1817" y="7372"/>
                  </a:lnTo>
                  <a:lnTo>
                    <a:pt x="1923" y="7320"/>
                  </a:lnTo>
                  <a:lnTo>
                    <a:pt x="2028" y="7280"/>
                  </a:lnTo>
                  <a:lnTo>
                    <a:pt x="2146" y="7254"/>
                  </a:lnTo>
                  <a:lnTo>
                    <a:pt x="2265" y="7241"/>
                  </a:lnTo>
                  <a:lnTo>
                    <a:pt x="2383" y="7227"/>
                  </a:lnTo>
                  <a:close/>
                  <a:moveTo>
                    <a:pt x="13849" y="1"/>
                  </a:moveTo>
                  <a:lnTo>
                    <a:pt x="4121" y="6793"/>
                  </a:lnTo>
                  <a:lnTo>
                    <a:pt x="3950" y="6635"/>
                  </a:lnTo>
                  <a:lnTo>
                    <a:pt x="3752" y="6490"/>
                  </a:lnTo>
                  <a:lnTo>
                    <a:pt x="3555" y="6359"/>
                  </a:lnTo>
                  <a:lnTo>
                    <a:pt x="3344" y="6253"/>
                  </a:lnTo>
                  <a:lnTo>
                    <a:pt x="3120" y="6161"/>
                  </a:lnTo>
                  <a:lnTo>
                    <a:pt x="2884" y="6095"/>
                  </a:lnTo>
                  <a:lnTo>
                    <a:pt x="2633" y="6056"/>
                  </a:lnTo>
                  <a:lnTo>
                    <a:pt x="2383" y="6043"/>
                  </a:lnTo>
                  <a:lnTo>
                    <a:pt x="2146" y="6056"/>
                  </a:lnTo>
                  <a:lnTo>
                    <a:pt x="1909" y="6095"/>
                  </a:lnTo>
                  <a:lnTo>
                    <a:pt x="1672" y="6161"/>
                  </a:lnTo>
                  <a:lnTo>
                    <a:pt x="1462" y="6240"/>
                  </a:lnTo>
                  <a:lnTo>
                    <a:pt x="1251" y="6332"/>
                  </a:lnTo>
                  <a:lnTo>
                    <a:pt x="1054" y="6451"/>
                  </a:lnTo>
                  <a:lnTo>
                    <a:pt x="870" y="6596"/>
                  </a:lnTo>
                  <a:lnTo>
                    <a:pt x="698" y="6740"/>
                  </a:lnTo>
                  <a:lnTo>
                    <a:pt x="554" y="6911"/>
                  </a:lnTo>
                  <a:lnTo>
                    <a:pt x="409" y="7096"/>
                  </a:lnTo>
                  <a:lnTo>
                    <a:pt x="290" y="7293"/>
                  </a:lnTo>
                  <a:lnTo>
                    <a:pt x="198" y="7504"/>
                  </a:lnTo>
                  <a:lnTo>
                    <a:pt x="119" y="7714"/>
                  </a:lnTo>
                  <a:lnTo>
                    <a:pt x="53" y="7951"/>
                  </a:lnTo>
                  <a:lnTo>
                    <a:pt x="14" y="8188"/>
                  </a:lnTo>
                  <a:lnTo>
                    <a:pt x="1" y="8425"/>
                  </a:lnTo>
                  <a:lnTo>
                    <a:pt x="14" y="8675"/>
                  </a:lnTo>
                  <a:lnTo>
                    <a:pt x="53" y="8912"/>
                  </a:lnTo>
                  <a:lnTo>
                    <a:pt x="119" y="9136"/>
                  </a:lnTo>
                  <a:lnTo>
                    <a:pt x="198" y="9347"/>
                  </a:lnTo>
                  <a:lnTo>
                    <a:pt x="290" y="9557"/>
                  </a:lnTo>
                  <a:lnTo>
                    <a:pt x="409" y="9755"/>
                  </a:lnTo>
                  <a:lnTo>
                    <a:pt x="554" y="9939"/>
                  </a:lnTo>
                  <a:lnTo>
                    <a:pt x="698" y="10110"/>
                  </a:lnTo>
                  <a:lnTo>
                    <a:pt x="870" y="10268"/>
                  </a:lnTo>
                  <a:lnTo>
                    <a:pt x="1054" y="10400"/>
                  </a:lnTo>
                  <a:lnTo>
                    <a:pt x="1251" y="10518"/>
                  </a:lnTo>
                  <a:lnTo>
                    <a:pt x="1462" y="10624"/>
                  </a:lnTo>
                  <a:lnTo>
                    <a:pt x="1672" y="10703"/>
                  </a:lnTo>
                  <a:lnTo>
                    <a:pt x="1909" y="10755"/>
                  </a:lnTo>
                  <a:lnTo>
                    <a:pt x="2146" y="10795"/>
                  </a:lnTo>
                  <a:lnTo>
                    <a:pt x="2383" y="10808"/>
                  </a:lnTo>
                  <a:lnTo>
                    <a:pt x="2633" y="10795"/>
                  </a:lnTo>
                  <a:lnTo>
                    <a:pt x="2870" y="10755"/>
                  </a:lnTo>
                  <a:lnTo>
                    <a:pt x="3094" y="10703"/>
                  </a:lnTo>
                  <a:lnTo>
                    <a:pt x="3305" y="10624"/>
                  </a:lnTo>
                  <a:lnTo>
                    <a:pt x="3515" y="10518"/>
                  </a:lnTo>
                  <a:lnTo>
                    <a:pt x="3713" y="10400"/>
                  </a:lnTo>
                  <a:lnTo>
                    <a:pt x="3897" y="10268"/>
                  </a:lnTo>
                  <a:lnTo>
                    <a:pt x="4068" y="10110"/>
                  </a:lnTo>
                  <a:lnTo>
                    <a:pt x="4226" y="9939"/>
                  </a:lnTo>
                  <a:lnTo>
                    <a:pt x="4358" y="9755"/>
                  </a:lnTo>
                  <a:lnTo>
                    <a:pt x="4476" y="9557"/>
                  </a:lnTo>
                  <a:lnTo>
                    <a:pt x="4582" y="9347"/>
                  </a:lnTo>
                  <a:lnTo>
                    <a:pt x="4661" y="9136"/>
                  </a:lnTo>
                  <a:lnTo>
                    <a:pt x="4713" y="8912"/>
                  </a:lnTo>
                  <a:lnTo>
                    <a:pt x="4753" y="8675"/>
                  </a:lnTo>
                  <a:lnTo>
                    <a:pt x="4766" y="8425"/>
                  </a:lnTo>
                  <a:lnTo>
                    <a:pt x="4753" y="8280"/>
                  </a:lnTo>
                  <a:lnTo>
                    <a:pt x="4740" y="8123"/>
                  </a:lnTo>
                  <a:lnTo>
                    <a:pt x="4726" y="7978"/>
                  </a:lnTo>
                  <a:lnTo>
                    <a:pt x="4687" y="7833"/>
                  </a:lnTo>
                  <a:lnTo>
                    <a:pt x="14230" y="1172"/>
                  </a:lnTo>
                  <a:lnTo>
                    <a:pt x="39991" y="1172"/>
                  </a:lnTo>
                  <a:lnTo>
                    <a:pt x="39991"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828;p24">
              <a:extLst>
                <a:ext uri="{FF2B5EF4-FFF2-40B4-BE49-F238E27FC236}">
                  <a16:creationId xmlns:a16="http://schemas.microsoft.com/office/drawing/2014/main" id="{51C6FEBB-89E0-A53F-C1A9-CC0C72ED0B07}"/>
                </a:ext>
              </a:extLst>
            </p:cNvPr>
            <p:cNvSpPr/>
            <p:nvPr/>
          </p:nvSpPr>
          <p:spPr>
            <a:xfrm>
              <a:off x="3839600" y="3113675"/>
              <a:ext cx="998800" cy="282050"/>
            </a:xfrm>
            <a:custGeom>
              <a:avLst/>
              <a:gdLst/>
              <a:ahLst/>
              <a:cxnLst/>
              <a:rect l="l" t="t" r="r" b="b"/>
              <a:pathLst>
                <a:path w="39952" h="11282" extrusionOk="0">
                  <a:moveTo>
                    <a:pt x="2502" y="7715"/>
                  </a:moveTo>
                  <a:lnTo>
                    <a:pt x="2620" y="7741"/>
                  </a:lnTo>
                  <a:lnTo>
                    <a:pt x="2739" y="7767"/>
                  </a:lnTo>
                  <a:lnTo>
                    <a:pt x="2857" y="7807"/>
                  </a:lnTo>
                  <a:lnTo>
                    <a:pt x="2949" y="7859"/>
                  </a:lnTo>
                  <a:lnTo>
                    <a:pt x="3055" y="7912"/>
                  </a:lnTo>
                  <a:lnTo>
                    <a:pt x="3147" y="7991"/>
                  </a:lnTo>
                  <a:lnTo>
                    <a:pt x="3226" y="8057"/>
                  </a:lnTo>
                  <a:lnTo>
                    <a:pt x="3305" y="8149"/>
                  </a:lnTo>
                  <a:lnTo>
                    <a:pt x="3384" y="8241"/>
                  </a:lnTo>
                  <a:lnTo>
                    <a:pt x="3436" y="8333"/>
                  </a:lnTo>
                  <a:lnTo>
                    <a:pt x="3489" y="8439"/>
                  </a:lnTo>
                  <a:lnTo>
                    <a:pt x="3529" y="8557"/>
                  </a:lnTo>
                  <a:lnTo>
                    <a:pt x="3555" y="8662"/>
                  </a:lnTo>
                  <a:lnTo>
                    <a:pt x="3581" y="8781"/>
                  </a:lnTo>
                  <a:lnTo>
                    <a:pt x="3581" y="8913"/>
                  </a:lnTo>
                  <a:lnTo>
                    <a:pt x="3581" y="9031"/>
                  </a:lnTo>
                  <a:lnTo>
                    <a:pt x="3555" y="9149"/>
                  </a:lnTo>
                  <a:lnTo>
                    <a:pt x="3529" y="9268"/>
                  </a:lnTo>
                  <a:lnTo>
                    <a:pt x="3489" y="9373"/>
                  </a:lnTo>
                  <a:lnTo>
                    <a:pt x="3436" y="9479"/>
                  </a:lnTo>
                  <a:lnTo>
                    <a:pt x="3384" y="9584"/>
                  </a:lnTo>
                  <a:lnTo>
                    <a:pt x="3305" y="9676"/>
                  </a:lnTo>
                  <a:lnTo>
                    <a:pt x="3226" y="9755"/>
                  </a:lnTo>
                  <a:lnTo>
                    <a:pt x="3147" y="9834"/>
                  </a:lnTo>
                  <a:lnTo>
                    <a:pt x="3055" y="9900"/>
                  </a:lnTo>
                  <a:lnTo>
                    <a:pt x="2949" y="9966"/>
                  </a:lnTo>
                  <a:lnTo>
                    <a:pt x="2857" y="10018"/>
                  </a:lnTo>
                  <a:lnTo>
                    <a:pt x="2739" y="10058"/>
                  </a:lnTo>
                  <a:lnTo>
                    <a:pt x="2620" y="10084"/>
                  </a:lnTo>
                  <a:lnTo>
                    <a:pt x="2502" y="10097"/>
                  </a:lnTo>
                  <a:lnTo>
                    <a:pt x="2383" y="10110"/>
                  </a:lnTo>
                  <a:lnTo>
                    <a:pt x="2265" y="10097"/>
                  </a:lnTo>
                  <a:lnTo>
                    <a:pt x="2146" y="10084"/>
                  </a:lnTo>
                  <a:lnTo>
                    <a:pt x="2028" y="10058"/>
                  </a:lnTo>
                  <a:lnTo>
                    <a:pt x="1923" y="10018"/>
                  </a:lnTo>
                  <a:lnTo>
                    <a:pt x="1817" y="9966"/>
                  </a:lnTo>
                  <a:lnTo>
                    <a:pt x="1712" y="9900"/>
                  </a:lnTo>
                  <a:lnTo>
                    <a:pt x="1620" y="9834"/>
                  </a:lnTo>
                  <a:lnTo>
                    <a:pt x="1541" y="9755"/>
                  </a:lnTo>
                  <a:lnTo>
                    <a:pt x="1462" y="9676"/>
                  </a:lnTo>
                  <a:lnTo>
                    <a:pt x="1396" y="9584"/>
                  </a:lnTo>
                  <a:lnTo>
                    <a:pt x="1330" y="9479"/>
                  </a:lnTo>
                  <a:lnTo>
                    <a:pt x="1278" y="9373"/>
                  </a:lnTo>
                  <a:lnTo>
                    <a:pt x="1238" y="9268"/>
                  </a:lnTo>
                  <a:lnTo>
                    <a:pt x="1212" y="9149"/>
                  </a:lnTo>
                  <a:lnTo>
                    <a:pt x="1199" y="9031"/>
                  </a:lnTo>
                  <a:lnTo>
                    <a:pt x="1185" y="8913"/>
                  </a:lnTo>
                  <a:lnTo>
                    <a:pt x="1199" y="8781"/>
                  </a:lnTo>
                  <a:lnTo>
                    <a:pt x="1212" y="8662"/>
                  </a:lnTo>
                  <a:lnTo>
                    <a:pt x="1238" y="8557"/>
                  </a:lnTo>
                  <a:lnTo>
                    <a:pt x="1278" y="8439"/>
                  </a:lnTo>
                  <a:lnTo>
                    <a:pt x="1330" y="8333"/>
                  </a:lnTo>
                  <a:lnTo>
                    <a:pt x="1396" y="8241"/>
                  </a:lnTo>
                  <a:lnTo>
                    <a:pt x="1462" y="8149"/>
                  </a:lnTo>
                  <a:lnTo>
                    <a:pt x="1541" y="8057"/>
                  </a:lnTo>
                  <a:lnTo>
                    <a:pt x="1620" y="7991"/>
                  </a:lnTo>
                  <a:lnTo>
                    <a:pt x="1712" y="7912"/>
                  </a:lnTo>
                  <a:lnTo>
                    <a:pt x="1817" y="7859"/>
                  </a:lnTo>
                  <a:lnTo>
                    <a:pt x="1923" y="7807"/>
                  </a:lnTo>
                  <a:lnTo>
                    <a:pt x="2028" y="7767"/>
                  </a:lnTo>
                  <a:lnTo>
                    <a:pt x="2146" y="7741"/>
                  </a:lnTo>
                  <a:lnTo>
                    <a:pt x="2265" y="7715"/>
                  </a:lnTo>
                  <a:close/>
                  <a:moveTo>
                    <a:pt x="13822" y="1"/>
                  </a:moveTo>
                  <a:lnTo>
                    <a:pt x="3792" y="6991"/>
                  </a:lnTo>
                  <a:lnTo>
                    <a:pt x="3647" y="6898"/>
                  </a:lnTo>
                  <a:lnTo>
                    <a:pt x="3489" y="6806"/>
                  </a:lnTo>
                  <a:lnTo>
                    <a:pt x="3318" y="6714"/>
                  </a:lnTo>
                  <a:lnTo>
                    <a:pt x="3147" y="6648"/>
                  </a:lnTo>
                  <a:lnTo>
                    <a:pt x="2963" y="6596"/>
                  </a:lnTo>
                  <a:lnTo>
                    <a:pt x="2778" y="6556"/>
                  </a:lnTo>
                  <a:lnTo>
                    <a:pt x="2581" y="6543"/>
                  </a:lnTo>
                  <a:lnTo>
                    <a:pt x="2383" y="6530"/>
                  </a:lnTo>
                  <a:lnTo>
                    <a:pt x="2146" y="6543"/>
                  </a:lnTo>
                  <a:lnTo>
                    <a:pt x="1909" y="6583"/>
                  </a:lnTo>
                  <a:lnTo>
                    <a:pt x="1672" y="6635"/>
                  </a:lnTo>
                  <a:lnTo>
                    <a:pt x="1462" y="6714"/>
                  </a:lnTo>
                  <a:lnTo>
                    <a:pt x="1251" y="6820"/>
                  </a:lnTo>
                  <a:lnTo>
                    <a:pt x="1054" y="6938"/>
                  </a:lnTo>
                  <a:lnTo>
                    <a:pt x="870" y="7070"/>
                  </a:lnTo>
                  <a:lnTo>
                    <a:pt x="698" y="7228"/>
                  </a:lnTo>
                  <a:lnTo>
                    <a:pt x="554" y="7399"/>
                  </a:lnTo>
                  <a:lnTo>
                    <a:pt x="409" y="7583"/>
                  </a:lnTo>
                  <a:lnTo>
                    <a:pt x="290" y="7780"/>
                  </a:lnTo>
                  <a:lnTo>
                    <a:pt x="198" y="7978"/>
                  </a:lnTo>
                  <a:lnTo>
                    <a:pt x="119" y="8202"/>
                  </a:lnTo>
                  <a:lnTo>
                    <a:pt x="53" y="8425"/>
                  </a:lnTo>
                  <a:lnTo>
                    <a:pt x="14" y="8662"/>
                  </a:lnTo>
                  <a:lnTo>
                    <a:pt x="1" y="8913"/>
                  </a:lnTo>
                  <a:lnTo>
                    <a:pt x="14" y="9149"/>
                  </a:lnTo>
                  <a:lnTo>
                    <a:pt x="53" y="9386"/>
                  </a:lnTo>
                  <a:lnTo>
                    <a:pt x="119" y="9610"/>
                  </a:lnTo>
                  <a:lnTo>
                    <a:pt x="198" y="9834"/>
                  </a:lnTo>
                  <a:lnTo>
                    <a:pt x="290" y="10045"/>
                  </a:lnTo>
                  <a:lnTo>
                    <a:pt x="409" y="10242"/>
                  </a:lnTo>
                  <a:lnTo>
                    <a:pt x="554" y="10426"/>
                  </a:lnTo>
                  <a:lnTo>
                    <a:pt x="698" y="10584"/>
                  </a:lnTo>
                  <a:lnTo>
                    <a:pt x="870" y="10742"/>
                  </a:lnTo>
                  <a:lnTo>
                    <a:pt x="1054" y="10887"/>
                  </a:lnTo>
                  <a:lnTo>
                    <a:pt x="1251" y="11006"/>
                  </a:lnTo>
                  <a:lnTo>
                    <a:pt x="1462" y="11098"/>
                  </a:lnTo>
                  <a:lnTo>
                    <a:pt x="1672" y="11177"/>
                  </a:lnTo>
                  <a:lnTo>
                    <a:pt x="1909" y="11242"/>
                  </a:lnTo>
                  <a:lnTo>
                    <a:pt x="2146" y="11282"/>
                  </a:lnTo>
                  <a:lnTo>
                    <a:pt x="2633" y="11282"/>
                  </a:lnTo>
                  <a:lnTo>
                    <a:pt x="2870" y="11242"/>
                  </a:lnTo>
                  <a:lnTo>
                    <a:pt x="3094" y="11177"/>
                  </a:lnTo>
                  <a:lnTo>
                    <a:pt x="3305" y="11098"/>
                  </a:lnTo>
                  <a:lnTo>
                    <a:pt x="3515" y="11006"/>
                  </a:lnTo>
                  <a:lnTo>
                    <a:pt x="3713" y="10887"/>
                  </a:lnTo>
                  <a:lnTo>
                    <a:pt x="3897" y="10742"/>
                  </a:lnTo>
                  <a:lnTo>
                    <a:pt x="4068" y="10584"/>
                  </a:lnTo>
                  <a:lnTo>
                    <a:pt x="4226" y="10426"/>
                  </a:lnTo>
                  <a:lnTo>
                    <a:pt x="4358" y="10242"/>
                  </a:lnTo>
                  <a:lnTo>
                    <a:pt x="4476" y="10045"/>
                  </a:lnTo>
                  <a:lnTo>
                    <a:pt x="4582" y="9834"/>
                  </a:lnTo>
                  <a:lnTo>
                    <a:pt x="4661" y="9610"/>
                  </a:lnTo>
                  <a:lnTo>
                    <a:pt x="4713" y="9386"/>
                  </a:lnTo>
                  <a:lnTo>
                    <a:pt x="4753" y="9149"/>
                  </a:lnTo>
                  <a:lnTo>
                    <a:pt x="4766" y="8913"/>
                  </a:lnTo>
                  <a:lnTo>
                    <a:pt x="4753" y="8649"/>
                  </a:lnTo>
                  <a:lnTo>
                    <a:pt x="4713" y="8386"/>
                  </a:lnTo>
                  <a:lnTo>
                    <a:pt x="4634" y="8149"/>
                  </a:lnTo>
                  <a:lnTo>
                    <a:pt x="4542" y="7912"/>
                  </a:lnTo>
                  <a:lnTo>
                    <a:pt x="14191" y="1186"/>
                  </a:lnTo>
                  <a:lnTo>
                    <a:pt x="39952" y="1186"/>
                  </a:lnTo>
                  <a:lnTo>
                    <a:pt x="39952"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829;p24">
              <a:extLst>
                <a:ext uri="{FF2B5EF4-FFF2-40B4-BE49-F238E27FC236}">
                  <a16:creationId xmlns:a16="http://schemas.microsoft.com/office/drawing/2014/main" id="{168E9579-A67B-2E4D-7088-6A549D09B370}"/>
                </a:ext>
              </a:extLst>
            </p:cNvPr>
            <p:cNvSpPr/>
            <p:nvPr/>
          </p:nvSpPr>
          <p:spPr>
            <a:xfrm>
              <a:off x="2810225" y="580025"/>
              <a:ext cx="1066600" cy="1448350"/>
            </a:xfrm>
            <a:custGeom>
              <a:avLst/>
              <a:gdLst/>
              <a:ahLst/>
              <a:cxnLst/>
              <a:rect l="l" t="t" r="r" b="b"/>
              <a:pathLst>
                <a:path w="42664" h="57934" extrusionOk="0">
                  <a:moveTo>
                    <a:pt x="40281" y="1172"/>
                  </a:moveTo>
                  <a:lnTo>
                    <a:pt x="40399" y="1186"/>
                  </a:lnTo>
                  <a:lnTo>
                    <a:pt x="40518" y="1199"/>
                  </a:lnTo>
                  <a:lnTo>
                    <a:pt x="40636" y="1238"/>
                  </a:lnTo>
                  <a:lnTo>
                    <a:pt x="40741" y="1278"/>
                  </a:lnTo>
                  <a:lnTo>
                    <a:pt x="40847" y="1317"/>
                  </a:lnTo>
                  <a:lnTo>
                    <a:pt x="40952" y="1383"/>
                  </a:lnTo>
                  <a:lnTo>
                    <a:pt x="41044" y="1449"/>
                  </a:lnTo>
                  <a:lnTo>
                    <a:pt x="41123" y="1528"/>
                  </a:lnTo>
                  <a:lnTo>
                    <a:pt x="41202" y="1620"/>
                  </a:lnTo>
                  <a:lnTo>
                    <a:pt x="41268" y="1712"/>
                  </a:lnTo>
                  <a:lnTo>
                    <a:pt x="41334" y="1804"/>
                  </a:lnTo>
                  <a:lnTo>
                    <a:pt x="41386" y="1910"/>
                  </a:lnTo>
                  <a:lnTo>
                    <a:pt x="41426" y="2015"/>
                  </a:lnTo>
                  <a:lnTo>
                    <a:pt x="41452" y="2133"/>
                  </a:lnTo>
                  <a:lnTo>
                    <a:pt x="41478" y="2252"/>
                  </a:lnTo>
                  <a:lnTo>
                    <a:pt x="41478" y="2370"/>
                  </a:lnTo>
                  <a:lnTo>
                    <a:pt x="41478" y="2502"/>
                  </a:lnTo>
                  <a:lnTo>
                    <a:pt x="41452" y="2620"/>
                  </a:lnTo>
                  <a:lnTo>
                    <a:pt x="41426" y="2726"/>
                  </a:lnTo>
                  <a:lnTo>
                    <a:pt x="41386" y="2844"/>
                  </a:lnTo>
                  <a:lnTo>
                    <a:pt x="41334" y="2950"/>
                  </a:lnTo>
                  <a:lnTo>
                    <a:pt x="41268" y="3042"/>
                  </a:lnTo>
                  <a:lnTo>
                    <a:pt x="41202" y="3134"/>
                  </a:lnTo>
                  <a:lnTo>
                    <a:pt x="41123" y="3226"/>
                  </a:lnTo>
                  <a:lnTo>
                    <a:pt x="41044" y="3305"/>
                  </a:lnTo>
                  <a:lnTo>
                    <a:pt x="40952" y="3371"/>
                  </a:lnTo>
                  <a:lnTo>
                    <a:pt x="40847" y="3423"/>
                  </a:lnTo>
                  <a:lnTo>
                    <a:pt x="40741" y="3476"/>
                  </a:lnTo>
                  <a:lnTo>
                    <a:pt x="40636" y="3516"/>
                  </a:lnTo>
                  <a:lnTo>
                    <a:pt x="40518" y="3555"/>
                  </a:lnTo>
                  <a:lnTo>
                    <a:pt x="40399" y="3568"/>
                  </a:lnTo>
                  <a:lnTo>
                    <a:pt x="40162" y="3568"/>
                  </a:lnTo>
                  <a:lnTo>
                    <a:pt x="40044" y="3555"/>
                  </a:lnTo>
                  <a:lnTo>
                    <a:pt x="39925" y="3516"/>
                  </a:lnTo>
                  <a:lnTo>
                    <a:pt x="39820" y="3476"/>
                  </a:lnTo>
                  <a:lnTo>
                    <a:pt x="39715" y="3423"/>
                  </a:lnTo>
                  <a:lnTo>
                    <a:pt x="39609" y="3371"/>
                  </a:lnTo>
                  <a:lnTo>
                    <a:pt x="39517" y="3305"/>
                  </a:lnTo>
                  <a:lnTo>
                    <a:pt x="39438" y="3226"/>
                  </a:lnTo>
                  <a:lnTo>
                    <a:pt x="39359" y="3134"/>
                  </a:lnTo>
                  <a:lnTo>
                    <a:pt x="39293" y="3042"/>
                  </a:lnTo>
                  <a:lnTo>
                    <a:pt x="39228" y="2950"/>
                  </a:lnTo>
                  <a:lnTo>
                    <a:pt x="39175" y="2844"/>
                  </a:lnTo>
                  <a:lnTo>
                    <a:pt x="39135" y="2726"/>
                  </a:lnTo>
                  <a:lnTo>
                    <a:pt x="39109" y="2620"/>
                  </a:lnTo>
                  <a:lnTo>
                    <a:pt x="39096" y="2502"/>
                  </a:lnTo>
                  <a:lnTo>
                    <a:pt x="39083" y="2370"/>
                  </a:lnTo>
                  <a:lnTo>
                    <a:pt x="39096" y="2252"/>
                  </a:lnTo>
                  <a:lnTo>
                    <a:pt x="39109" y="2133"/>
                  </a:lnTo>
                  <a:lnTo>
                    <a:pt x="39135" y="2015"/>
                  </a:lnTo>
                  <a:lnTo>
                    <a:pt x="39175" y="1910"/>
                  </a:lnTo>
                  <a:lnTo>
                    <a:pt x="39228" y="1804"/>
                  </a:lnTo>
                  <a:lnTo>
                    <a:pt x="39293" y="1712"/>
                  </a:lnTo>
                  <a:lnTo>
                    <a:pt x="39359" y="1620"/>
                  </a:lnTo>
                  <a:lnTo>
                    <a:pt x="39438" y="1528"/>
                  </a:lnTo>
                  <a:lnTo>
                    <a:pt x="39517" y="1449"/>
                  </a:lnTo>
                  <a:lnTo>
                    <a:pt x="39609" y="1383"/>
                  </a:lnTo>
                  <a:lnTo>
                    <a:pt x="39715" y="1317"/>
                  </a:lnTo>
                  <a:lnTo>
                    <a:pt x="39820" y="1278"/>
                  </a:lnTo>
                  <a:lnTo>
                    <a:pt x="39925" y="1238"/>
                  </a:lnTo>
                  <a:lnTo>
                    <a:pt x="40044" y="1199"/>
                  </a:lnTo>
                  <a:lnTo>
                    <a:pt x="40162" y="1186"/>
                  </a:lnTo>
                  <a:lnTo>
                    <a:pt x="40281" y="1172"/>
                  </a:lnTo>
                  <a:close/>
                  <a:moveTo>
                    <a:pt x="40281" y="1"/>
                  </a:moveTo>
                  <a:lnTo>
                    <a:pt x="40044" y="14"/>
                  </a:lnTo>
                  <a:lnTo>
                    <a:pt x="39807" y="40"/>
                  </a:lnTo>
                  <a:lnTo>
                    <a:pt x="39570" y="106"/>
                  </a:lnTo>
                  <a:lnTo>
                    <a:pt x="39359" y="185"/>
                  </a:lnTo>
                  <a:lnTo>
                    <a:pt x="39149" y="290"/>
                  </a:lnTo>
                  <a:lnTo>
                    <a:pt x="38951" y="409"/>
                  </a:lnTo>
                  <a:lnTo>
                    <a:pt x="38767" y="541"/>
                  </a:lnTo>
                  <a:lnTo>
                    <a:pt x="38596" y="699"/>
                  </a:lnTo>
                  <a:lnTo>
                    <a:pt x="38451" y="870"/>
                  </a:lnTo>
                  <a:lnTo>
                    <a:pt x="38306" y="1041"/>
                  </a:lnTo>
                  <a:lnTo>
                    <a:pt x="38188" y="1238"/>
                  </a:lnTo>
                  <a:lnTo>
                    <a:pt x="38095" y="1449"/>
                  </a:lnTo>
                  <a:lnTo>
                    <a:pt x="38016" y="1673"/>
                  </a:lnTo>
                  <a:lnTo>
                    <a:pt x="37951" y="1896"/>
                  </a:lnTo>
                  <a:lnTo>
                    <a:pt x="37911" y="2133"/>
                  </a:lnTo>
                  <a:lnTo>
                    <a:pt x="37898" y="2370"/>
                  </a:lnTo>
                  <a:lnTo>
                    <a:pt x="37911" y="2515"/>
                  </a:lnTo>
                  <a:lnTo>
                    <a:pt x="37924" y="2660"/>
                  </a:lnTo>
                  <a:lnTo>
                    <a:pt x="37938" y="2792"/>
                  </a:lnTo>
                  <a:lnTo>
                    <a:pt x="37964" y="2936"/>
                  </a:lnTo>
                  <a:lnTo>
                    <a:pt x="38003" y="3068"/>
                  </a:lnTo>
                  <a:lnTo>
                    <a:pt x="38043" y="3186"/>
                  </a:lnTo>
                  <a:lnTo>
                    <a:pt x="38161" y="3437"/>
                  </a:lnTo>
                  <a:lnTo>
                    <a:pt x="25156" y="13559"/>
                  </a:lnTo>
                  <a:lnTo>
                    <a:pt x="25156" y="42150"/>
                  </a:lnTo>
                  <a:lnTo>
                    <a:pt x="0" y="42150"/>
                  </a:lnTo>
                  <a:lnTo>
                    <a:pt x="0" y="57934"/>
                  </a:lnTo>
                  <a:lnTo>
                    <a:pt x="1185" y="57934"/>
                  </a:lnTo>
                  <a:lnTo>
                    <a:pt x="1185" y="43335"/>
                  </a:lnTo>
                  <a:lnTo>
                    <a:pt x="26340" y="43335"/>
                  </a:lnTo>
                  <a:lnTo>
                    <a:pt x="26340" y="14139"/>
                  </a:lnTo>
                  <a:lnTo>
                    <a:pt x="38925" y="4332"/>
                  </a:lnTo>
                  <a:lnTo>
                    <a:pt x="39083" y="4424"/>
                  </a:lnTo>
                  <a:lnTo>
                    <a:pt x="39228" y="4516"/>
                  </a:lnTo>
                  <a:lnTo>
                    <a:pt x="39399" y="4582"/>
                  </a:lnTo>
                  <a:lnTo>
                    <a:pt x="39557" y="4648"/>
                  </a:lnTo>
                  <a:lnTo>
                    <a:pt x="39741" y="4687"/>
                  </a:lnTo>
                  <a:lnTo>
                    <a:pt x="39912" y="4727"/>
                  </a:lnTo>
                  <a:lnTo>
                    <a:pt x="40096" y="4753"/>
                  </a:lnTo>
                  <a:lnTo>
                    <a:pt x="40281" y="4753"/>
                  </a:lnTo>
                  <a:lnTo>
                    <a:pt x="40531" y="4740"/>
                  </a:lnTo>
                  <a:lnTo>
                    <a:pt x="40754" y="4700"/>
                  </a:lnTo>
                  <a:lnTo>
                    <a:pt x="40991" y="4648"/>
                  </a:lnTo>
                  <a:lnTo>
                    <a:pt x="41202" y="4569"/>
                  </a:lnTo>
                  <a:lnTo>
                    <a:pt x="41413" y="4463"/>
                  </a:lnTo>
                  <a:lnTo>
                    <a:pt x="41610" y="4345"/>
                  </a:lnTo>
                  <a:lnTo>
                    <a:pt x="41794" y="4213"/>
                  </a:lnTo>
                  <a:lnTo>
                    <a:pt x="41966" y="4055"/>
                  </a:lnTo>
                  <a:lnTo>
                    <a:pt x="42110" y="3884"/>
                  </a:lnTo>
                  <a:lnTo>
                    <a:pt x="42255" y="3700"/>
                  </a:lnTo>
                  <a:lnTo>
                    <a:pt x="42374" y="3502"/>
                  </a:lnTo>
                  <a:lnTo>
                    <a:pt x="42479" y="3305"/>
                  </a:lnTo>
                  <a:lnTo>
                    <a:pt x="42558" y="3081"/>
                  </a:lnTo>
                  <a:lnTo>
                    <a:pt x="42611" y="2857"/>
                  </a:lnTo>
                  <a:lnTo>
                    <a:pt x="42650" y="2620"/>
                  </a:lnTo>
                  <a:lnTo>
                    <a:pt x="42663" y="2370"/>
                  </a:lnTo>
                  <a:lnTo>
                    <a:pt x="42650" y="2133"/>
                  </a:lnTo>
                  <a:lnTo>
                    <a:pt x="42611" y="1896"/>
                  </a:lnTo>
                  <a:lnTo>
                    <a:pt x="42558" y="1673"/>
                  </a:lnTo>
                  <a:lnTo>
                    <a:pt x="42479" y="1449"/>
                  </a:lnTo>
                  <a:lnTo>
                    <a:pt x="42374" y="1238"/>
                  </a:lnTo>
                  <a:lnTo>
                    <a:pt x="42255" y="1041"/>
                  </a:lnTo>
                  <a:lnTo>
                    <a:pt x="42110" y="870"/>
                  </a:lnTo>
                  <a:lnTo>
                    <a:pt x="41966" y="699"/>
                  </a:lnTo>
                  <a:lnTo>
                    <a:pt x="41794" y="541"/>
                  </a:lnTo>
                  <a:lnTo>
                    <a:pt x="41610" y="409"/>
                  </a:lnTo>
                  <a:lnTo>
                    <a:pt x="41413" y="290"/>
                  </a:lnTo>
                  <a:lnTo>
                    <a:pt x="41202" y="185"/>
                  </a:lnTo>
                  <a:lnTo>
                    <a:pt x="40991" y="106"/>
                  </a:lnTo>
                  <a:lnTo>
                    <a:pt x="40754" y="40"/>
                  </a:lnTo>
                  <a:lnTo>
                    <a:pt x="40531" y="14"/>
                  </a:lnTo>
                  <a:lnTo>
                    <a:pt x="40281"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830;p24">
              <a:extLst>
                <a:ext uri="{FF2B5EF4-FFF2-40B4-BE49-F238E27FC236}">
                  <a16:creationId xmlns:a16="http://schemas.microsoft.com/office/drawing/2014/main" id="{C339372A-7805-99C5-ED63-1AFEC9CBF424}"/>
                </a:ext>
              </a:extLst>
            </p:cNvPr>
            <p:cNvSpPr/>
            <p:nvPr/>
          </p:nvSpPr>
          <p:spPr>
            <a:xfrm>
              <a:off x="3802425" y="605375"/>
              <a:ext cx="687800" cy="639125"/>
            </a:xfrm>
            <a:custGeom>
              <a:avLst/>
              <a:gdLst/>
              <a:ahLst/>
              <a:cxnLst/>
              <a:rect l="l" t="t" r="r" b="b"/>
              <a:pathLst>
                <a:path w="27512" h="25565" extrusionOk="0">
                  <a:moveTo>
                    <a:pt x="25261" y="1185"/>
                  </a:moveTo>
                  <a:lnTo>
                    <a:pt x="25379" y="1212"/>
                  </a:lnTo>
                  <a:lnTo>
                    <a:pt x="25498" y="1238"/>
                  </a:lnTo>
                  <a:lnTo>
                    <a:pt x="25603" y="1277"/>
                  </a:lnTo>
                  <a:lnTo>
                    <a:pt x="25709" y="1330"/>
                  </a:lnTo>
                  <a:lnTo>
                    <a:pt x="25801" y="1383"/>
                  </a:lnTo>
                  <a:lnTo>
                    <a:pt x="25893" y="1462"/>
                  </a:lnTo>
                  <a:lnTo>
                    <a:pt x="25985" y="1527"/>
                  </a:lnTo>
                  <a:lnTo>
                    <a:pt x="26064" y="1620"/>
                  </a:lnTo>
                  <a:lnTo>
                    <a:pt x="26130" y="1712"/>
                  </a:lnTo>
                  <a:lnTo>
                    <a:pt x="26196" y="1804"/>
                  </a:lnTo>
                  <a:lnTo>
                    <a:pt x="26235" y="1909"/>
                  </a:lnTo>
                  <a:lnTo>
                    <a:pt x="26275" y="2028"/>
                  </a:lnTo>
                  <a:lnTo>
                    <a:pt x="26314" y="2133"/>
                  </a:lnTo>
                  <a:lnTo>
                    <a:pt x="26327" y="2251"/>
                  </a:lnTo>
                  <a:lnTo>
                    <a:pt x="26340" y="2383"/>
                  </a:lnTo>
                  <a:lnTo>
                    <a:pt x="26327" y="2502"/>
                  </a:lnTo>
                  <a:lnTo>
                    <a:pt x="26314" y="2620"/>
                  </a:lnTo>
                  <a:lnTo>
                    <a:pt x="26275" y="2738"/>
                  </a:lnTo>
                  <a:lnTo>
                    <a:pt x="26235" y="2844"/>
                  </a:lnTo>
                  <a:lnTo>
                    <a:pt x="26196" y="2949"/>
                  </a:lnTo>
                  <a:lnTo>
                    <a:pt x="26130" y="3054"/>
                  </a:lnTo>
                  <a:lnTo>
                    <a:pt x="26064" y="3147"/>
                  </a:lnTo>
                  <a:lnTo>
                    <a:pt x="25985" y="3226"/>
                  </a:lnTo>
                  <a:lnTo>
                    <a:pt x="25893" y="3305"/>
                  </a:lnTo>
                  <a:lnTo>
                    <a:pt x="25801" y="3370"/>
                  </a:lnTo>
                  <a:lnTo>
                    <a:pt x="25709" y="3436"/>
                  </a:lnTo>
                  <a:lnTo>
                    <a:pt x="25603" y="3489"/>
                  </a:lnTo>
                  <a:lnTo>
                    <a:pt x="25498" y="3528"/>
                  </a:lnTo>
                  <a:lnTo>
                    <a:pt x="25379" y="3555"/>
                  </a:lnTo>
                  <a:lnTo>
                    <a:pt x="25261" y="3568"/>
                  </a:lnTo>
                  <a:lnTo>
                    <a:pt x="25143" y="3581"/>
                  </a:lnTo>
                  <a:lnTo>
                    <a:pt x="25011" y="3568"/>
                  </a:lnTo>
                  <a:lnTo>
                    <a:pt x="24892" y="3555"/>
                  </a:lnTo>
                  <a:lnTo>
                    <a:pt x="24787" y="3528"/>
                  </a:lnTo>
                  <a:lnTo>
                    <a:pt x="24669" y="3489"/>
                  </a:lnTo>
                  <a:lnTo>
                    <a:pt x="24563" y="3436"/>
                  </a:lnTo>
                  <a:lnTo>
                    <a:pt x="24471" y="3370"/>
                  </a:lnTo>
                  <a:lnTo>
                    <a:pt x="24379" y="3305"/>
                  </a:lnTo>
                  <a:lnTo>
                    <a:pt x="24287" y="3226"/>
                  </a:lnTo>
                  <a:lnTo>
                    <a:pt x="24208" y="3147"/>
                  </a:lnTo>
                  <a:lnTo>
                    <a:pt x="24142" y="3054"/>
                  </a:lnTo>
                  <a:lnTo>
                    <a:pt x="24089" y="2949"/>
                  </a:lnTo>
                  <a:lnTo>
                    <a:pt x="24037" y="2844"/>
                  </a:lnTo>
                  <a:lnTo>
                    <a:pt x="23997" y="2738"/>
                  </a:lnTo>
                  <a:lnTo>
                    <a:pt x="23958" y="2620"/>
                  </a:lnTo>
                  <a:lnTo>
                    <a:pt x="23945" y="2502"/>
                  </a:lnTo>
                  <a:lnTo>
                    <a:pt x="23945" y="2383"/>
                  </a:lnTo>
                  <a:lnTo>
                    <a:pt x="23945" y="2251"/>
                  </a:lnTo>
                  <a:lnTo>
                    <a:pt x="23958" y="2133"/>
                  </a:lnTo>
                  <a:lnTo>
                    <a:pt x="23997" y="2028"/>
                  </a:lnTo>
                  <a:lnTo>
                    <a:pt x="24037" y="1909"/>
                  </a:lnTo>
                  <a:lnTo>
                    <a:pt x="24089" y="1804"/>
                  </a:lnTo>
                  <a:lnTo>
                    <a:pt x="24142" y="1712"/>
                  </a:lnTo>
                  <a:lnTo>
                    <a:pt x="24208" y="1620"/>
                  </a:lnTo>
                  <a:lnTo>
                    <a:pt x="24287" y="1527"/>
                  </a:lnTo>
                  <a:lnTo>
                    <a:pt x="24379" y="1462"/>
                  </a:lnTo>
                  <a:lnTo>
                    <a:pt x="24471" y="1383"/>
                  </a:lnTo>
                  <a:lnTo>
                    <a:pt x="24563" y="1330"/>
                  </a:lnTo>
                  <a:lnTo>
                    <a:pt x="24669" y="1277"/>
                  </a:lnTo>
                  <a:lnTo>
                    <a:pt x="24787" y="1238"/>
                  </a:lnTo>
                  <a:lnTo>
                    <a:pt x="24892" y="1212"/>
                  </a:lnTo>
                  <a:lnTo>
                    <a:pt x="25011" y="1185"/>
                  </a:lnTo>
                  <a:close/>
                  <a:moveTo>
                    <a:pt x="25143" y="0"/>
                  </a:moveTo>
                  <a:lnTo>
                    <a:pt x="24892" y="14"/>
                  </a:lnTo>
                  <a:lnTo>
                    <a:pt x="24655" y="53"/>
                  </a:lnTo>
                  <a:lnTo>
                    <a:pt x="24432" y="106"/>
                  </a:lnTo>
                  <a:lnTo>
                    <a:pt x="24208" y="185"/>
                  </a:lnTo>
                  <a:lnTo>
                    <a:pt x="24010" y="290"/>
                  </a:lnTo>
                  <a:lnTo>
                    <a:pt x="23813" y="409"/>
                  </a:lnTo>
                  <a:lnTo>
                    <a:pt x="23629" y="540"/>
                  </a:lnTo>
                  <a:lnTo>
                    <a:pt x="23458" y="698"/>
                  </a:lnTo>
                  <a:lnTo>
                    <a:pt x="23300" y="869"/>
                  </a:lnTo>
                  <a:lnTo>
                    <a:pt x="23168" y="1054"/>
                  </a:lnTo>
                  <a:lnTo>
                    <a:pt x="23050" y="1251"/>
                  </a:lnTo>
                  <a:lnTo>
                    <a:pt x="22944" y="1448"/>
                  </a:lnTo>
                  <a:lnTo>
                    <a:pt x="22865" y="1672"/>
                  </a:lnTo>
                  <a:lnTo>
                    <a:pt x="22813" y="1896"/>
                  </a:lnTo>
                  <a:lnTo>
                    <a:pt x="22773" y="2133"/>
                  </a:lnTo>
                  <a:lnTo>
                    <a:pt x="22760" y="2383"/>
                  </a:lnTo>
                  <a:lnTo>
                    <a:pt x="22773" y="2581"/>
                  </a:lnTo>
                  <a:lnTo>
                    <a:pt x="22799" y="2791"/>
                  </a:lnTo>
                  <a:lnTo>
                    <a:pt x="22839" y="2975"/>
                  </a:lnTo>
                  <a:lnTo>
                    <a:pt x="22892" y="3173"/>
                  </a:lnTo>
                  <a:lnTo>
                    <a:pt x="22971" y="3357"/>
                  </a:lnTo>
                  <a:lnTo>
                    <a:pt x="23050" y="3528"/>
                  </a:lnTo>
                  <a:lnTo>
                    <a:pt x="23155" y="3686"/>
                  </a:lnTo>
                  <a:lnTo>
                    <a:pt x="23273" y="3844"/>
                  </a:lnTo>
                  <a:lnTo>
                    <a:pt x="23392" y="3989"/>
                  </a:lnTo>
                  <a:lnTo>
                    <a:pt x="23523" y="4134"/>
                  </a:lnTo>
                  <a:lnTo>
                    <a:pt x="23681" y="4252"/>
                  </a:lnTo>
                  <a:lnTo>
                    <a:pt x="23839" y="4371"/>
                  </a:lnTo>
                  <a:lnTo>
                    <a:pt x="23997" y="4463"/>
                  </a:lnTo>
                  <a:lnTo>
                    <a:pt x="24168" y="4555"/>
                  </a:lnTo>
                  <a:lnTo>
                    <a:pt x="24353" y="4621"/>
                  </a:lnTo>
                  <a:lnTo>
                    <a:pt x="24550" y="4687"/>
                  </a:lnTo>
                  <a:lnTo>
                    <a:pt x="24550" y="15191"/>
                  </a:lnTo>
                  <a:lnTo>
                    <a:pt x="0" y="15191"/>
                  </a:lnTo>
                  <a:lnTo>
                    <a:pt x="0" y="25564"/>
                  </a:lnTo>
                  <a:lnTo>
                    <a:pt x="1185" y="25564"/>
                  </a:lnTo>
                  <a:lnTo>
                    <a:pt x="1185" y="16376"/>
                  </a:lnTo>
                  <a:lnTo>
                    <a:pt x="25722" y="16376"/>
                  </a:lnTo>
                  <a:lnTo>
                    <a:pt x="25722" y="4687"/>
                  </a:lnTo>
                  <a:lnTo>
                    <a:pt x="25919" y="4621"/>
                  </a:lnTo>
                  <a:lnTo>
                    <a:pt x="26103" y="4555"/>
                  </a:lnTo>
                  <a:lnTo>
                    <a:pt x="26275" y="4463"/>
                  </a:lnTo>
                  <a:lnTo>
                    <a:pt x="26446" y="4371"/>
                  </a:lnTo>
                  <a:lnTo>
                    <a:pt x="26604" y="4252"/>
                  </a:lnTo>
                  <a:lnTo>
                    <a:pt x="26748" y="4134"/>
                  </a:lnTo>
                  <a:lnTo>
                    <a:pt x="26880" y="3989"/>
                  </a:lnTo>
                  <a:lnTo>
                    <a:pt x="27012" y="3844"/>
                  </a:lnTo>
                  <a:lnTo>
                    <a:pt x="27117" y="3686"/>
                  </a:lnTo>
                  <a:lnTo>
                    <a:pt x="27222" y="3528"/>
                  </a:lnTo>
                  <a:lnTo>
                    <a:pt x="27301" y="3357"/>
                  </a:lnTo>
                  <a:lnTo>
                    <a:pt x="27380" y="3173"/>
                  </a:lnTo>
                  <a:lnTo>
                    <a:pt x="27433" y="2975"/>
                  </a:lnTo>
                  <a:lnTo>
                    <a:pt x="27486" y="2791"/>
                  </a:lnTo>
                  <a:lnTo>
                    <a:pt x="27512" y="2581"/>
                  </a:lnTo>
                  <a:lnTo>
                    <a:pt x="27512" y="2383"/>
                  </a:lnTo>
                  <a:lnTo>
                    <a:pt x="27499" y="2133"/>
                  </a:lnTo>
                  <a:lnTo>
                    <a:pt x="27472" y="1896"/>
                  </a:lnTo>
                  <a:lnTo>
                    <a:pt x="27407" y="1672"/>
                  </a:lnTo>
                  <a:lnTo>
                    <a:pt x="27328" y="1448"/>
                  </a:lnTo>
                  <a:lnTo>
                    <a:pt x="27222" y="1251"/>
                  </a:lnTo>
                  <a:lnTo>
                    <a:pt x="27104" y="1054"/>
                  </a:lnTo>
                  <a:lnTo>
                    <a:pt x="26972" y="869"/>
                  </a:lnTo>
                  <a:lnTo>
                    <a:pt x="26814" y="698"/>
                  </a:lnTo>
                  <a:lnTo>
                    <a:pt x="26643" y="540"/>
                  </a:lnTo>
                  <a:lnTo>
                    <a:pt x="26472" y="409"/>
                  </a:lnTo>
                  <a:lnTo>
                    <a:pt x="26275" y="290"/>
                  </a:lnTo>
                  <a:lnTo>
                    <a:pt x="26064" y="185"/>
                  </a:lnTo>
                  <a:lnTo>
                    <a:pt x="25840" y="106"/>
                  </a:lnTo>
                  <a:lnTo>
                    <a:pt x="25616" y="53"/>
                  </a:lnTo>
                  <a:lnTo>
                    <a:pt x="25379" y="14"/>
                  </a:lnTo>
                  <a:lnTo>
                    <a:pt x="25143"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831;p24">
              <a:extLst>
                <a:ext uri="{FF2B5EF4-FFF2-40B4-BE49-F238E27FC236}">
                  <a16:creationId xmlns:a16="http://schemas.microsoft.com/office/drawing/2014/main" id="{CD1604F3-F03F-AF1E-D48C-3D4977E3448A}"/>
                </a:ext>
              </a:extLst>
            </p:cNvPr>
            <p:cNvSpPr/>
            <p:nvPr/>
          </p:nvSpPr>
          <p:spPr>
            <a:xfrm>
              <a:off x="4481975" y="1366550"/>
              <a:ext cx="1241350" cy="823400"/>
            </a:xfrm>
            <a:custGeom>
              <a:avLst/>
              <a:gdLst/>
              <a:ahLst/>
              <a:cxnLst/>
              <a:rect l="l" t="t" r="r" b="b"/>
              <a:pathLst>
                <a:path w="49654" h="32936" extrusionOk="0">
                  <a:moveTo>
                    <a:pt x="47271" y="29355"/>
                  </a:moveTo>
                  <a:lnTo>
                    <a:pt x="47389" y="29369"/>
                  </a:lnTo>
                  <a:lnTo>
                    <a:pt x="47508" y="29382"/>
                  </a:lnTo>
                  <a:lnTo>
                    <a:pt x="47626" y="29408"/>
                  </a:lnTo>
                  <a:lnTo>
                    <a:pt x="47732" y="29447"/>
                  </a:lnTo>
                  <a:lnTo>
                    <a:pt x="47837" y="29500"/>
                  </a:lnTo>
                  <a:lnTo>
                    <a:pt x="47942" y="29566"/>
                  </a:lnTo>
                  <a:lnTo>
                    <a:pt x="48034" y="29632"/>
                  </a:lnTo>
                  <a:lnTo>
                    <a:pt x="48113" y="29711"/>
                  </a:lnTo>
                  <a:lnTo>
                    <a:pt x="48192" y="29790"/>
                  </a:lnTo>
                  <a:lnTo>
                    <a:pt x="48258" y="29882"/>
                  </a:lnTo>
                  <a:lnTo>
                    <a:pt x="48324" y="29987"/>
                  </a:lnTo>
                  <a:lnTo>
                    <a:pt x="48377" y="30092"/>
                  </a:lnTo>
                  <a:lnTo>
                    <a:pt x="48416" y="30198"/>
                  </a:lnTo>
                  <a:lnTo>
                    <a:pt x="48442" y="30316"/>
                  </a:lnTo>
                  <a:lnTo>
                    <a:pt x="48456" y="30435"/>
                  </a:lnTo>
                  <a:lnTo>
                    <a:pt x="48469" y="30553"/>
                  </a:lnTo>
                  <a:lnTo>
                    <a:pt x="48456" y="30685"/>
                  </a:lnTo>
                  <a:lnTo>
                    <a:pt x="48442" y="30803"/>
                  </a:lnTo>
                  <a:lnTo>
                    <a:pt x="48416" y="30909"/>
                  </a:lnTo>
                  <a:lnTo>
                    <a:pt x="48377" y="31027"/>
                  </a:lnTo>
                  <a:lnTo>
                    <a:pt x="48324" y="31132"/>
                  </a:lnTo>
                  <a:lnTo>
                    <a:pt x="48258" y="31225"/>
                  </a:lnTo>
                  <a:lnTo>
                    <a:pt x="48192" y="31317"/>
                  </a:lnTo>
                  <a:lnTo>
                    <a:pt x="48113" y="31409"/>
                  </a:lnTo>
                  <a:lnTo>
                    <a:pt x="48034" y="31475"/>
                  </a:lnTo>
                  <a:lnTo>
                    <a:pt x="47942" y="31554"/>
                  </a:lnTo>
                  <a:lnTo>
                    <a:pt x="47837" y="31606"/>
                  </a:lnTo>
                  <a:lnTo>
                    <a:pt x="47732" y="31659"/>
                  </a:lnTo>
                  <a:lnTo>
                    <a:pt x="47626" y="31698"/>
                  </a:lnTo>
                  <a:lnTo>
                    <a:pt x="47508" y="31725"/>
                  </a:lnTo>
                  <a:lnTo>
                    <a:pt x="47389" y="31751"/>
                  </a:lnTo>
                  <a:lnTo>
                    <a:pt x="47152" y="31751"/>
                  </a:lnTo>
                  <a:lnTo>
                    <a:pt x="47034" y="31725"/>
                  </a:lnTo>
                  <a:lnTo>
                    <a:pt x="46915" y="31698"/>
                  </a:lnTo>
                  <a:lnTo>
                    <a:pt x="46797" y="31659"/>
                  </a:lnTo>
                  <a:lnTo>
                    <a:pt x="46705" y="31606"/>
                  </a:lnTo>
                  <a:lnTo>
                    <a:pt x="46600" y="31554"/>
                  </a:lnTo>
                  <a:lnTo>
                    <a:pt x="46507" y="31475"/>
                  </a:lnTo>
                  <a:lnTo>
                    <a:pt x="46428" y="31409"/>
                  </a:lnTo>
                  <a:lnTo>
                    <a:pt x="46349" y="31317"/>
                  </a:lnTo>
                  <a:lnTo>
                    <a:pt x="46270" y="31225"/>
                  </a:lnTo>
                  <a:lnTo>
                    <a:pt x="46218" y="31132"/>
                  </a:lnTo>
                  <a:lnTo>
                    <a:pt x="46165" y="31027"/>
                  </a:lnTo>
                  <a:lnTo>
                    <a:pt x="46126" y="30909"/>
                  </a:lnTo>
                  <a:lnTo>
                    <a:pt x="46099" y="30803"/>
                  </a:lnTo>
                  <a:lnTo>
                    <a:pt x="46073" y="30685"/>
                  </a:lnTo>
                  <a:lnTo>
                    <a:pt x="46073" y="30553"/>
                  </a:lnTo>
                  <a:lnTo>
                    <a:pt x="46073" y="30435"/>
                  </a:lnTo>
                  <a:lnTo>
                    <a:pt x="46099" y="30316"/>
                  </a:lnTo>
                  <a:lnTo>
                    <a:pt x="46126" y="30198"/>
                  </a:lnTo>
                  <a:lnTo>
                    <a:pt x="46165" y="30092"/>
                  </a:lnTo>
                  <a:lnTo>
                    <a:pt x="46218" y="29987"/>
                  </a:lnTo>
                  <a:lnTo>
                    <a:pt x="46270" y="29882"/>
                  </a:lnTo>
                  <a:lnTo>
                    <a:pt x="46349" y="29790"/>
                  </a:lnTo>
                  <a:lnTo>
                    <a:pt x="46428" y="29711"/>
                  </a:lnTo>
                  <a:lnTo>
                    <a:pt x="46507" y="29632"/>
                  </a:lnTo>
                  <a:lnTo>
                    <a:pt x="46600" y="29566"/>
                  </a:lnTo>
                  <a:lnTo>
                    <a:pt x="46705" y="29500"/>
                  </a:lnTo>
                  <a:lnTo>
                    <a:pt x="46797" y="29447"/>
                  </a:lnTo>
                  <a:lnTo>
                    <a:pt x="46915" y="29408"/>
                  </a:lnTo>
                  <a:lnTo>
                    <a:pt x="47034" y="29382"/>
                  </a:lnTo>
                  <a:lnTo>
                    <a:pt x="47152" y="29369"/>
                  </a:lnTo>
                  <a:lnTo>
                    <a:pt x="47271" y="29355"/>
                  </a:lnTo>
                  <a:close/>
                  <a:moveTo>
                    <a:pt x="1" y="1"/>
                  </a:moveTo>
                  <a:lnTo>
                    <a:pt x="1" y="1172"/>
                  </a:lnTo>
                  <a:lnTo>
                    <a:pt x="22642" y="1172"/>
                  </a:lnTo>
                  <a:lnTo>
                    <a:pt x="46679" y="16626"/>
                  </a:lnTo>
                  <a:lnTo>
                    <a:pt x="46679" y="28250"/>
                  </a:lnTo>
                  <a:lnTo>
                    <a:pt x="46494" y="28315"/>
                  </a:lnTo>
                  <a:lnTo>
                    <a:pt x="46310" y="28381"/>
                  </a:lnTo>
                  <a:lnTo>
                    <a:pt x="46126" y="28473"/>
                  </a:lnTo>
                  <a:lnTo>
                    <a:pt x="45968" y="28566"/>
                  </a:lnTo>
                  <a:lnTo>
                    <a:pt x="45810" y="28684"/>
                  </a:lnTo>
                  <a:lnTo>
                    <a:pt x="45665" y="28802"/>
                  </a:lnTo>
                  <a:lnTo>
                    <a:pt x="45520" y="28947"/>
                  </a:lnTo>
                  <a:lnTo>
                    <a:pt x="45402" y="29092"/>
                  </a:lnTo>
                  <a:lnTo>
                    <a:pt x="45283" y="29250"/>
                  </a:lnTo>
                  <a:lnTo>
                    <a:pt x="45191" y="29408"/>
                  </a:lnTo>
                  <a:lnTo>
                    <a:pt x="45099" y="29579"/>
                  </a:lnTo>
                  <a:lnTo>
                    <a:pt x="45020" y="29763"/>
                  </a:lnTo>
                  <a:lnTo>
                    <a:pt x="44967" y="29961"/>
                  </a:lnTo>
                  <a:lnTo>
                    <a:pt x="44928" y="30145"/>
                  </a:lnTo>
                  <a:lnTo>
                    <a:pt x="44901" y="30356"/>
                  </a:lnTo>
                  <a:lnTo>
                    <a:pt x="44888" y="30553"/>
                  </a:lnTo>
                  <a:lnTo>
                    <a:pt x="44901" y="30803"/>
                  </a:lnTo>
                  <a:lnTo>
                    <a:pt x="44941" y="31040"/>
                  </a:lnTo>
                  <a:lnTo>
                    <a:pt x="44994" y="31264"/>
                  </a:lnTo>
                  <a:lnTo>
                    <a:pt x="45073" y="31475"/>
                  </a:lnTo>
                  <a:lnTo>
                    <a:pt x="45178" y="31685"/>
                  </a:lnTo>
                  <a:lnTo>
                    <a:pt x="45296" y="31883"/>
                  </a:lnTo>
                  <a:lnTo>
                    <a:pt x="45428" y="32067"/>
                  </a:lnTo>
                  <a:lnTo>
                    <a:pt x="45586" y="32238"/>
                  </a:lnTo>
                  <a:lnTo>
                    <a:pt x="45757" y="32396"/>
                  </a:lnTo>
                  <a:lnTo>
                    <a:pt x="45941" y="32528"/>
                  </a:lnTo>
                  <a:lnTo>
                    <a:pt x="46139" y="32646"/>
                  </a:lnTo>
                  <a:lnTo>
                    <a:pt x="46349" y="32752"/>
                  </a:lnTo>
                  <a:lnTo>
                    <a:pt x="46560" y="32831"/>
                  </a:lnTo>
                  <a:lnTo>
                    <a:pt x="46784" y="32883"/>
                  </a:lnTo>
                  <a:lnTo>
                    <a:pt x="47021" y="32923"/>
                  </a:lnTo>
                  <a:lnTo>
                    <a:pt x="47271" y="32936"/>
                  </a:lnTo>
                  <a:lnTo>
                    <a:pt x="47508" y="32923"/>
                  </a:lnTo>
                  <a:lnTo>
                    <a:pt x="47745" y="32883"/>
                  </a:lnTo>
                  <a:lnTo>
                    <a:pt x="47982" y="32831"/>
                  </a:lnTo>
                  <a:lnTo>
                    <a:pt x="48192" y="32752"/>
                  </a:lnTo>
                  <a:lnTo>
                    <a:pt x="48403" y="32646"/>
                  </a:lnTo>
                  <a:lnTo>
                    <a:pt x="48600" y="32528"/>
                  </a:lnTo>
                  <a:lnTo>
                    <a:pt x="48785" y="32396"/>
                  </a:lnTo>
                  <a:lnTo>
                    <a:pt x="48956" y="32238"/>
                  </a:lnTo>
                  <a:lnTo>
                    <a:pt x="49101" y="32067"/>
                  </a:lnTo>
                  <a:lnTo>
                    <a:pt x="49245" y="31883"/>
                  </a:lnTo>
                  <a:lnTo>
                    <a:pt x="49364" y="31685"/>
                  </a:lnTo>
                  <a:lnTo>
                    <a:pt x="49456" y="31475"/>
                  </a:lnTo>
                  <a:lnTo>
                    <a:pt x="49535" y="31264"/>
                  </a:lnTo>
                  <a:lnTo>
                    <a:pt x="49601" y="31040"/>
                  </a:lnTo>
                  <a:lnTo>
                    <a:pt x="49640" y="30803"/>
                  </a:lnTo>
                  <a:lnTo>
                    <a:pt x="49653" y="30553"/>
                  </a:lnTo>
                  <a:lnTo>
                    <a:pt x="49640" y="30356"/>
                  </a:lnTo>
                  <a:lnTo>
                    <a:pt x="49614" y="30145"/>
                  </a:lnTo>
                  <a:lnTo>
                    <a:pt x="49575" y="29961"/>
                  </a:lnTo>
                  <a:lnTo>
                    <a:pt x="49509" y="29763"/>
                  </a:lnTo>
                  <a:lnTo>
                    <a:pt x="49443" y="29579"/>
                  </a:lnTo>
                  <a:lnTo>
                    <a:pt x="49351" y="29408"/>
                  </a:lnTo>
                  <a:lnTo>
                    <a:pt x="49259" y="29250"/>
                  </a:lnTo>
                  <a:lnTo>
                    <a:pt x="49140" y="29092"/>
                  </a:lnTo>
                  <a:lnTo>
                    <a:pt x="49008" y="28934"/>
                  </a:lnTo>
                  <a:lnTo>
                    <a:pt x="48877" y="28802"/>
                  </a:lnTo>
                  <a:lnTo>
                    <a:pt x="48732" y="28684"/>
                  </a:lnTo>
                  <a:lnTo>
                    <a:pt x="48574" y="28566"/>
                  </a:lnTo>
                  <a:lnTo>
                    <a:pt x="48403" y="28473"/>
                  </a:lnTo>
                  <a:lnTo>
                    <a:pt x="48232" y="28381"/>
                  </a:lnTo>
                  <a:lnTo>
                    <a:pt x="48048" y="28315"/>
                  </a:lnTo>
                  <a:lnTo>
                    <a:pt x="47863" y="28250"/>
                  </a:lnTo>
                  <a:lnTo>
                    <a:pt x="47863" y="15981"/>
                  </a:lnTo>
                  <a:lnTo>
                    <a:pt x="23142" y="93"/>
                  </a:lnTo>
                  <a:lnTo>
                    <a:pt x="22997"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832;p24">
              <a:extLst>
                <a:ext uri="{FF2B5EF4-FFF2-40B4-BE49-F238E27FC236}">
                  <a16:creationId xmlns:a16="http://schemas.microsoft.com/office/drawing/2014/main" id="{2CCC3C0E-1C8D-A1F5-56C6-AD1C43085E06}"/>
                </a:ext>
              </a:extLst>
            </p:cNvPr>
            <p:cNvSpPr/>
            <p:nvPr/>
          </p:nvSpPr>
          <p:spPr>
            <a:xfrm>
              <a:off x="4481975" y="2128725"/>
              <a:ext cx="347550" cy="466000"/>
            </a:xfrm>
            <a:custGeom>
              <a:avLst/>
              <a:gdLst/>
              <a:ahLst/>
              <a:cxnLst/>
              <a:rect l="l" t="t" r="r" b="b"/>
              <a:pathLst>
                <a:path w="13902" h="18640" extrusionOk="0">
                  <a:moveTo>
                    <a:pt x="11519" y="15059"/>
                  </a:moveTo>
                  <a:lnTo>
                    <a:pt x="11651" y="15073"/>
                  </a:lnTo>
                  <a:lnTo>
                    <a:pt x="11769" y="15086"/>
                  </a:lnTo>
                  <a:lnTo>
                    <a:pt x="11874" y="15112"/>
                  </a:lnTo>
                  <a:lnTo>
                    <a:pt x="11993" y="15152"/>
                  </a:lnTo>
                  <a:lnTo>
                    <a:pt x="12098" y="15204"/>
                  </a:lnTo>
                  <a:lnTo>
                    <a:pt x="12190" y="15270"/>
                  </a:lnTo>
                  <a:lnTo>
                    <a:pt x="12282" y="15336"/>
                  </a:lnTo>
                  <a:lnTo>
                    <a:pt x="12375" y="15415"/>
                  </a:lnTo>
                  <a:lnTo>
                    <a:pt x="12453" y="15494"/>
                  </a:lnTo>
                  <a:lnTo>
                    <a:pt x="12519" y="15586"/>
                  </a:lnTo>
                  <a:lnTo>
                    <a:pt x="12572" y="15691"/>
                  </a:lnTo>
                  <a:lnTo>
                    <a:pt x="12625" y="15797"/>
                  </a:lnTo>
                  <a:lnTo>
                    <a:pt x="12664" y="15902"/>
                  </a:lnTo>
                  <a:lnTo>
                    <a:pt x="12704" y="16020"/>
                  </a:lnTo>
                  <a:lnTo>
                    <a:pt x="12717" y="16139"/>
                  </a:lnTo>
                  <a:lnTo>
                    <a:pt x="12717" y="16257"/>
                  </a:lnTo>
                  <a:lnTo>
                    <a:pt x="12717" y="16389"/>
                  </a:lnTo>
                  <a:lnTo>
                    <a:pt x="12704" y="16507"/>
                  </a:lnTo>
                  <a:lnTo>
                    <a:pt x="12664" y="16613"/>
                  </a:lnTo>
                  <a:lnTo>
                    <a:pt x="12625" y="16731"/>
                  </a:lnTo>
                  <a:lnTo>
                    <a:pt x="12572" y="16837"/>
                  </a:lnTo>
                  <a:lnTo>
                    <a:pt x="12519" y="16929"/>
                  </a:lnTo>
                  <a:lnTo>
                    <a:pt x="12453" y="17021"/>
                  </a:lnTo>
                  <a:lnTo>
                    <a:pt x="12375" y="17113"/>
                  </a:lnTo>
                  <a:lnTo>
                    <a:pt x="12282" y="17179"/>
                  </a:lnTo>
                  <a:lnTo>
                    <a:pt x="12190" y="17258"/>
                  </a:lnTo>
                  <a:lnTo>
                    <a:pt x="12098" y="17310"/>
                  </a:lnTo>
                  <a:lnTo>
                    <a:pt x="11993" y="17363"/>
                  </a:lnTo>
                  <a:lnTo>
                    <a:pt x="11874" y="17403"/>
                  </a:lnTo>
                  <a:lnTo>
                    <a:pt x="11769" y="17429"/>
                  </a:lnTo>
                  <a:lnTo>
                    <a:pt x="11651" y="17455"/>
                  </a:lnTo>
                  <a:lnTo>
                    <a:pt x="11400" y="17455"/>
                  </a:lnTo>
                  <a:lnTo>
                    <a:pt x="11282" y="17429"/>
                  </a:lnTo>
                  <a:lnTo>
                    <a:pt x="11163" y="17403"/>
                  </a:lnTo>
                  <a:lnTo>
                    <a:pt x="11058" y="17363"/>
                  </a:lnTo>
                  <a:lnTo>
                    <a:pt x="10953" y="17310"/>
                  </a:lnTo>
                  <a:lnTo>
                    <a:pt x="10861" y="17258"/>
                  </a:lnTo>
                  <a:lnTo>
                    <a:pt x="10769" y="17179"/>
                  </a:lnTo>
                  <a:lnTo>
                    <a:pt x="10676" y="17113"/>
                  </a:lnTo>
                  <a:lnTo>
                    <a:pt x="10597" y="17021"/>
                  </a:lnTo>
                  <a:lnTo>
                    <a:pt x="10532" y="16929"/>
                  </a:lnTo>
                  <a:lnTo>
                    <a:pt x="10466" y="16837"/>
                  </a:lnTo>
                  <a:lnTo>
                    <a:pt x="10426" y="16731"/>
                  </a:lnTo>
                  <a:lnTo>
                    <a:pt x="10387" y="16613"/>
                  </a:lnTo>
                  <a:lnTo>
                    <a:pt x="10347" y="16507"/>
                  </a:lnTo>
                  <a:lnTo>
                    <a:pt x="10334" y="16389"/>
                  </a:lnTo>
                  <a:lnTo>
                    <a:pt x="10321" y="16257"/>
                  </a:lnTo>
                  <a:lnTo>
                    <a:pt x="10334" y="16139"/>
                  </a:lnTo>
                  <a:lnTo>
                    <a:pt x="10347" y="16020"/>
                  </a:lnTo>
                  <a:lnTo>
                    <a:pt x="10387" y="15902"/>
                  </a:lnTo>
                  <a:lnTo>
                    <a:pt x="10426" y="15797"/>
                  </a:lnTo>
                  <a:lnTo>
                    <a:pt x="10466" y="15691"/>
                  </a:lnTo>
                  <a:lnTo>
                    <a:pt x="10532" y="15586"/>
                  </a:lnTo>
                  <a:lnTo>
                    <a:pt x="10597" y="15494"/>
                  </a:lnTo>
                  <a:lnTo>
                    <a:pt x="10676" y="15415"/>
                  </a:lnTo>
                  <a:lnTo>
                    <a:pt x="10769" y="15336"/>
                  </a:lnTo>
                  <a:lnTo>
                    <a:pt x="10861" y="15270"/>
                  </a:lnTo>
                  <a:lnTo>
                    <a:pt x="10953" y="15204"/>
                  </a:lnTo>
                  <a:lnTo>
                    <a:pt x="11058" y="15152"/>
                  </a:lnTo>
                  <a:lnTo>
                    <a:pt x="11163" y="15112"/>
                  </a:lnTo>
                  <a:lnTo>
                    <a:pt x="11282" y="15086"/>
                  </a:lnTo>
                  <a:lnTo>
                    <a:pt x="11400" y="15073"/>
                  </a:lnTo>
                  <a:lnTo>
                    <a:pt x="11519" y="15059"/>
                  </a:lnTo>
                  <a:close/>
                  <a:moveTo>
                    <a:pt x="1" y="0"/>
                  </a:moveTo>
                  <a:lnTo>
                    <a:pt x="1" y="1185"/>
                  </a:lnTo>
                  <a:lnTo>
                    <a:pt x="11150" y="1185"/>
                  </a:lnTo>
                  <a:lnTo>
                    <a:pt x="11150" y="13914"/>
                  </a:lnTo>
                  <a:lnTo>
                    <a:pt x="10940" y="13954"/>
                  </a:lnTo>
                  <a:lnTo>
                    <a:pt x="10742" y="14020"/>
                  </a:lnTo>
                  <a:lnTo>
                    <a:pt x="10545" y="14099"/>
                  </a:lnTo>
                  <a:lnTo>
                    <a:pt x="10361" y="14191"/>
                  </a:lnTo>
                  <a:lnTo>
                    <a:pt x="10176" y="14296"/>
                  </a:lnTo>
                  <a:lnTo>
                    <a:pt x="10018" y="14428"/>
                  </a:lnTo>
                  <a:lnTo>
                    <a:pt x="9860" y="14559"/>
                  </a:lnTo>
                  <a:lnTo>
                    <a:pt x="9715" y="14717"/>
                  </a:lnTo>
                  <a:lnTo>
                    <a:pt x="9597" y="14875"/>
                  </a:lnTo>
                  <a:lnTo>
                    <a:pt x="9479" y="15046"/>
                  </a:lnTo>
                  <a:lnTo>
                    <a:pt x="9386" y="15231"/>
                  </a:lnTo>
                  <a:lnTo>
                    <a:pt x="9294" y="15415"/>
                  </a:lnTo>
                  <a:lnTo>
                    <a:pt x="9228" y="15625"/>
                  </a:lnTo>
                  <a:lnTo>
                    <a:pt x="9189" y="15823"/>
                  </a:lnTo>
                  <a:lnTo>
                    <a:pt x="9163" y="16047"/>
                  </a:lnTo>
                  <a:lnTo>
                    <a:pt x="9149" y="16257"/>
                  </a:lnTo>
                  <a:lnTo>
                    <a:pt x="9163" y="16507"/>
                  </a:lnTo>
                  <a:lnTo>
                    <a:pt x="9189" y="16744"/>
                  </a:lnTo>
                  <a:lnTo>
                    <a:pt x="9255" y="16968"/>
                  </a:lnTo>
                  <a:lnTo>
                    <a:pt x="9334" y="17179"/>
                  </a:lnTo>
                  <a:lnTo>
                    <a:pt x="9439" y="17389"/>
                  </a:lnTo>
                  <a:lnTo>
                    <a:pt x="9558" y="17587"/>
                  </a:lnTo>
                  <a:lnTo>
                    <a:pt x="9689" y="17771"/>
                  </a:lnTo>
                  <a:lnTo>
                    <a:pt x="9847" y="17942"/>
                  </a:lnTo>
                  <a:lnTo>
                    <a:pt x="10018" y="18100"/>
                  </a:lnTo>
                  <a:lnTo>
                    <a:pt x="10189" y="18232"/>
                  </a:lnTo>
                  <a:lnTo>
                    <a:pt x="10387" y="18350"/>
                  </a:lnTo>
                  <a:lnTo>
                    <a:pt x="10597" y="18456"/>
                  </a:lnTo>
                  <a:lnTo>
                    <a:pt x="10821" y="18535"/>
                  </a:lnTo>
                  <a:lnTo>
                    <a:pt x="11045" y="18587"/>
                  </a:lnTo>
                  <a:lnTo>
                    <a:pt x="11282" y="18627"/>
                  </a:lnTo>
                  <a:lnTo>
                    <a:pt x="11519" y="18640"/>
                  </a:lnTo>
                  <a:lnTo>
                    <a:pt x="11769" y="18627"/>
                  </a:lnTo>
                  <a:lnTo>
                    <a:pt x="12006" y="18587"/>
                  </a:lnTo>
                  <a:lnTo>
                    <a:pt x="12230" y="18535"/>
                  </a:lnTo>
                  <a:lnTo>
                    <a:pt x="12453" y="18456"/>
                  </a:lnTo>
                  <a:lnTo>
                    <a:pt x="12651" y="18350"/>
                  </a:lnTo>
                  <a:lnTo>
                    <a:pt x="12848" y="18232"/>
                  </a:lnTo>
                  <a:lnTo>
                    <a:pt x="13033" y="18100"/>
                  </a:lnTo>
                  <a:lnTo>
                    <a:pt x="13204" y="17942"/>
                  </a:lnTo>
                  <a:lnTo>
                    <a:pt x="13362" y="17771"/>
                  </a:lnTo>
                  <a:lnTo>
                    <a:pt x="13493" y="17587"/>
                  </a:lnTo>
                  <a:lnTo>
                    <a:pt x="13612" y="17389"/>
                  </a:lnTo>
                  <a:lnTo>
                    <a:pt x="13717" y="17179"/>
                  </a:lnTo>
                  <a:lnTo>
                    <a:pt x="13796" y="16968"/>
                  </a:lnTo>
                  <a:lnTo>
                    <a:pt x="13849" y="16744"/>
                  </a:lnTo>
                  <a:lnTo>
                    <a:pt x="13888" y="16507"/>
                  </a:lnTo>
                  <a:lnTo>
                    <a:pt x="13901" y="16257"/>
                  </a:lnTo>
                  <a:lnTo>
                    <a:pt x="13901" y="16073"/>
                  </a:lnTo>
                  <a:lnTo>
                    <a:pt x="13875" y="15889"/>
                  </a:lnTo>
                  <a:lnTo>
                    <a:pt x="13836" y="15704"/>
                  </a:lnTo>
                  <a:lnTo>
                    <a:pt x="13783" y="15520"/>
                  </a:lnTo>
                  <a:lnTo>
                    <a:pt x="13717" y="15349"/>
                  </a:lnTo>
                  <a:lnTo>
                    <a:pt x="13651" y="15191"/>
                  </a:lnTo>
                  <a:lnTo>
                    <a:pt x="13559" y="15033"/>
                  </a:lnTo>
                  <a:lnTo>
                    <a:pt x="13454" y="14875"/>
                  </a:lnTo>
                  <a:lnTo>
                    <a:pt x="13349" y="14744"/>
                  </a:lnTo>
                  <a:lnTo>
                    <a:pt x="13230" y="14599"/>
                  </a:lnTo>
                  <a:lnTo>
                    <a:pt x="13099" y="14480"/>
                  </a:lnTo>
                  <a:lnTo>
                    <a:pt x="12967" y="14362"/>
                  </a:lnTo>
                  <a:lnTo>
                    <a:pt x="12809" y="14256"/>
                  </a:lnTo>
                  <a:lnTo>
                    <a:pt x="12664" y="14164"/>
                  </a:lnTo>
                  <a:lnTo>
                    <a:pt x="12493" y="14085"/>
                  </a:lnTo>
                  <a:lnTo>
                    <a:pt x="12322" y="14020"/>
                  </a:lnTo>
                  <a:lnTo>
                    <a:pt x="12322"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833;p24">
              <a:extLst>
                <a:ext uri="{FF2B5EF4-FFF2-40B4-BE49-F238E27FC236}">
                  <a16:creationId xmlns:a16="http://schemas.microsoft.com/office/drawing/2014/main" id="{1DA8F7C3-38EA-8A52-4664-7D59EDC9AD68}"/>
                </a:ext>
              </a:extLst>
            </p:cNvPr>
            <p:cNvSpPr/>
            <p:nvPr/>
          </p:nvSpPr>
          <p:spPr>
            <a:xfrm>
              <a:off x="4953900" y="2739175"/>
              <a:ext cx="118825" cy="793450"/>
            </a:xfrm>
            <a:custGeom>
              <a:avLst/>
              <a:gdLst/>
              <a:ahLst/>
              <a:cxnLst/>
              <a:rect l="l" t="t" r="r" b="b"/>
              <a:pathLst>
                <a:path w="4753" h="31738" extrusionOk="0">
                  <a:moveTo>
                    <a:pt x="2501" y="28157"/>
                  </a:moveTo>
                  <a:lnTo>
                    <a:pt x="2620" y="28184"/>
                  </a:lnTo>
                  <a:lnTo>
                    <a:pt x="2738" y="28210"/>
                  </a:lnTo>
                  <a:lnTo>
                    <a:pt x="2844" y="28250"/>
                  </a:lnTo>
                  <a:lnTo>
                    <a:pt x="2949" y="28302"/>
                  </a:lnTo>
                  <a:lnTo>
                    <a:pt x="3041" y="28355"/>
                  </a:lnTo>
                  <a:lnTo>
                    <a:pt x="3133" y="28434"/>
                  </a:lnTo>
                  <a:lnTo>
                    <a:pt x="3225" y="28513"/>
                  </a:lnTo>
                  <a:lnTo>
                    <a:pt x="3304" y="28592"/>
                  </a:lnTo>
                  <a:lnTo>
                    <a:pt x="3370" y="28684"/>
                  </a:lnTo>
                  <a:lnTo>
                    <a:pt x="3436" y="28789"/>
                  </a:lnTo>
                  <a:lnTo>
                    <a:pt x="3475" y="28881"/>
                  </a:lnTo>
                  <a:lnTo>
                    <a:pt x="3515" y="29000"/>
                  </a:lnTo>
                  <a:lnTo>
                    <a:pt x="3554" y="29118"/>
                  </a:lnTo>
                  <a:lnTo>
                    <a:pt x="3568" y="29237"/>
                  </a:lnTo>
                  <a:lnTo>
                    <a:pt x="3581" y="29355"/>
                  </a:lnTo>
                  <a:lnTo>
                    <a:pt x="3568" y="29474"/>
                  </a:lnTo>
                  <a:lnTo>
                    <a:pt x="3554" y="29592"/>
                  </a:lnTo>
                  <a:lnTo>
                    <a:pt x="3515" y="29711"/>
                  </a:lnTo>
                  <a:lnTo>
                    <a:pt x="3475" y="29816"/>
                  </a:lnTo>
                  <a:lnTo>
                    <a:pt x="3436" y="29921"/>
                  </a:lnTo>
                  <a:lnTo>
                    <a:pt x="3370" y="30027"/>
                  </a:lnTo>
                  <a:lnTo>
                    <a:pt x="3304" y="30119"/>
                  </a:lnTo>
                  <a:lnTo>
                    <a:pt x="3225" y="30198"/>
                  </a:lnTo>
                  <a:lnTo>
                    <a:pt x="3133" y="30277"/>
                  </a:lnTo>
                  <a:lnTo>
                    <a:pt x="3041" y="30343"/>
                  </a:lnTo>
                  <a:lnTo>
                    <a:pt x="2949" y="30408"/>
                  </a:lnTo>
                  <a:lnTo>
                    <a:pt x="2844" y="30461"/>
                  </a:lnTo>
                  <a:lnTo>
                    <a:pt x="2738" y="30501"/>
                  </a:lnTo>
                  <a:lnTo>
                    <a:pt x="2620" y="30527"/>
                  </a:lnTo>
                  <a:lnTo>
                    <a:pt x="2501" y="30540"/>
                  </a:lnTo>
                  <a:lnTo>
                    <a:pt x="2383" y="30553"/>
                  </a:lnTo>
                  <a:lnTo>
                    <a:pt x="2251" y="30540"/>
                  </a:lnTo>
                  <a:lnTo>
                    <a:pt x="2133" y="30527"/>
                  </a:lnTo>
                  <a:lnTo>
                    <a:pt x="2027" y="30501"/>
                  </a:lnTo>
                  <a:lnTo>
                    <a:pt x="1909" y="30461"/>
                  </a:lnTo>
                  <a:lnTo>
                    <a:pt x="1804" y="30408"/>
                  </a:lnTo>
                  <a:lnTo>
                    <a:pt x="1712" y="30343"/>
                  </a:lnTo>
                  <a:lnTo>
                    <a:pt x="1619" y="30277"/>
                  </a:lnTo>
                  <a:lnTo>
                    <a:pt x="1527" y="30198"/>
                  </a:lnTo>
                  <a:lnTo>
                    <a:pt x="1448" y="30119"/>
                  </a:lnTo>
                  <a:lnTo>
                    <a:pt x="1382" y="30027"/>
                  </a:lnTo>
                  <a:lnTo>
                    <a:pt x="1330" y="29921"/>
                  </a:lnTo>
                  <a:lnTo>
                    <a:pt x="1277" y="29816"/>
                  </a:lnTo>
                  <a:lnTo>
                    <a:pt x="1238" y="29711"/>
                  </a:lnTo>
                  <a:lnTo>
                    <a:pt x="1198" y="29592"/>
                  </a:lnTo>
                  <a:lnTo>
                    <a:pt x="1185" y="29474"/>
                  </a:lnTo>
                  <a:lnTo>
                    <a:pt x="1185" y="29355"/>
                  </a:lnTo>
                  <a:lnTo>
                    <a:pt x="1185" y="29237"/>
                  </a:lnTo>
                  <a:lnTo>
                    <a:pt x="1198" y="29118"/>
                  </a:lnTo>
                  <a:lnTo>
                    <a:pt x="1238" y="29000"/>
                  </a:lnTo>
                  <a:lnTo>
                    <a:pt x="1277" y="28881"/>
                  </a:lnTo>
                  <a:lnTo>
                    <a:pt x="1330" y="28789"/>
                  </a:lnTo>
                  <a:lnTo>
                    <a:pt x="1382" y="28684"/>
                  </a:lnTo>
                  <a:lnTo>
                    <a:pt x="1448" y="28592"/>
                  </a:lnTo>
                  <a:lnTo>
                    <a:pt x="1527" y="28513"/>
                  </a:lnTo>
                  <a:lnTo>
                    <a:pt x="1619" y="28434"/>
                  </a:lnTo>
                  <a:lnTo>
                    <a:pt x="1712" y="28355"/>
                  </a:lnTo>
                  <a:lnTo>
                    <a:pt x="1804" y="28302"/>
                  </a:lnTo>
                  <a:lnTo>
                    <a:pt x="1909" y="28250"/>
                  </a:lnTo>
                  <a:lnTo>
                    <a:pt x="2027" y="28210"/>
                  </a:lnTo>
                  <a:lnTo>
                    <a:pt x="2133" y="28184"/>
                  </a:lnTo>
                  <a:lnTo>
                    <a:pt x="2251" y="28157"/>
                  </a:lnTo>
                  <a:close/>
                  <a:moveTo>
                    <a:pt x="1791" y="1"/>
                  </a:moveTo>
                  <a:lnTo>
                    <a:pt x="1791" y="27052"/>
                  </a:lnTo>
                  <a:lnTo>
                    <a:pt x="1593" y="27104"/>
                  </a:lnTo>
                  <a:lnTo>
                    <a:pt x="1409" y="27183"/>
                  </a:lnTo>
                  <a:lnTo>
                    <a:pt x="1238" y="27262"/>
                  </a:lnTo>
                  <a:lnTo>
                    <a:pt x="1080" y="27368"/>
                  </a:lnTo>
                  <a:lnTo>
                    <a:pt x="922" y="27473"/>
                  </a:lnTo>
                  <a:lnTo>
                    <a:pt x="764" y="27605"/>
                  </a:lnTo>
                  <a:lnTo>
                    <a:pt x="632" y="27736"/>
                  </a:lnTo>
                  <a:lnTo>
                    <a:pt x="514" y="27881"/>
                  </a:lnTo>
                  <a:lnTo>
                    <a:pt x="395" y="28039"/>
                  </a:lnTo>
                  <a:lnTo>
                    <a:pt x="290" y="28210"/>
                  </a:lnTo>
                  <a:lnTo>
                    <a:pt x="211" y="28381"/>
                  </a:lnTo>
                  <a:lnTo>
                    <a:pt x="132" y="28566"/>
                  </a:lnTo>
                  <a:lnTo>
                    <a:pt x="79" y="28750"/>
                  </a:lnTo>
                  <a:lnTo>
                    <a:pt x="40" y="28947"/>
                  </a:lnTo>
                  <a:lnTo>
                    <a:pt x="13" y="29145"/>
                  </a:lnTo>
                  <a:lnTo>
                    <a:pt x="0" y="29355"/>
                  </a:lnTo>
                  <a:lnTo>
                    <a:pt x="13" y="29592"/>
                  </a:lnTo>
                  <a:lnTo>
                    <a:pt x="53" y="29829"/>
                  </a:lnTo>
                  <a:lnTo>
                    <a:pt x="106" y="30053"/>
                  </a:lnTo>
                  <a:lnTo>
                    <a:pt x="185" y="30277"/>
                  </a:lnTo>
                  <a:lnTo>
                    <a:pt x="290" y="30487"/>
                  </a:lnTo>
                  <a:lnTo>
                    <a:pt x="408" y="30685"/>
                  </a:lnTo>
                  <a:lnTo>
                    <a:pt x="540" y="30869"/>
                  </a:lnTo>
                  <a:lnTo>
                    <a:pt x="698" y="31040"/>
                  </a:lnTo>
                  <a:lnTo>
                    <a:pt x="869" y="31185"/>
                  </a:lnTo>
                  <a:lnTo>
                    <a:pt x="1053" y="31330"/>
                  </a:lnTo>
                  <a:lnTo>
                    <a:pt x="1251" y="31448"/>
                  </a:lnTo>
                  <a:lnTo>
                    <a:pt x="1448" y="31541"/>
                  </a:lnTo>
                  <a:lnTo>
                    <a:pt x="1672" y="31619"/>
                  </a:lnTo>
                  <a:lnTo>
                    <a:pt x="1896" y="31685"/>
                  </a:lnTo>
                  <a:lnTo>
                    <a:pt x="2133" y="31725"/>
                  </a:lnTo>
                  <a:lnTo>
                    <a:pt x="2383" y="31738"/>
                  </a:lnTo>
                  <a:lnTo>
                    <a:pt x="2620" y="31725"/>
                  </a:lnTo>
                  <a:lnTo>
                    <a:pt x="2857" y="31685"/>
                  </a:lnTo>
                  <a:lnTo>
                    <a:pt x="3081" y="31619"/>
                  </a:lnTo>
                  <a:lnTo>
                    <a:pt x="3304" y="31541"/>
                  </a:lnTo>
                  <a:lnTo>
                    <a:pt x="3515" y="31448"/>
                  </a:lnTo>
                  <a:lnTo>
                    <a:pt x="3712" y="31330"/>
                  </a:lnTo>
                  <a:lnTo>
                    <a:pt x="3884" y="31185"/>
                  </a:lnTo>
                  <a:lnTo>
                    <a:pt x="4055" y="31040"/>
                  </a:lnTo>
                  <a:lnTo>
                    <a:pt x="4213" y="30869"/>
                  </a:lnTo>
                  <a:lnTo>
                    <a:pt x="4344" y="30685"/>
                  </a:lnTo>
                  <a:lnTo>
                    <a:pt x="4463" y="30487"/>
                  </a:lnTo>
                  <a:lnTo>
                    <a:pt x="4568" y="30277"/>
                  </a:lnTo>
                  <a:lnTo>
                    <a:pt x="4647" y="30053"/>
                  </a:lnTo>
                  <a:lnTo>
                    <a:pt x="4713" y="29829"/>
                  </a:lnTo>
                  <a:lnTo>
                    <a:pt x="4739" y="29592"/>
                  </a:lnTo>
                  <a:lnTo>
                    <a:pt x="4752" y="29355"/>
                  </a:lnTo>
                  <a:lnTo>
                    <a:pt x="4752" y="29145"/>
                  </a:lnTo>
                  <a:lnTo>
                    <a:pt x="4726" y="28947"/>
                  </a:lnTo>
                  <a:lnTo>
                    <a:pt x="4673" y="28750"/>
                  </a:lnTo>
                  <a:lnTo>
                    <a:pt x="4621" y="28566"/>
                  </a:lnTo>
                  <a:lnTo>
                    <a:pt x="4542" y="28381"/>
                  </a:lnTo>
                  <a:lnTo>
                    <a:pt x="4463" y="28210"/>
                  </a:lnTo>
                  <a:lnTo>
                    <a:pt x="4357" y="28039"/>
                  </a:lnTo>
                  <a:lnTo>
                    <a:pt x="4252" y="27881"/>
                  </a:lnTo>
                  <a:lnTo>
                    <a:pt x="4120" y="27736"/>
                  </a:lnTo>
                  <a:lnTo>
                    <a:pt x="3989" y="27605"/>
                  </a:lnTo>
                  <a:lnTo>
                    <a:pt x="3844" y="27473"/>
                  </a:lnTo>
                  <a:lnTo>
                    <a:pt x="3686" y="27368"/>
                  </a:lnTo>
                  <a:lnTo>
                    <a:pt x="3515" y="27262"/>
                  </a:lnTo>
                  <a:lnTo>
                    <a:pt x="3344" y="27183"/>
                  </a:lnTo>
                  <a:lnTo>
                    <a:pt x="3160" y="27104"/>
                  </a:lnTo>
                  <a:lnTo>
                    <a:pt x="2962" y="27052"/>
                  </a:lnTo>
                  <a:lnTo>
                    <a:pt x="2962"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834;p24">
              <a:extLst>
                <a:ext uri="{FF2B5EF4-FFF2-40B4-BE49-F238E27FC236}">
                  <a16:creationId xmlns:a16="http://schemas.microsoft.com/office/drawing/2014/main" id="{6A656733-52A8-B8DF-580D-794B5659786D}"/>
                </a:ext>
              </a:extLst>
            </p:cNvPr>
            <p:cNvSpPr/>
            <p:nvPr/>
          </p:nvSpPr>
          <p:spPr>
            <a:xfrm>
              <a:off x="5085525" y="2744125"/>
              <a:ext cx="118825" cy="788500"/>
            </a:xfrm>
            <a:custGeom>
              <a:avLst/>
              <a:gdLst/>
              <a:ahLst/>
              <a:cxnLst/>
              <a:rect l="l" t="t" r="r" b="b"/>
              <a:pathLst>
                <a:path w="4753" h="31540" extrusionOk="0">
                  <a:moveTo>
                    <a:pt x="2502" y="27959"/>
                  </a:moveTo>
                  <a:lnTo>
                    <a:pt x="2620" y="27986"/>
                  </a:lnTo>
                  <a:lnTo>
                    <a:pt x="2739" y="28012"/>
                  </a:lnTo>
                  <a:lnTo>
                    <a:pt x="2844" y="28052"/>
                  </a:lnTo>
                  <a:lnTo>
                    <a:pt x="2949" y="28104"/>
                  </a:lnTo>
                  <a:lnTo>
                    <a:pt x="3041" y="28157"/>
                  </a:lnTo>
                  <a:lnTo>
                    <a:pt x="3134" y="28236"/>
                  </a:lnTo>
                  <a:lnTo>
                    <a:pt x="3226" y="28315"/>
                  </a:lnTo>
                  <a:lnTo>
                    <a:pt x="3305" y="28394"/>
                  </a:lnTo>
                  <a:lnTo>
                    <a:pt x="3371" y="28486"/>
                  </a:lnTo>
                  <a:lnTo>
                    <a:pt x="3436" y="28591"/>
                  </a:lnTo>
                  <a:lnTo>
                    <a:pt x="3476" y="28683"/>
                  </a:lnTo>
                  <a:lnTo>
                    <a:pt x="3515" y="28802"/>
                  </a:lnTo>
                  <a:lnTo>
                    <a:pt x="3555" y="28920"/>
                  </a:lnTo>
                  <a:lnTo>
                    <a:pt x="3568" y="29039"/>
                  </a:lnTo>
                  <a:lnTo>
                    <a:pt x="3581" y="29157"/>
                  </a:lnTo>
                  <a:lnTo>
                    <a:pt x="3568" y="29276"/>
                  </a:lnTo>
                  <a:lnTo>
                    <a:pt x="3555" y="29394"/>
                  </a:lnTo>
                  <a:lnTo>
                    <a:pt x="3515" y="29513"/>
                  </a:lnTo>
                  <a:lnTo>
                    <a:pt x="3476" y="29618"/>
                  </a:lnTo>
                  <a:lnTo>
                    <a:pt x="3436" y="29723"/>
                  </a:lnTo>
                  <a:lnTo>
                    <a:pt x="3371" y="29829"/>
                  </a:lnTo>
                  <a:lnTo>
                    <a:pt x="3305" y="29921"/>
                  </a:lnTo>
                  <a:lnTo>
                    <a:pt x="3226" y="30000"/>
                  </a:lnTo>
                  <a:lnTo>
                    <a:pt x="3134" y="30079"/>
                  </a:lnTo>
                  <a:lnTo>
                    <a:pt x="3041" y="30145"/>
                  </a:lnTo>
                  <a:lnTo>
                    <a:pt x="2949" y="30210"/>
                  </a:lnTo>
                  <a:lnTo>
                    <a:pt x="2844" y="30263"/>
                  </a:lnTo>
                  <a:lnTo>
                    <a:pt x="2739" y="30303"/>
                  </a:lnTo>
                  <a:lnTo>
                    <a:pt x="2620" y="30329"/>
                  </a:lnTo>
                  <a:lnTo>
                    <a:pt x="2502" y="30342"/>
                  </a:lnTo>
                  <a:lnTo>
                    <a:pt x="2383" y="30355"/>
                  </a:lnTo>
                  <a:lnTo>
                    <a:pt x="2252" y="30342"/>
                  </a:lnTo>
                  <a:lnTo>
                    <a:pt x="2133" y="30329"/>
                  </a:lnTo>
                  <a:lnTo>
                    <a:pt x="2028" y="30303"/>
                  </a:lnTo>
                  <a:lnTo>
                    <a:pt x="1909" y="30263"/>
                  </a:lnTo>
                  <a:lnTo>
                    <a:pt x="1804" y="30210"/>
                  </a:lnTo>
                  <a:lnTo>
                    <a:pt x="1712" y="30145"/>
                  </a:lnTo>
                  <a:lnTo>
                    <a:pt x="1620" y="30079"/>
                  </a:lnTo>
                  <a:lnTo>
                    <a:pt x="1528" y="30000"/>
                  </a:lnTo>
                  <a:lnTo>
                    <a:pt x="1449" y="29921"/>
                  </a:lnTo>
                  <a:lnTo>
                    <a:pt x="1383" y="29829"/>
                  </a:lnTo>
                  <a:lnTo>
                    <a:pt x="1330" y="29723"/>
                  </a:lnTo>
                  <a:lnTo>
                    <a:pt x="1278" y="29618"/>
                  </a:lnTo>
                  <a:lnTo>
                    <a:pt x="1238" y="29513"/>
                  </a:lnTo>
                  <a:lnTo>
                    <a:pt x="1212" y="29394"/>
                  </a:lnTo>
                  <a:lnTo>
                    <a:pt x="1185" y="29276"/>
                  </a:lnTo>
                  <a:lnTo>
                    <a:pt x="1185" y="29157"/>
                  </a:lnTo>
                  <a:lnTo>
                    <a:pt x="1185" y="29039"/>
                  </a:lnTo>
                  <a:lnTo>
                    <a:pt x="1212" y="28920"/>
                  </a:lnTo>
                  <a:lnTo>
                    <a:pt x="1238" y="28802"/>
                  </a:lnTo>
                  <a:lnTo>
                    <a:pt x="1278" y="28683"/>
                  </a:lnTo>
                  <a:lnTo>
                    <a:pt x="1330" y="28591"/>
                  </a:lnTo>
                  <a:lnTo>
                    <a:pt x="1383" y="28486"/>
                  </a:lnTo>
                  <a:lnTo>
                    <a:pt x="1449" y="28394"/>
                  </a:lnTo>
                  <a:lnTo>
                    <a:pt x="1528" y="28315"/>
                  </a:lnTo>
                  <a:lnTo>
                    <a:pt x="1620" y="28236"/>
                  </a:lnTo>
                  <a:lnTo>
                    <a:pt x="1712" y="28157"/>
                  </a:lnTo>
                  <a:lnTo>
                    <a:pt x="1804" y="28104"/>
                  </a:lnTo>
                  <a:lnTo>
                    <a:pt x="1909" y="28052"/>
                  </a:lnTo>
                  <a:lnTo>
                    <a:pt x="2028" y="28012"/>
                  </a:lnTo>
                  <a:lnTo>
                    <a:pt x="2133" y="27986"/>
                  </a:lnTo>
                  <a:lnTo>
                    <a:pt x="2252" y="27959"/>
                  </a:lnTo>
                  <a:close/>
                  <a:moveTo>
                    <a:pt x="1791" y="0"/>
                  </a:moveTo>
                  <a:lnTo>
                    <a:pt x="1791" y="26854"/>
                  </a:lnTo>
                  <a:lnTo>
                    <a:pt x="1593" y="26906"/>
                  </a:lnTo>
                  <a:lnTo>
                    <a:pt x="1422" y="26985"/>
                  </a:lnTo>
                  <a:lnTo>
                    <a:pt x="1238" y="27064"/>
                  </a:lnTo>
                  <a:lnTo>
                    <a:pt x="1080" y="27170"/>
                  </a:lnTo>
                  <a:lnTo>
                    <a:pt x="922" y="27275"/>
                  </a:lnTo>
                  <a:lnTo>
                    <a:pt x="777" y="27407"/>
                  </a:lnTo>
                  <a:lnTo>
                    <a:pt x="633" y="27538"/>
                  </a:lnTo>
                  <a:lnTo>
                    <a:pt x="514" y="27683"/>
                  </a:lnTo>
                  <a:lnTo>
                    <a:pt x="396" y="27841"/>
                  </a:lnTo>
                  <a:lnTo>
                    <a:pt x="290" y="28012"/>
                  </a:lnTo>
                  <a:lnTo>
                    <a:pt x="211" y="28183"/>
                  </a:lnTo>
                  <a:lnTo>
                    <a:pt x="132" y="28368"/>
                  </a:lnTo>
                  <a:lnTo>
                    <a:pt x="80" y="28552"/>
                  </a:lnTo>
                  <a:lnTo>
                    <a:pt x="40" y="28749"/>
                  </a:lnTo>
                  <a:lnTo>
                    <a:pt x="14" y="28947"/>
                  </a:lnTo>
                  <a:lnTo>
                    <a:pt x="1" y="29157"/>
                  </a:lnTo>
                  <a:lnTo>
                    <a:pt x="14" y="29394"/>
                  </a:lnTo>
                  <a:lnTo>
                    <a:pt x="53" y="29631"/>
                  </a:lnTo>
                  <a:lnTo>
                    <a:pt x="106" y="29855"/>
                  </a:lnTo>
                  <a:lnTo>
                    <a:pt x="185" y="30079"/>
                  </a:lnTo>
                  <a:lnTo>
                    <a:pt x="290" y="30289"/>
                  </a:lnTo>
                  <a:lnTo>
                    <a:pt x="409" y="30487"/>
                  </a:lnTo>
                  <a:lnTo>
                    <a:pt x="540" y="30671"/>
                  </a:lnTo>
                  <a:lnTo>
                    <a:pt x="698" y="30842"/>
                  </a:lnTo>
                  <a:lnTo>
                    <a:pt x="869" y="30987"/>
                  </a:lnTo>
                  <a:lnTo>
                    <a:pt x="1054" y="31132"/>
                  </a:lnTo>
                  <a:lnTo>
                    <a:pt x="1251" y="31250"/>
                  </a:lnTo>
                  <a:lnTo>
                    <a:pt x="1449" y="31343"/>
                  </a:lnTo>
                  <a:lnTo>
                    <a:pt x="1672" y="31421"/>
                  </a:lnTo>
                  <a:lnTo>
                    <a:pt x="1896" y="31487"/>
                  </a:lnTo>
                  <a:lnTo>
                    <a:pt x="2133" y="31527"/>
                  </a:lnTo>
                  <a:lnTo>
                    <a:pt x="2383" y="31540"/>
                  </a:lnTo>
                  <a:lnTo>
                    <a:pt x="2620" y="31527"/>
                  </a:lnTo>
                  <a:lnTo>
                    <a:pt x="2857" y="31487"/>
                  </a:lnTo>
                  <a:lnTo>
                    <a:pt x="3081" y="31421"/>
                  </a:lnTo>
                  <a:lnTo>
                    <a:pt x="3305" y="31343"/>
                  </a:lnTo>
                  <a:lnTo>
                    <a:pt x="3515" y="31250"/>
                  </a:lnTo>
                  <a:lnTo>
                    <a:pt x="3713" y="31132"/>
                  </a:lnTo>
                  <a:lnTo>
                    <a:pt x="3897" y="30987"/>
                  </a:lnTo>
                  <a:lnTo>
                    <a:pt x="4055" y="30842"/>
                  </a:lnTo>
                  <a:lnTo>
                    <a:pt x="4213" y="30671"/>
                  </a:lnTo>
                  <a:lnTo>
                    <a:pt x="4345" y="30487"/>
                  </a:lnTo>
                  <a:lnTo>
                    <a:pt x="4463" y="30289"/>
                  </a:lnTo>
                  <a:lnTo>
                    <a:pt x="4568" y="30079"/>
                  </a:lnTo>
                  <a:lnTo>
                    <a:pt x="4647" y="29855"/>
                  </a:lnTo>
                  <a:lnTo>
                    <a:pt x="4713" y="29631"/>
                  </a:lnTo>
                  <a:lnTo>
                    <a:pt x="4740" y="29394"/>
                  </a:lnTo>
                  <a:lnTo>
                    <a:pt x="4753" y="29157"/>
                  </a:lnTo>
                  <a:lnTo>
                    <a:pt x="4753" y="28947"/>
                  </a:lnTo>
                  <a:lnTo>
                    <a:pt x="4726" y="28749"/>
                  </a:lnTo>
                  <a:lnTo>
                    <a:pt x="4674" y="28552"/>
                  </a:lnTo>
                  <a:lnTo>
                    <a:pt x="4621" y="28368"/>
                  </a:lnTo>
                  <a:lnTo>
                    <a:pt x="4555" y="28183"/>
                  </a:lnTo>
                  <a:lnTo>
                    <a:pt x="4463" y="28012"/>
                  </a:lnTo>
                  <a:lnTo>
                    <a:pt x="4358" y="27841"/>
                  </a:lnTo>
                  <a:lnTo>
                    <a:pt x="4252" y="27683"/>
                  </a:lnTo>
                  <a:lnTo>
                    <a:pt x="4121" y="27538"/>
                  </a:lnTo>
                  <a:lnTo>
                    <a:pt x="3989" y="27407"/>
                  </a:lnTo>
                  <a:lnTo>
                    <a:pt x="3844" y="27275"/>
                  </a:lnTo>
                  <a:lnTo>
                    <a:pt x="3686" y="27170"/>
                  </a:lnTo>
                  <a:lnTo>
                    <a:pt x="3515" y="27064"/>
                  </a:lnTo>
                  <a:lnTo>
                    <a:pt x="3344" y="26985"/>
                  </a:lnTo>
                  <a:lnTo>
                    <a:pt x="3160" y="26906"/>
                  </a:lnTo>
                  <a:lnTo>
                    <a:pt x="2976" y="26854"/>
                  </a:lnTo>
                  <a:lnTo>
                    <a:pt x="2976"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835;p24">
              <a:extLst>
                <a:ext uri="{FF2B5EF4-FFF2-40B4-BE49-F238E27FC236}">
                  <a16:creationId xmlns:a16="http://schemas.microsoft.com/office/drawing/2014/main" id="{0FB9DF6B-F0E2-E765-8625-65F718187525}"/>
                </a:ext>
              </a:extLst>
            </p:cNvPr>
            <p:cNvSpPr/>
            <p:nvPr/>
          </p:nvSpPr>
          <p:spPr>
            <a:xfrm>
              <a:off x="5006550" y="986775"/>
              <a:ext cx="1118925" cy="1140650"/>
            </a:xfrm>
            <a:custGeom>
              <a:avLst/>
              <a:gdLst/>
              <a:ahLst/>
              <a:cxnLst/>
              <a:rect l="l" t="t" r="r" b="b"/>
              <a:pathLst>
                <a:path w="44757" h="45626" extrusionOk="0">
                  <a:moveTo>
                    <a:pt x="42374" y="42045"/>
                  </a:moveTo>
                  <a:lnTo>
                    <a:pt x="42492" y="42058"/>
                  </a:lnTo>
                  <a:lnTo>
                    <a:pt x="42611" y="42072"/>
                  </a:lnTo>
                  <a:lnTo>
                    <a:pt x="42729" y="42098"/>
                  </a:lnTo>
                  <a:lnTo>
                    <a:pt x="42834" y="42137"/>
                  </a:lnTo>
                  <a:lnTo>
                    <a:pt x="42940" y="42190"/>
                  </a:lnTo>
                  <a:lnTo>
                    <a:pt x="43045" y="42256"/>
                  </a:lnTo>
                  <a:lnTo>
                    <a:pt x="43137" y="42322"/>
                  </a:lnTo>
                  <a:lnTo>
                    <a:pt x="43216" y="42401"/>
                  </a:lnTo>
                  <a:lnTo>
                    <a:pt x="43295" y="42480"/>
                  </a:lnTo>
                  <a:lnTo>
                    <a:pt x="43361" y="42572"/>
                  </a:lnTo>
                  <a:lnTo>
                    <a:pt x="43427" y="42677"/>
                  </a:lnTo>
                  <a:lnTo>
                    <a:pt x="43479" y="42782"/>
                  </a:lnTo>
                  <a:lnTo>
                    <a:pt x="43519" y="42888"/>
                  </a:lnTo>
                  <a:lnTo>
                    <a:pt x="43545" y="43006"/>
                  </a:lnTo>
                  <a:lnTo>
                    <a:pt x="43572" y="43125"/>
                  </a:lnTo>
                  <a:lnTo>
                    <a:pt x="43572" y="43243"/>
                  </a:lnTo>
                  <a:lnTo>
                    <a:pt x="43572" y="43362"/>
                  </a:lnTo>
                  <a:lnTo>
                    <a:pt x="43545" y="43480"/>
                  </a:lnTo>
                  <a:lnTo>
                    <a:pt x="43519" y="43599"/>
                  </a:lnTo>
                  <a:lnTo>
                    <a:pt x="43479" y="43717"/>
                  </a:lnTo>
                  <a:lnTo>
                    <a:pt x="43427" y="43809"/>
                  </a:lnTo>
                  <a:lnTo>
                    <a:pt x="43361" y="43914"/>
                  </a:lnTo>
                  <a:lnTo>
                    <a:pt x="43295" y="44007"/>
                  </a:lnTo>
                  <a:lnTo>
                    <a:pt x="43216" y="44086"/>
                  </a:lnTo>
                  <a:lnTo>
                    <a:pt x="43137" y="44165"/>
                  </a:lnTo>
                  <a:lnTo>
                    <a:pt x="43045" y="44244"/>
                  </a:lnTo>
                  <a:lnTo>
                    <a:pt x="42940" y="44296"/>
                  </a:lnTo>
                  <a:lnTo>
                    <a:pt x="42834" y="44349"/>
                  </a:lnTo>
                  <a:lnTo>
                    <a:pt x="42729" y="44388"/>
                  </a:lnTo>
                  <a:lnTo>
                    <a:pt x="42611" y="44415"/>
                  </a:lnTo>
                  <a:lnTo>
                    <a:pt x="42492" y="44441"/>
                  </a:lnTo>
                  <a:lnTo>
                    <a:pt x="42255" y="44441"/>
                  </a:lnTo>
                  <a:lnTo>
                    <a:pt x="42137" y="44415"/>
                  </a:lnTo>
                  <a:lnTo>
                    <a:pt x="42018" y="44388"/>
                  </a:lnTo>
                  <a:lnTo>
                    <a:pt x="41913" y="44349"/>
                  </a:lnTo>
                  <a:lnTo>
                    <a:pt x="41808" y="44296"/>
                  </a:lnTo>
                  <a:lnTo>
                    <a:pt x="41702" y="44244"/>
                  </a:lnTo>
                  <a:lnTo>
                    <a:pt x="41610" y="44165"/>
                  </a:lnTo>
                  <a:lnTo>
                    <a:pt x="41531" y="44086"/>
                  </a:lnTo>
                  <a:lnTo>
                    <a:pt x="41452" y="44007"/>
                  </a:lnTo>
                  <a:lnTo>
                    <a:pt x="41386" y="43914"/>
                  </a:lnTo>
                  <a:lnTo>
                    <a:pt x="41321" y="43809"/>
                  </a:lnTo>
                  <a:lnTo>
                    <a:pt x="41268" y="43717"/>
                  </a:lnTo>
                  <a:lnTo>
                    <a:pt x="41228" y="43599"/>
                  </a:lnTo>
                  <a:lnTo>
                    <a:pt x="41202" y="43480"/>
                  </a:lnTo>
                  <a:lnTo>
                    <a:pt x="41189" y="43362"/>
                  </a:lnTo>
                  <a:lnTo>
                    <a:pt x="41176" y="43243"/>
                  </a:lnTo>
                  <a:lnTo>
                    <a:pt x="41189" y="43125"/>
                  </a:lnTo>
                  <a:lnTo>
                    <a:pt x="41202" y="43006"/>
                  </a:lnTo>
                  <a:lnTo>
                    <a:pt x="41228" y="42888"/>
                  </a:lnTo>
                  <a:lnTo>
                    <a:pt x="41268" y="42782"/>
                  </a:lnTo>
                  <a:lnTo>
                    <a:pt x="41321" y="42677"/>
                  </a:lnTo>
                  <a:lnTo>
                    <a:pt x="41386" y="42572"/>
                  </a:lnTo>
                  <a:lnTo>
                    <a:pt x="41452" y="42480"/>
                  </a:lnTo>
                  <a:lnTo>
                    <a:pt x="41531" y="42401"/>
                  </a:lnTo>
                  <a:lnTo>
                    <a:pt x="41610" y="42322"/>
                  </a:lnTo>
                  <a:lnTo>
                    <a:pt x="41702" y="42256"/>
                  </a:lnTo>
                  <a:lnTo>
                    <a:pt x="41808" y="42190"/>
                  </a:lnTo>
                  <a:lnTo>
                    <a:pt x="41913" y="42137"/>
                  </a:lnTo>
                  <a:lnTo>
                    <a:pt x="42018" y="42098"/>
                  </a:lnTo>
                  <a:lnTo>
                    <a:pt x="42137" y="42072"/>
                  </a:lnTo>
                  <a:lnTo>
                    <a:pt x="42255" y="42058"/>
                  </a:lnTo>
                  <a:lnTo>
                    <a:pt x="42374" y="42045"/>
                  </a:lnTo>
                  <a:close/>
                  <a:moveTo>
                    <a:pt x="0" y="1"/>
                  </a:moveTo>
                  <a:lnTo>
                    <a:pt x="0" y="11058"/>
                  </a:lnTo>
                  <a:lnTo>
                    <a:pt x="1185" y="11058"/>
                  </a:lnTo>
                  <a:lnTo>
                    <a:pt x="1185" y="1186"/>
                  </a:lnTo>
                  <a:lnTo>
                    <a:pt x="23234" y="1186"/>
                  </a:lnTo>
                  <a:lnTo>
                    <a:pt x="23234" y="24235"/>
                  </a:lnTo>
                  <a:lnTo>
                    <a:pt x="40755" y="41506"/>
                  </a:lnTo>
                  <a:lnTo>
                    <a:pt x="40597" y="41677"/>
                  </a:lnTo>
                  <a:lnTo>
                    <a:pt x="40439" y="41861"/>
                  </a:lnTo>
                  <a:lnTo>
                    <a:pt x="40307" y="42058"/>
                  </a:lnTo>
                  <a:lnTo>
                    <a:pt x="40202" y="42282"/>
                  </a:lnTo>
                  <a:lnTo>
                    <a:pt x="40110" y="42506"/>
                  </a:lnTo>
                  <a:lnTo>
                    <a:pt x="40044" y="42743"/>
                  </a:lnTo>
                  <a:lnTo>
                    <a:pt x="40004" y="42993"/>
                  </a:lnTo>
                  <a:lnTo>
                    <a:pt x="39991" y="43243"/>
                  </a:lnTo>
                  <a:lnTo>
                    <a:pt x="40004" y="43493"/>
                  </a:lnTo>
                  <a:lnTo>
                    <a:pt x="40044" y="43730"/>
                  </a:lnTo>
                  <a:lnTo>
                    <a:pt x="40110" y="43954"/>
                  </a:lnTo>
                  <a:lnTo>
                    <a:pt x="40189" y="44165"/>
                  </a:lnTo>
                  <a:lnTo>
                    <a:pt x="40281" y="44375"/>
                  </a:lnTo>
                  <a:lnTo>
                    <a:pt x="40399" y="44573"/>
                  </a:lnTo>
                  <a:lnTo>
                    <a:pt x="40544" y="44757"/>
                  </a:lnTo>
                  <a:lnTo>
                    <a:pt x="40689" y="44928"/>
                  </a:lnTo>
                  <a:lnTo>
                    <a:pt x="40860" y="45086"/>
                  </a:lnTo>
                  <a:lnTo>
                    <a:pt x="41044" y="45218"/>
                  </a:lnTo>
                  <a:lnTo>
                    <a:pt x="41242" y="45336"/>
                  </a:lnTo>
                  <a:lnTo>
                    <a:pt x="41452" y="45441"/>
                  </a:lnTo>
                  <a:lnTo>
                    <a:pt x="41663" y="45520"/>
                  </a:lnTo>
                  <a:lnTo>
                    <a:pt x="41900" y="45573"/>
                  </a:lnTo>
                  <a:lnTo>
                    <a:pt x="42137" y="45613"/>
                  </a:lnTo>
                  <a:lnTo>
                    <a:pt x="42374" y="45626"/>
                  </a:lnTo>
                  <a:lnTo>
                    <a:pt x="42624" y="45613"/>
                  </a:lnTo>
                  <a:lnTo>
                    <a:pt x="42848" y="45573"/>
                  </a:lnTo>
                  <a:lnTo>
                    <a:pt x="43085" y="45520"/>
                  </a:lnTo>
                  <a:lnTo>
                    <a:pt x="43295" y="45441"/>
                  </a:lnTo>
                  <a:lnTo>
                    <a:pt x="43506" y="45336"/>
                  </a:lnTo>
                  <a:lnTo>
                    <a:pt x="43703" y="45218"/>
                  </a:lnTo>
                  <a:lnTo>
                    <a:pt x="43887" y="45086"/>
                  </a:lnTo>
                  <a:lnTo>
                    <a:pt x="44059" y="44928"/>
                  </a:lnTo>
                  <a:lnTo>
                    <a:pt x="44203" y="44757"/>
                  </a:lnTo>
                  <a:lnTo>
                    <a:pt x="44348" y="44573"/>
                  </a:lnTo>
                  <a:lnTo>
                    <a:pt x="44467" y="44375"/>
                  </a:lnTo>
                  <a:lnTo>
                    <a:pt x="44572" y="44165"/>
                  </a:lnTo>
                  <a:lnTo>
                    <a:pt x="44651" y="43954"/>
                  </a:lnTo>
                  <a:lnTo>
                    <a:pt x="44704" y="43730"/>
                  </a:lnTo>
                  <a:lnTo>
                    <a:pt x="44743" y="43493"/>
                  </a:lnTo>
                  <a:lnTo>
                    <a:pt x="44756" y="43243"/>
                  </a:lnTo>
                  <a:lnTo>
                    <a:pt x="44743" y="43006"/>
                  </a:lnTo>
                  <a:lnTo>
                    <a:pt x="44704" y="42769"/>
                  </a:lnTo>
                  <a:lnTo>
                    <a:pt x="44651" y="42545"/>
                  </a:lnTo>
                  <a:lnTo>
                    <a:pt x="44572" y="42322"/>
                  </a:lnTo>
                  <a:lnTo>
                    <a:pt x="44467" y="42111"/>
                  </a:lnTo>
                  <a:lnTo>
                    <a:pt x="44348" y="41914"/>
                  </a:lnTo>
                  <a:lnTo>
                    <a:pt x="44203" y="41729"/>
                  </a:lnTo>
                  <a:lnTo>
                    <a:pt x="44059" y="41558"/>
                  </a:lnTo>
                  <a:lnTo>
                    <a:pt x="43887" y="41413"/>
                  </a:lnTo>
                  <a:lnTo>
                    <a:pt x="43703" y="41269"/>
                  </a:lnTo>
                  <a:lnTo>
                    <a:pt x="43506" y="41150"/>
                  </a:lnTo>
                  <a:lnTo>
                    <a:pt x="43295" y="41058"/>
                  </a:lnTo>
                  <a:lnTo>
                    <a:pt x="43085" y="40979"/>
                  </a:lnTo>
                  <a:lnTo>
                    <a:pt x="42848" y="40913"/>
                  </a:lnTo>
                  <a:lnTo>
                    <a:pt x="42624" y="40874"/>
                  </a:lnTo>
                  <a:lnTo>
                    <a:pt x="42374" y="40861"/>
                  </a:lnTo>
                  <a:lnTo>
                    <a:pt x="42110" y="40887"/>
                  </a:lnTo>
                  <a:lnTo>
                    <a:pt x="41860" y="40926"/>
                  </a:lnTo>
                  <a:lnTo>
                    <a:pt x="24419" y="23748"/>
                  </a:lnTo>
                  <a:lnTo>
                    <a:pt x="24419"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836;p24">
              <a:extLst>
                <a:ext uri="{FF2B5EF4-FFF2-40B4-BE49-F238E27FC236}">
                  <a16:creationId xmlns:a16="http://schemas.microsoft.com/office/drawing/2014/main" id="{48A3A50B-5128-5B52-BF12-248518528DD5}"/>
                </a:ext>
              </a:extLst>
            </p:cNvPr>
            <p:cNvSpPr/>
            <p:nvPr/>
          </p:nvSpPr>
          <p:spPr>
            <a:xfrm>
              <a:off x="4918025" y="908800"/>
              <a:ext cx="1323275" cy="1119900"/>
            </a:xfrm>
            <a:custGeom>
              <a:avLst/>
              <a:gdLst/>
              <a:ahLst/>
              <a:cxnLst/>
              <a:rect l="l" t="t" r="r" b="b"/>
              <a:pathLst>
                <a:path w="52931" h="44796" extrusionOk="0">
                  <a:moveTo>
                    <a:pt x="50680" y="41215"/>
                  </a:moveTo>
                  <a:lnTo>
                    <a:pt x="50798" y="41242"/>
                  </a:lnTo>
                  <a:lnTo>
                    <a:pt x="50917" y="41268"/>
                  </a:lnTo>
                  <a:lnTo>
                    <a:pt x="51022" y="41307"/>
                  </a:lnTo>
                  <a:lnTo>
                    <a:pt x="51127" y="41360"/>
                  </a:lnTo>
                  <a:lnTo>
                    <a:pt x="51233" y="41426"/>
                  </a:lnTo>
                  <a:lnTo>
                    <a:pt x="51325" y="41492"/>
                  </a:lnTo>
                  <a:lnTo>
                    <a:pt x="51404" y="41571"/>
                  </a:lnTo>
                  <a:lnTo>
                    <a:pt x="51483" y="41650"/>
                  </a:lnTo>
                  <a:lnTo>
                    <a:pt x="51549" y="41742"/>
                  </a:lnTo>
                  <a:lnTo>
                    <a:pt x="51614" y="41847"/>
                  </a:lnTo>
                  <a:lnTo>
                    <a:pt x="51654" y="41952"/>
                  </a:lnTo>
                  <a:lnTo>
                    <a:pt x="51707" y="42058"/>
                  </a:lnTo>
                  <a:lnTo>
                    <a:pt x="51733" y="42176"/>
                  </a:lnTo>
                  <a:lnTo>
                    <a:pt x="51746" y="42295"/>
                  </a:lnTo>
                  <a:lnTo>
                    <a:pt x="51759" y="42413"/>
                  </a:lnTo>
                  <a:lnTo>
                    <a:pt x="51746" y="42532"/>
                  </a:lnTo>
                  <a:lnTo>
                    <a:pt x="51733" y="42650"/>
                  </a:lnTo>
                  <a:lnTo>
                    <a:pt x="51707" y="42769"/>
                  </a:lnTo>
                  <a:lnTo>
                    <a:pt x="51654" y="42874"/>
                  </a:lnTo>
                  <a:lnTo>
                    <a:pt x="51614" y="42979"/>
                  </a:lnTo>
                  <a:lnTo>
                    <a:pt x="51549" y="43084"/>
                  </a:lnTo>
                  <a:lnTo>
                    <a:pt x="51483" y="43177"/>
                  </a:lnTo>
                  <a:lnTo>
                    <a:pt x="51404" y="43256"/>
                  </a:lnTo>
                  <a:lnTo>
                    <a:pt x="51325" y="43335"/>
                  </a:lnTo>
                  <a:lnTo>
                    <a:pt x="51233" y="43400"/>
                  </a:lnTo>
                  <a:lnTo>
                    <a:pt x="51127" y="43466"/>
                  </a:lnTo>
                  <a:lnTo>
                    <a:pt x="51022" y="43519"/>
                  </a:lnTo>
                  <a:lnTo>
                    <a:pt x="50917" y="43558"/>
                  </a:lnTo>
                  <a:lnTo>
                    <a:pt x="50798" y="43585"/>
                  </a:lnTo>
                  <a:lnTo>
                    <a:pt x="50680" y="43598"/>
                  </a:lnTo>
                  <a:lnTo>
                    <a:pt x="50561" y="43611"/>
                  </a:lnTo>
                  <a:lnTo>
                    <a:pt x="50430" y="43598"/>
                  </a:lnTo>
                  <a:lnTo>
                    <a:pt x="50311" y="43585"/>
                  </a:lnTo>
                  <a:lnTo>
                    <a:pt x="50206" y="43558"/>
                  </a:lnTo>
                  <a:lnTo>
                    <a:pt x="50088" y="43519"/>
                  </a:lnTo>
                  <a:lnTo>
                    <a:pt x="49982" y="43466"/>
                  </a:lnTo>
                  <a:lnTo>
                    <a:pt x="49890" y="43400"/>
                  </a:lnTo>
                  <a:lnTo>
                    <a:pt x="49798" y="43335"/>
                  </a:lnTo>
                  <a:lnTo>
                    <a:pt x="49706" y="43256"/>
                  </a:lnTo>
                  <a:lnTo>
                    <a:pt x="49640" y="43177"/>
                  </a:lnTo>
                  <a:lnTo>
                    <a:pt x="49561" y="43084"/>
                  </a:lnTo>
                  <a:lnTo>
                    <a:pt x="49508" y="42979"/>
                  </a:lnTo>
                  <a:lnTo>
                    <a:pt x="49456" y="42874"/>
                  </a:lnTo>
                  <a:lnTo>
                    <a:pt x="49416" y="42769"/>
                  </a:lnTo>
                  <a:lnTo>
                    <a:pt x="49390" y="42650"/>
                  </a:lnTo>
                  <a:lnTo>
                    <a:pt x="49364" y="42532"/>
                  </a:lnTo>
                  <a:lnTo>
                    <a:pt x="49364" y="42413"/>
                  </a:lnTo>
                  <a:lnTo>
                    <a:pt x="49364" y="42295"/>
                  </a:lnTo>
                  <a:lnTo>
                    <a:pt x="49390" y="42176"/>
                  </a:lnTo>
                  <a:lnTo>
                    <a:pt x="49416" y="42058"/>
                  </a:lnTo>
                  <a:lnTo>
                    <a:pt x="49456" y="41952"/>
                  </a:lnTo>
                  <a:lnTo>
                    <a:pt x="49508" y="41847"/>
                  </a:lnTo>
                  <a:lnTo>
                    <a:pt x="49561" y="41742"/>
                  </a:lnTo>
                  <a:lnTo>
                    <a:pt x="49640" y="41650"/>
                  </a:lnTo>
                  <a:lnTo>
                    <a:pt x="49706" y="41571"/>
                  </a:lnTo>
                  <a:lnTo>
                    <a:pt x="49798" y="41492"/>
                  </a:lnTo>
                  <a:lnTo>
                    <a:pt x="49890" y="41426"/>
                  </a:lnTo>
                  <a:lnTo>
                    <a:pt x="49982" y="41360"/>
                  </a:lnTo>
                  <a:lnTo>
                    <a:pt x="50088" y="41307"/>
                  </a:lnTo>
                  <a:lnTo>
                    <a:pt x="50206" y="41268"/>
                  </a:lnTo>
                  <a:lnTo>
                    <a:pt x="50311" y="41242"/>
                  </a:lnTo>
                  <a:lnTo>
                    <a:pt x="50430" y="41215"/>
                  </a:lnTo>
                  <a:close/>
                  <a:moveTo>
                    <a:pt x="0" y="0"/>
                  </a:moveTo>
                  <a:lnTo>
                    <a:pt x="0" y="15112"/>
                  </a:lnTo>
                  <a:lnTo>
                    <a:pt x="1185" y="15112"/>
                  </a:lnTo>
                  <a:lnTo>
                    <a:pt x="1185" y="1185"/>
                  </a:lnTo>
                  <a:lnTo>
                    <a:pt x="31251" y="1185"/>
                  </a:lnTo>
                  <a:lnTo>
                    <a:pt x="31251" y="24629"/>
                  </a:lnTo>
                  <a:lnTo>
                    <a:pt x="48271" y="41781"/>
                  </a:lnTo>
                  <a:lnTo>
                    <a:pt x="48231" y="41939"/>
                  </a:lnTo>
                  <a:lnTo>
                    <a:pt x="48205" y="42084"/>
                  </a:lnTo>
                  <a:lnTo>
                    <a:pt x="48179" y="42255"/>
                  </a:lnTo>
                  <a:lnTo>
                    <a:pt x="48179" y="42413"/>
                  </a:lnTo>
                  <a:lnTo>
                    <a:pt x="48192" y="42650"/>
                  </a:lnTo>
                  <a:lnTo>
                    <a:pt x="48231" y="42887"/>
                  </a:lnTo>
                  <a:lnTo>
                    <a:pt x="48284" y="43124"/>
                  </a:lnTo>
                  <a:lnTo>
                    <a:pt x="48363" y="43335"/>
                  </a:lnTo>
                  <a:lnTo>
                    <a:pt x="48468" y="43545"/>
                  </a:lnTo>
                  <a:lnTo>
                    <a:pt x="48587" y="43743"/>
                  </a:lnTo>
                  <a:lnTo>
                    <a:pt x="48719" y="43927"/>
                  </a:lnTo>
                  <a:lnTo>
                    <a:pt x="48876" y="44098"/>
                  </a:lnTo>
                  <a:lnTo>
                    <a:pt x="49048" y="44243"/>
                  </a:lnTo>
                  <a:lnTo>
                    <a:pt x="49232" y="44388"/>
                  </a:lnTo>
                  <a:lnTo>
                    <a:pt x="49429" y="44506"/>
                  </a:lnTo>
                  <a:lnTo>
                    <a:pt x="49627" y="44598"/>
                  </a:lnTo>
                  <a:lnTo>
                    <a:pt x="49851" y="44677"/>
                  </a:lnTo>
                  <a:lnTo>
                    <a:pt x="50074" y="44743"/>
                  </a:lnTo>
                  <a:lnTo>
                    <a:pt x="50311" y="44783"/>
                  </a:lnTo>
                  <a:lnTo>
                    <a:pt x="50561" y="44796"/>
                  </a:lnTo>
                  <a:lnTo>
                    <a:pt x="50798" y="44783"/>
                  </a:lnTo>
                  <a:lnTo>
                    <a:pt x="51035" y="44743"/>
                  </a:lnTo>
                  <a:lnTo>
                    <a:pt x="51259" y="44677"/>
                  </a:lnTo>
                  <a:lnTo>
                    <a:pt x="51483" y="44598"/>
                  </a:lnTo>
                  <a:lnTo>
                    <a:pt x="51693" y="44506"/>
                  </a:lnTo>
                  <a:lnTo>
                    <a:pt x="51891" y="44388"/>
                  </a:lnTo>
                  <a:lnTo>
                    <a:pt x="52075" y="44243"/>
                  </a:lnTo>
                  <a:lnTo>
                    <a:pt x="52233" y="44098"/>
                  </a:lnTo>
                  <a:lnTo>
                    <a:pt x="52391" y="43927"/>
                  </a:lnTo>
                  <a:lnTo>
                    <a:pt x="52523" y="43743"/>
                  </a:lnTo>
                  <a:lnTo>
                    <a:pt x="52654" y="43545"/>
                  </a:lnTo>
                  <a:lnTo>
                    <a:pt x="52747" y="43335"/>
                  </a:lnTo>
                  <a:lnTo>
                    <a:pt x="52826" y="43124"/>
                  </a:lnTo>
                  <a:lnTo>
                    <a:pt x="52891" y="42887"/>
                  </a:lnTo>
                  <a:lnTo>
                    <a:pt x="52918" y="42650"/>
                  </a:lnTo>
                  <a:lnTo>
                    <a:pt x="52931" y="42413"/>
                  </a:lnTo>
                  <a:lnTo>
                    <a:pt x="52918" y="42163"/>
                  </a:lnTo>
                  <a:lnTo>
                    <a:pt x="52891" y="41939"/>
                  </a:lnTo>
                  <a:lnTo>
                    <a:pt x="52826" y="41702"/>
                  </a:lnTo>
                  <a:lnTo>
                    <a:pt x="52747" y="41492"/>
                  </a:lnTo>
                  <a:lnTo>
                    <a:pt x="52654" y="41281"/>
                  </a:lnTo>
                  <a:lnTo>
                    <a:pt x="52523" y="41084"/>
                  </a:lnTo>
                  <a:lnTo>
                    <a:pt x="52391" y="40899"/>
                  </a:lnTo>
                  <a:lnTo>
                    <a:pt x="52233" y="40728"/>
                  </a:lnTo>
                  <a:lnTo>
                    <a:pt x="52075" y="40583"/>
                  </a:lnTo>
                  <a:lnTo>
                    <a:pt x="51891" y="40439"/>
                  </a:lnTo>
                  <a:lnTo>
                    <a:pt x="51693" y="40320"/>
                  </a:lnTo>
                  <a:lnTo>
                    <a:pt x="51483" y="40215"/>
                  </a:lnTo>
                  <a:lnTo>
                    <a:pt x="51259" y="40136"/>
                  </a:lnTo>
                  <a:lnTo>
                    <a:pt x="51035" y="40083"/>
                  </a:lnTo>
                  <a:lnTo>
                    <a:pt x="50798" y="40044"/>
                  </a:lnTo>
                  <a:lnTo>
                    <a:pt x="50561" y="40030"/>
                  </a:lnTo>
                  <a:lnTo>
                    <a:pt x="50311" y="40044"/>
                  </a:lnTo>
                  <a:lnTo>
                    <a:pt x="50074" y="40083"/>
                  </a:lnTo>
                  <a:lnTo>
                    <a:pt x="49851" y="40136"/>
                  </a:lnTo>
                  <a:lnTo>
                    <a:pt x="49640" y="40215"/>
                  </a:lnTo>
                  <a:lnTo>
                    <a:pt x="49429" y="40320"/>
                  </a:lnTo>
                  <a:lnTo>
                    <a:pt x="49232" y="40439"/>
                  </a:lnTo>
                  <a:lnTo>
                    <a:pt x="49048" y="40570"/>
                  </a:lnTo>
                  <a:lnTo>
                    <a:pt x="48876" y="40728"/>
                  </a:lnTo>
                  <a:lnTo>
                    <a:pt x="32422" y="24142"/>
                  </a:lnTo>
                  <a:lnTo>
                    <a:pt x="32422"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837;p24">
              <a:extLst>
                <a:ext uri="{FF2B5EF4-FFF2-40B4-BE49-F238E27FC236}">
                  <a16:creationId xmlns:a16="http://schemas.microsoft.com/office/drawing/2014/main" id="{D81D3BB6-DD6D-B0BE-EF03-3058DE62E90F}"/>
                </a:ext>
              </a:extLst>
            </p:cNvPr>
            <p:cNvSpPr/>
            <p:nvPr/>
          </p:nvSpPr>
          <p:spPr>
            <a:xfrm>
              <a:off x="5449825" y="2297550"/>
              <a:ext cx="1133725" cy="441650"/>
            </a:xfrm>
            <a:custGeom>
              <a:avLst/>
              <a:gdLst/>
              <a:ahLst/>
              <a:cxnLst/>
              <a:rect l="l" t="t" r="r" b="b"/>
              <a:pathLst>
                <a:path w="45349" h="17666" extrusionOk="0">
                  <a:moveTo>
                    <a:pt x="42966" y="1185"/>
                  </a:moveTo>
                  <a:lnTo>
                    <a:pt x="43085" y="1198"/>
                  </a:lnTo>
                  <a:lnTo>
                    <a:pt x="43203" y="1211"/>
                  </a:lnTo>
                  <a:lnTo>
                    <a:pt x="43322" y="1238"/>
                  </a:lnTo>
                  <a:lnTo>
                    <a:pt x="43427" y="1277"/>
                  </a:lnTo>
                  <a:lnTo>
                    <a:pt x="43532" y="1330"/>
                  </a:lnTo>
                  <a:lnTo>
                    <a:pt x="43638" y="1396"/>
                  </a:lnTo>
                  <a:lnTo>
                    <a:pt x="43730" y="1461"/>
                  </a:lnTo>
                  <a:lnTo>
                    <a:pt x="43809" y="1540"/>
                  </a:lnTo>
                  <a:lnTo>
                    <a:pt x="43888" y="1619"/>
                  </a:lnTo>
                  <a:lnTo>
                    <a:pt x="43954" y="1712"/>
                  </a:lnTo>
                  <a:lnTo>
                    <a:pt x="44019" y="1817"/>
                  </a:lnTo>
                  <a:lnTo>
                    <a:pt x="44072" y="1922"/>
                  </a:lnTo>
                  <a:lnTo>
                    <a:pt x="44111" y="2027"/>
                  </a:lnTo>
                  <a:lnTo>
                    <a:pt x="44138" y="2146"/>
                  </a:lnTo>
                  <a:lnTo>
                    <a:pt x="44151" y="2264"/>
                  </a:lnTo>
                  <a:lnTo>
                    <a:pt x="44164" y="2383"/>
                  </a:lnTo>
                  <a:lnTo>
                    <a:pt x="44151" y="2501"/>
                  </a:lnTo>
                  <a:lnTo>
                    <a:pt x="44138" y="2620"/>
                  </a:lnTo>
                  <a:lnTo>
                    <a:pt x="44111" y="2738"/>
                  </a:lnTo>
                  <a:lnTo>
                    <a:pt x="44072" y="2857"/>
                  </a:lnTo>
                  <a:lnTo>
                    <a:pt x="44019" y="2962"/>
                  </a:lnTo>
                  <a:lnTo>
                    <a:pt x="43954" y="3054"/>
                  </a:lnTo>
                  <a:lnTo>
                    <a:pt x="43888" y="3146"/>
                  </a:lnTo>
                  <a:lnTo>
                    <a:pt x="43809" y="3225"/>
                  </a:lnTo>
                  <a:lnTo>
                    <a:pt x="43730" y="3304"/>
                  </a:lnTo>
                  <a:lnTo>
                    <a:pt x="43638" y="3383"/>
                  </a:lnTo>
                  <a:lnTo>
                    <a:pt x="43532" y="3436"/>
                  </a:lnTo>
                  <a:lnTo>
                    <a:pt x="43427" y="3489"/>
                  </a:lnTo>
                  <a:lnTo>
                    <a:pt x="43322" y="3528"/>
                  </a:lnTo>
                  <a:lnTo>
                    <a:pt x="43203" y="3554"/>
                  </a:lnTo>
                  <a:lnTo>
                    <a:pt x="43085" y="3581"/>
                  </a:lnTo>
                  <a:lnTo>
                    <a:pt x="42848" y="3581"/>
                  </a:lnTo>
                  <a:lnTo>
                    <a:pt x="42729" y="3554"/>
                  </a:lnTo>
                  <a:lnTo>
                    <a:pt x="42611" y="3528"/>
                  </a:lnTo>
                  <a:lnTo>
                    <a:pt x="42506" y="3489"/>
                  </a:lnTo>
                  <a:lnTo>
                    <a:pt x="42400" y="3436"/>
                  </a:lnTo>
                  <a:lnTo>
                    <a:pt x="42295" y="3383"/>
                  </a:lnTo>
                  <a:lnTo>
                    <a:pt x="42203" y="3304"/>
                  </a:lnTo>
                  <a:lnTo>
                    <a:pt x="42124" y="3225"/>
                  </a:lnTo>
                  <a:lnTo>
                    <a:pt x="42045" y="3146"/>
                  </a:lnTo>
                  <a:lnTo>
                    <a:pt x="41979" y="3054"/>
                  </a:lnTo>
                  <a:lnTo>
                    <a:pt x="41913" y="2962"/>
                  </a:lnTo>
                  <a:lnTo>
                    <a:pt x="41861" y="2857"/>
                  </a:lnTo>
                  <a:lnTo>
                    <a:pt x="41821" y="2738"/>
                  </a:lnTo>
                  <a:lnTo>
                    <a:pt x="41795" y="2620"/>
                  </a:lnTo>
                  <a:lnTo>
                    <a:pt x="41768" y="2501"/>
                  </a:lnTo>
                  <a:lnTo>
                    <a:pt x="41768" y="2383"/>
                  </a:lnTo>
                  <a:lnTo>
                    <a:pt x="41768" y="2264"/>
                  </a:lnTo>
                  <a:lnTo>
                    <a:pt x="41795" y="2146"/>
                  </a:lnTo>
                  <a:lnTo>
                    <a:pt x="41821" y="2027"/>
                  </a:lnTo>
                  <a:lnTo>
                    <a:pt x="41861" y="1922"/>
                  </a:lnTo>
                  <a:lnTo>
                    <a:pt x="41913" y="1817"/>
                  </a:lnTo>
                  <a:lnTo>
                    <a:pt x="41979" y="1712"/>
                  </a:lnTo>
                  <a:lnTo>
                    <a:pt x="42045" y="1619"/>
                  </a:lnTo>
                  <a:lnTo>
                    <a:pt x="42124" y="1540"/>
                  </a:lnTo>
                  <a:lnTo>
                    <a:pt x="42203" y="1461"/>
                  </a:lnTo>
                  <a:lnTo>
                    <a:pt x="42295" y="1396"/>
                  </a:lnTo>
                  <a:lnTo>
                    <a:pt x="42400" y="1330"/>
                  </a:lnTo>
                  <a:lnTo>
                    <a:pt x="42506" y="1277"/>
                  </a:lnTo>
                  <a:lnTo>
                    <a:pt x="42611" y="1238"/>
                  </a:lnTo>
                  <a:lnTo>
                    <a:pt x="42729" y="1211"/>
                  </a:lnTo>
                  <a:lnTo>
                    <a:pt x="42848" y="1198"/>
                  </a:lnTo>
                  <a:lnTo>
                    <a:pt x="42966" y="1185"/>
                  </a:lnTo>
                  <a:close/>
                  <a:moveTo>
                    <a:pt x="42966" y="0"/>
                  </a:moveTo>
                  <a:lnTo>
                    <a:pt x="42756" y="13"/>
                  </a:lnTo>
                  <a:lnTo>
                    <a:pt x="42558" y="40"/>
                  </a:lnTo>
                  <a:lnTo>
                    <a:pt x="42361" y="79"/>
                  </a:lnTo>
                  <a:lnTo>
                    <a:pt x="42176" y="145"/>
                  </a:lnTo>
                  <a:lnTo>
                    <a:pt x="41992" y="211"/>
                  </a:lnTo>
                  <a:lnTo>
                    <a:pt x="41821" y="303"/>
                  </a:lnTo>
                  <a:lnTo>
                    <a:pt x="41650" y="408"/>
                  </a:lnTo>
                  <a:lnTo>
                    <a:pt x="41492" y="514"/>
                  </a:lnTo>
                  <a:lnTo>
                    <a:pt x="41347" y="645"/>
                  </a:lnTo>
                  <a:lnTo>
                    <a:pt x="41216" y="777"/>
                  </a:lnTo>
                  <a:lnTo>
                    <a:pt x="41084" y="922"/>
                  </a:lnTo>
                  <a:lnTo>
                    <a:pt x="40979" y="1080"/>
                  </a:lnTo>
                  <a:lnTo>
                    <a:pt x="40873" y="1251"/>
                  </a:lnTo>
                  <a:lnTo>
                    <a:pt x="40794" y="1422"/>
                  </a:lnTo>
                  <a:lnTo>
                    <a:pt x="40715" y="1606"/>
                  </a:lnTo>
                  <a:lnTo>
                    <a:pt x="40663" y="1791"/>
                  </a:lnTo>
                  <a:lnTo>
                    <a:pt x="1" y="1791"/>
                  </a:lnTo>
                  <a:lnTo>
                    <a:pt x="1" y="17666"/>
                  </a:lnTo>
                  <a:lnTo>
                    <a:pt x="1185" y="17666"/>
                  </a:lnTo>
                  <a:lnTo>
                    <a:pt x="1185" y="2975"/>
                  </a:lnTo>
                  <a:lnTo>
                    <a:pt x="40663" y="2975"/>
                  </a:lnTo>
                  <a:lnTo>
                    <a:pt x="40715" y="3160"/>
                  </a:lnTo>
                  <a:lnTo>
                    <a:pt x="40794" y="3344"/>
                  </a:lnTo>
                  <a:lnTo>
                    <a:pt x="40873" y="3528"/>
                  </a:lnTo>
                  <a:lnTo>
                    <a:pt x="40979" y="3686"/>
                  </a:lnTo>
                  <a:lnTo>
                    <a:pt x="41084" y="3844"/>
                  </a:lnTo>
                  <a:lnTo>
                    <a:pt x="41216" y="3989"/>
                  </a:lnTo>
                  <a:lnTo>
                    <a:pt x="41347" y="4134"/>
                  </a:lnTo>
                  <a:lnTo>
                    <a:pt x="41492" y="4252"/>
                  </a:lnTo>
                  <a:lnTo>
                    <a:pt x="41650" y="4371"/>
                  </a:lnTo>
                  <a:lnTo>
                    <a:pt x="41821" y="4463"/>
                  </a:lnTo>
                  <a:lnTo>
                    <a:pt x="41992" y="4555"/>
                  </a:lnTo>
                  <a:lnTo>
                    <a:pt x="42176" y="4634"/>
                  </a:lnTo>
                  <a:lnTo>
                    <a:pt x="42361" y="4686"/>
                  </a:lnTo>
                  <a:lnTo>
                    <a:pt x="42558" y="4726"/>
                  </a:lnTo>
                  <a:lnTo>
                    <a:pt x="42756" y="4752"/>
                  </a:lnTo>
                  <a:lnTo>
                    <a:pt x="42966" y="4765"/>
                  </a:lnTo>
                  <a:lnTo>
                    <a:pt x="43203" y="4752"/>
                  </a:lnTo>
                  <a:lnTo>
                    <a:pt x="43440" y="4713"/>
                  </a:lnTo>
                  <a:lnTo>
                    <a:pt x="43677" y="4660"/>
                  </a:lnTo>
                  <a:lnTo>
                    <a:pt x="43888" y="4581"/>
                  </a:lnTo>
                  <a:lnTo>
                    <a:pt x="44098" y="4476"/>
                  </a:lnTo>
                  <a:lnTo>
                    <a:pt x="44296" y="4357"/>
                  </a:lnTo>
                  <a:lnTo>
                    <a:pt x="44480" y="4226"/>
                  </a:lnTo>
                  <a:lnTo>
                    <a:pt x="44651" y="4068"/>
                  </a:lnTo>
                  <a:lnTo>
                    <a:pt x="44796" y="3897"/>
                  </a:lnTo>
                  <a:lnTo>
                    <a:pt x="44941" y="3712"/>
                  </a:lnTo>
                  <a:lnTo>
                    <a:pt x="45059" y="3515"/>
                  </a:lnTo>
                  <a:lnTo>
                    <a:pt x="45151" y="3304"/>
                  </a:lnTo>
                  <a:lnTo>
                    <a:pt x="45230" y="3094"/>
                  </a:lnTo>
                  <a:lnTo>
                    <a:pt x="45296" y="2870"/>
                  </a:lnTo>
                  <a:lnTo>
                    <a:pt x="45336" y="2633"/>
                  </a:lnTo>
                  <a:lnTo>
                    <a:pt x="45349" y="2383"/>
                  </a:lnTo>
                  <a:lnTo>
                    <a:pt x="45336" y="2146"/>
                  </a:lnTo>
                  <a:lnTo>
                    <a:pt x="45296" y="1909"/>
                  </a:lnTo>
                  <a:lnTo>
                    <a:pt x="45230" y="1685"/>
                  </a:lnTo>
                  <a:lnTo>
                    <a:pt x="45151" y="1461"/>
                  </a:lnTo>
                  <a:lnTo>
                    <a:pt x="45059" y="1251"/>
                  </a:lnTo>
                  <a:lnTo>
                    <a:pt x="44941" y="1053"/>
                  </a:lnTo>
                  <a:lnTo>
                    <a:pt x="44796" y="869"/>
                  </a:lnTo>
                  <a:lnTo>
                    <a:pt x="44651" y="698"/>
                  </a:lnTo>
                  <a:lnTo>
                    <a:pt x="44480" y="553"/>
                  </a:lnTo>
                  <a:lnTo>
                    <a:pt x="44296" y="408"/>
                  </a:lnTo>
                  <a:lnTo>
                    <a:pt x="44098" y="290"/>
                  </a:lnTo>
                  <a:lnTo>
                    <a:pt x="43888" y="198"/>
                  </a:lnTo>
                  <a:lnTo>
                    <a:pt x="43677" y="119"/>
                  </a:lnTo>
                  <a:lnTo>
                    <a:pt x="43440" y="53"/>
                  </a:lnTo>
                  <a:lnTo>
                    <a:pt x="43203" y="13"/>
                  </a:lnTo>
                  <a:lnTo>
                    <a:pt x="42966"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838;p24">
              <a:extLst>
                <a:ext uri="{FF2B5EF4-FFF2-40B4-BE49-F238E27FC236}">
                  <a16:creationId xmlns:a16="http://schemas.microsoft.com/office/drawing/2014/main" id="{2BE25FD6-FC35-FE13-652C-E112F394682F}"/>
                </a:ext>
              </a:extLst>
            </p:cNvPr>
            <p:cNvSpPr/>
            <p:nvPr/>
          </p:nvSpPr>
          <p:spPr>
            <a:xfrm>
              <a:off x="5057875" y="1888150"/>
              <a:ext cx="1240025" cy="393300"/>
            </a:xfrm>
            <a:custGeom>
              <a:avLst/>
              <a:gdLst/>
              <a:ahLst/>
              <a:cxnLst/>
              <a:rect l="l" t="t" r="r" b="b"/>
              <a:pathLst>
                <a:path w="49601" h="15732" extrusionOk="0">
                  <a:moveTo>
                    <a:pt x="47350" y="12151"/>
                  </a:moveTo>
                  <a:lnTo>
                    <a:pt x="47468" y="12177"/>
                  </a:lnTo>
                  <a:lnTo>
                    <a:pt x="47574" y="12203"/>
                  </a:lnTo>
                  <a:lnTo>
                    <a:pt x="47692" y="12243"/>
                  </a:lnTo>
                  <a:lnTo>
                    <a:pt x="47798" y="12296"/>
                  </a:lnTo>
                  <a:lnTo>
                    <a:pt x="47890" y="12361"/>
                  </a:lnTo>
                  <a:lnTo>
                    <a:pt x="47982" y="12427"/>
                  </a:lnTo>
                  <a:lnTo>
                    <a:pt x="48074" y="12506"/>
                  </a:lnTo>
                  <a:lnTo>
                    <a:pt x="48140" y="12585"/>
                  </a:lnTo>
                  <a:lnTo>
                    <a:pt x="48219" y="12677"/>
                  </a:lnTo>
                  <a:lnTo>
                    <a:pt x="48271" y="12783"/>
                  </a:lnTo>
                  <a:lnTo>
                    <a:pt x="48324" y="12888"/>
                  </a:lnTo>
                  <a:lnTo>
                    <a:pt x="48364" y="12993"/>
                  </a:lnTo>
                  <a:lnTo>
                    <a:pt x="48390" y="13112"/>
                  </a:lnTo>
                  <a:lnTo>
                    <a:pt x="48416" y="13230"/>
                  </a:lnTo>
                  <a:lnTo>
                    <a:pt x="48416" y="13349"/>
                  </a:lnTo>
                  <a:lnTo>
                    <a:pt x="48416" y="13467"/>
                  </a:lnTo>
                  <a:lnTo>
                    <a:pt x="48390" y="13586"/>
                  </a:lnTo>
                  <a:lnTo>
                    <a:pt x="48364" y="13704"/>
                  </a:lnTo>
                  <a:lnTo>
                    <a:pt x="48324" y="13809"/>
                  </a:lnTo>
                  <a:lnTo>
                    <a:pt x="48271" y="13915"/>
                  </a:lnTo>
                  <a:lnTo>
                    <a:pt x="48219" y="14020"/>
                  </a:lnTo>
                  <a:lnTo>
                    <a:pt x="48140" y="14112"/>
                  </a:lnTo>
                  <a:lnTo>
                    <a:pt x="48074" y="14191"/>
                  </a:lnTo>
                  <a:lnTo>
                    <a:pt x="47982" y="14270"/>
                  </a:lnTo>
                  <a:lnTo>
                    <a:pt x="47890" y="14336"/>
                  </a:lnTo>
                  <a:lnTo>
                    <a:pt x="47798" y="14402"/>
                  </a:lnTo>
                  <a:lnTo>
                    <a:pt x="47692" y="14454"/>
                  </a:lnTo>
                  <a:lnTo>
                    <a:pt x="47574" y="14494"/>
                  </a:lnTo>
                  <a:lnTo>
                    <a:pt x="47468" y="14520"/>
                  </a:lnTo>
                  <a:lnTo>
                    <a:pt x="47350" y="14533"/>
                  </a:lnTo>
                  <a:lnTo>
                    <a:pt x="47218" y="14547"/>
                  </a:lnTo>
                  <a:lnTo>
                    <a:pt x="47100" y="14533"/>
                  </a:lnTo>
                  <a:lnTo>
                    <a:pt x="46981" y="14520"/>
                  </a:lnTo>
                  <a:lnTo>
                    <a:pt x="46863" y="14494"/>
                  </a:lnTo>
                  <a:lnTo>
                    <a:pt x="46758" y="14454"/>
                  </a:lnTo>
                  <a:lnTo>
                    <a:pt x="46652" y="14402"/>
                  </a:lnTo>
                  <a:lnTo>
                    <a:pt x="46547" y="14336"/>
                  </a:lnTo>
                  <a:lnTo>
                    <a:pt x="46455" y="14270"/>
                  </a:lnTo>
                  <a:lnTo>
                    <a:pt x="46376" y="14191"/>
                  </a:lnTo>
                  <a:lnTo>
                    <a:pt x="46297" y="14112"/>
                  </a:lnTo>
                  <a:lnTo>
                    <a:pt x="46231" y="14020"/>
                  </a:lnTo>
                  <a:lnTo>
                    <a:pt x="46165" y="13915"/>
                  </a:lnTo>
                  <a:lnTo>
                    <a:pt x="46113" y="13809"/>
                  </a:lnTo>
                  <a:lnTo>
                    <a:pt x="46073" y="13704"/>
                  </a:lnTo>
                  <a:lnTo>
                    <a:pt x="46047" y="13586"/>
                  </a:lnTo>
                  <a:lnTo>
                    <a:pt x="46034" y="13467"/>
                  </a:lnTo>
                  <a:lnTo>
                    <a:pt x="46020" y="13349"/>
                  </a:lnTo>
                  <a:lnTo>
                    <a:pt x="46034" y="13230"/>
                  </a:lnTo>
                  <a:lnTo>
                    <a:pt x="46047" y="13112"/>
                  </a:lnTo>
                  <a:lnTo>
                    <a:pt x="46073" y="12993"/>
                  </a:lnTo>
                  <a:lnTo>
                    <a:pt x="46113" y="12888"/>
                  </a:lnTo>
                  <a:lnTo>
                    <a:pt x="46165" y="12783"/>
                  </a:lnTo>
                  <a:lnTo>
                    <a:pt x="46231" y="12677"/>
                  </a:lnTo>
                  <a:lnTo>
                    <a:pt x="46297" y="12585"/>
                  </a:lnTo>
                  <a:lnTo>
                    <a:pt x="46376" y="12506"/>
                  </a:lnTo>
                  <a:lnTo>
                    <a:pt x="46455" y="12427"/>
                  </a:lnTo>
                  <a:lnTo>
                    <a:pt x="46547" y="12361"/>
                  </a:lnTo>
                  <a:lnTo>
                    <a:pt x="46652" y="12296"/>
                  </a:lnTo>
                  <a:lnTo>
                    <a:pt x="46758" y="12243"/>
                  </a:lnTo>
                  <a:lnTo>
                    <a:pt x="46863" y="12203"/>
                  </a:lnTo>
                  <a:lnTo>
                    <a:pt x="46981" y="12177"/>
                  </a:lnTo>
                  <a:lnTo>
                    <a:pt x="47100" y="12151"/>
                  </a:lnTo>
                  <a:close/>
                  <a:moveTo>
                    <a:pt x="1" y="1"/>
                  </a:moveTo>
                  <a:lnTo>
                    <a:pt x="1" y="1186"/>
                  </a:lnTo>
                  <a:lnTo>
                    <a:pt x="12506" y="1186"/>
                  </a:lnTo>
                  <a:lnTo>
                    <a:pt x="12506" y="14678"/>
                  </a:lnTo>
                  <a:lnTo>
                    <a:pt x="45244" y="14678"/>
                  </a:lnTo>
                  <a:lnTo>
                    <a:pt x="45336" y="14797"/>
                  </a:lnTo>
                  <a:lnTo>
                    <a:pt x="45428" y="14902"/>
                  </a:lnTo>
                  <a:lnTo>
                    <a:pt x="45520" y="15007"/>
                  </a:lnTo>
                  <a:lnTo>
                    <a:pt x="45626" y="15113"/>
                  </a:lnTo>
                  <a:lnTo>
                    <a:pt x="45731" y="15205"/>
                  </a:lnTo>
                  <a:lnTo>
                    <a:pt x="45849" y="15284"/>
                  </a:lnTo>
                  <a:lnTo>
                    <a:pt x="45968" y="15363"/>
                  </a:lnTo>
                  <a:lnTo>
                    <a:pt x="46086" y="15442"/>
                  </a:lnTo>
                  <a:lnTo>
                    <a:pt x="46218" y="15507"/>
                  </a:lnTo>
                  <a:lnTo>
                    <a:pt x="46350" y="15560"/>
                  </a:lnTo>
                  <a:lnTo>
                    <a:pt x="46481" y="15613"/>
                  </a:lnTo>
                  <a:lnTo>
                    <a:pt x="46626" y="15652"/>
                  </a:lnTo>
                  <a:lnTo>
                    <a:pt x="46771" y="15679"/>
                  </a:lnTo>
                  <a:lnTo>
                    <a:pt x="46916" y="15705"/>
                  </a:lnTo>
                  <a:lnTo>
                    <a:pt x="47074" y="15718"/>
                  </a:lnTo>
                  <a:lnTo>
                    <a:pt x="47218" y="15731"/>
                  </a:lnTo>
                  <a:lnTo>
                    <a:pt x="47468" y="15718"/>
                  </a:lnTo>
                  <a:lnTo>
                    <a:pt x="47705" y="15679"/>
                  </a:lnTo>
                  <a:lnTo>
                    <a:pt x="47929" y="15613"/>
                  </a:lnTo>
                  <a:lnTo>
                    <a:pt x="48153" y="15534"/>
                  </a:lnTo>
                  <a:lnTo>
                    <a:pt x="48350" y="15442"/>
                  </a:lnTo>
                  <a:lnTo>
                    <a:pt x="48548" y="15323"/>
                  </a:lnTo>
                  <a:lnTo>
                    <a:pt x="48732" y="15178"/>
                  </a:lnTo>
                  <a:lnTo>
                    <a:pt x="48903" y="15034"/>
                  </a:lnTo>
                  <a:lnTo>
                    <a:pt x="49061" y="14862"/>
                  </a:lnTo>
                  <a:lnTo>
                    <a:pt x="49193" y="14678"/>
                  </a:lnTo>
                  <a:lnTo>
                    <a:pt x="49311" y="14481"/>
                  </a:lnTo>
                  <a:lnTo>
                    <a:pt x="49417" y="14270"/>
                  </a:lnTo>
                  <a:lnTo>
                    <a:pt x="49496" y="14060"/>
                  </a:lnTo>
                  <a:lnTo>
                    <a:pt x="49548" y="13823"/>
                  </a:lnTo>
                  <a:lnTo>
                    <a:pt x="49588" y="13586"/>
                  </a:lnTo>
                  <a:lnTo>
                    <a:pt x="49601" y="13349"/>
                  </a:lnTo>
                  <a:lnTo>
                    <a:pt x="49588" y="13099"/>
                  </a:lnTo>
                  <a:lnTo>
                    <a:pt x="49548" y="12875"/>
                  </a:lnTo>
                  <a:lnTo>
                    <a:pt x="49496" y="12638"/>
                  </a:lnTo>
                  <a:lnTo>
                    <a:pt x="49417" y="12427"/>
                  </a:lnTo>
                  <a:lnTo>
                    <a:pt x="49311" y="12217"/>
                  </a:lnTo>
                  <a:lnTo>
                    <a:pt x="49193" y="12019"/>
                  </a:lnTo>
                  <a:lnTo>
                    <a:pt x="49061" y="11835"/>
                  </a:lnTo>
                  <a:lnTo>
                    <a:pt x="48903" y="11664"/>
                  </a:lnTo>
                  <a:lnTo>
                    <a:pt x="48732" y="11519"/>
                  </a:lnTo>
                  <a:lnTo>
                    <a:pt x="48548" y="11374"/>
                  </a:lnTo>
                  <a:lnTo>
                    <a:pt x="48350" y="11256"/>
                  </a:lnTo>
                  <a:lnTo>
                    <a:pt x="48153" y="11150"/>
                  </a:lnTo>
                  <a:lnTo>
                    <a:pt x="47929" y="11071"/>
                  </a:lnTo>
                  <a:lnTo>
                    <a:pt x="47705" y="11019"/>
                  </a:lnTo>
                  <a:lnTo>
                    <a:pt x="47468" y="10979"/>
                  </a:lnTo>
                  <a:lnTo>
                    <a:pt x="47218" y="10966"/>
                  </a:lnTo>
                  <a:lnTo>
                    <a:pt x="46981" y="10979"/>
                  </a:lnTo>
                  <a:lnTo>
                    <a:pt x="46744" y="11019"/>
                  </a:lnTo>
                  <a:lnTo>
                    <a:pt x="46521" y="11071"/>
                  </a:lnTo>
                  <a:lnTo>
                    <a:pt x="46297" y="11150"/>
                  </a:lnTo>
                  <a:lnTo>
                    <a:pt x="46086" y="11256"/>
                  </a:lnTo>
                  <a:lnTo>
                    <a:pt x="45889" y="11374"/>
                  </a:lnTo>
                  <a:lnTo>
                    <a:pt x="45705" y="11519"/>
                  </a:lnTo>
                  <a:lnTo>
                    <a:pt x="45547" y="11664"/>
                  </a:lnTo>
                  <a:lnTo>
                    <a:pt x="45389" y="11835"/>
                  </a:lnTo>
                  <a:lnTo>
                    <a:pt x="45244" y="12019"/>
                  </a:lnTo>
                  <a:lnTo>
                    <a:pt x="45125" y="12217"/>
                  </a:lnTo>
                  <a:lnTo>
                    <a:pt x="45033" y="12427"/>
                  </a:lnTo>
                  <a:lnTo>
                    <a:pt x="44954" y="12638"/>
                  </a:lnTo>
                  <a:lnTo>
                    <a:pt x="44888" y="12875"/>
                  </a:lnTo>
                  <a:lnTo>
                    <a:pt x="44862" y="13099"/>
                  </a:lnTo>
                  <a:lnTo>
                    <a:pt x="44849" y="13349"/>
                  </a:lnTo>
                  <a:lnTo>
                    <a:pt x="44849" y="13493"/>
                  </a:lnTo>
                  <a:lnTo>
                    <a:pt x="13691" y="13493"/>
                  </a:lnTo>
                  <a:lnTo>
                    <a:pt x="13691"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839;p24">
              <a:extLst>
                <a:ext uri="{FF2B5EF4-FFF2-40B4-BE49-F238E27FC236}">
                  <a16:creationId xmlns:a16="http://schemas.microsoft.com/office/drawing/2014/main" id="{E81C404A-D926-BC20-B90A-2FC7B3FD4747}"/>
                </a:ext>
              </a:extLst>
            </p:cNvPr>
            <p:cNvSpPr/>
            <p:nvPr/>
          </p:nvSpPr>
          <p:spPr>
            <a:xfrm>
              <a:off x="2061550" y="2207050"/>
              <a:ext cx="909950" cy="477200"/>
            </a:xfrm>
            <a:custGeom>
              <a:avLst/>
              <a:gdLst/>
              <a:ahLst/>
              <a:cxnLst/>
              <a:rect l="l" t="t" r="r" b="b"/>
              <a:pathLst>
                <a:path w="36398" h="19088" extrusionOk="0">
                  <a:moveTo>
                    <a:pt x="34607" y="15665"/>
                  </a:moveTo>
                  <a:lnTo>
                    <a:pt x="34739" y="15744"/>
                  </a:lnTo>
                  <a:lnTo>
                    <a:pt x="34857" y="15849"/>
                  </a:lnTo>
                  <a:lnTo>
                    <a:pt x="34963" y="15968"/>
                  </a:lnTo>
                  <a:lnTo>
                    <a:pt x="35055" y="16099"/>
                  </a:lnTo>
                  <a:lnTo>
                    <a:pt x="35121" y="16231"/>
                  </a:lnTo>
                  <a:lnTo>
                    <a:pt x="35173" y="16376"/>
                  </a:lnTo>
                  <a:lnTo>
                    <a:pt x="35213" y="16534"/>
                  </a:lnTo>
                  <a:lnTo>
                    <a:pt x="35213" y="16705"/>
                  </a:lnTo>
                  <a:lnTo>
                    <a:pt x="35213" y="16823"/>
                  </a:lnTo>
                  <a:lnTo>
                    <a:pt x="35200" y="16942"/>
                  </a:lnTo>
                  <a:lnTo>
                    <a:pt x="35160" y="17060"/>
                  </a:lnTo>
                  <a:lnTo>
                    <a:pt x="35121" y="17166"/>
                  </a:lnTo>
                  <a:lnTo>
                    <a:pt x="35068" y="17271"/>
                  </a:lnTo>
                  <a:lnTo>
                    <a:pt x="35015" y="17376"/>
                  </a:lnTo>
                  <a:lnTo>
                    <a:pt x="34949" y="17468"/>
                  </a:lnTo>
                  <a:lnTo>
                    <a:pt x="34870" y="17547"/>
                  </a:lnTo>
                  <a:lnTo>
                    <a:pt x="34778" y="17626"/>
                  </a:lnTo>
                  <a:lnTo>
                    <a:pt x="34686" y="17692"/>
                  </a:lnTo>
                  <a:lnTo>
                    <a:pt x="34594" y="17758"/>
                  </a:lnTo>
                  <a:lnTo>
                    <a:pt x="34489" y="17811"/>
                  </a:lnTo>
                  <a:lnTo>
                    <a:pt x="34383" y="17850"/>
                  </a:lnTo>
                  <a:lnTo>
                    <a:pt x="34265" y="17876"/>
                  </a:lnTo>
                  <a:lnTo>
                    <a:pt x="34146" y="17890"/>
                  </a:lnTo>
                  <a:lnTo>
                    <a:pt x="34028" y="17903"/>
                  </a:lnTo>
                  <a:lnTo>
                    <a:pt x="33896" y="17890"/>
                  </a:lnTo>
                  <a:lnTo>
                    <a:pt x="33778" y="17876"/>
                  </a:lnTo>
                  <a:lnTo>
                    <a:pt x="33659" y="17850"/>
                  </a:lnTo>
                  <a:lnTo>
                    <a:pt x="33554" y="17811"/>
                  </a:lnTo>
                  <a:lnTo>
                    <a:pt x="33449" y="17758"/>
                  </a:lnTo>
                  <a:lnTo>
                    <a:pt x="33357" y="17692"/>
                  </a:lnTo>
                  <a:lnTo>
                    <a:pt x="33265" y="17626"/>
                  </a:lnTo>
                  <a:lnTo>
                    <a:pt x="33172" y="17547"/>
                  </a:lnTo>
                  <a:lnTo>
                    <a:pt x="33093" y="17468"/>
                  </a:lnTo>
                  <a:lnTo>
                    <a:pt x="33028" y="17376"/>
                  </a:lnTo>
                  <a:lnTo>
                    <a:pt x="32975" y="17271"/>
                  </a:lnTo>
                  <a:lnTo>
                    <a:pt x="32922" y="17166"/>
                  </a:lnTo>
                  <a:lnTo>
                    <a:pt x="32883" y="17060"/>
                  </a:lnTo>
                  <a:lnTo>
                    <a:pt x="32843" y="16942"/>
                  </a:lnTo>
                  <a:lnTo>
                    <a:pt x="32830" y="16823"/>
                  </a:lnTo>
                  <a:lnTo>
                    <a:pt x="32830" y="16705"/>
                  </a:lnTo>
                  <a:lnTo>
                    <a:pt x="32830" y="16534"/>
                  </a:lnTo>
                  <a:lnTo>
                    <a:pt x="32870" y="16376"/>
                  </a:lnTo>
                  <a:lnTo>
                    <a:pt x="32922" y="16231"/>
                  </a:lnTo>
                  <a:lnTo>
                    <a:pt x="32988" y="16099"/>
                  </a:lnTo>
                  <a:lnTo>
                    <a:pt x="33080" y="15968"/>
                  </a:lnTo>
                  <a:lnTo>
                    <a:pt x="33186" y="15849"/>
                  </a:lnTo>
                  <a:lnTo>
                    <a:pt x="33304" y="15744"/>
                  </a:lnTo>
                  <a:lnTo>
                    <a:pt x="33436" y="15665"/>
                  </a:lnTo>
                  <a:lnTo>
                    <a:pt x="33436" y="15836"/>
                  </a:lnTo>
                  <a:lnTo>
                    <a:pt x="34607" y="15836"/>
                  </a:lnTo>
                  <a:lnTo>
                    <a:pt x="34607" y="15665"/>
                  </a:lnTo>
                  <a:close/>
                  <a:moveTo>
                    <a:pt x="0" y="0"/>
                  </a:moveTo>
                  <a:lnTo>
                    <a:pt x="0" y="1185"/>
                  </a:lnTo>
                  <a:lnTo>
                    <a:pt x="33436" y="1185"/>
                  </a:lnTo>
                  <a:lnTo>
                    <a:pt x="33436" y="14401"/>
                  </a:lnTo>
                  <a:lnTo>
                    <a:pt x="33238" y="14454"/>
                  </a:lnTo>
                  <a:lnTo>
                    <a:pt x="33054" y="14533"/>
                  </a:lnTo>
                  <a:lnTo>
                    <a:pt x="32883" y="14612"/>
                  </a:lnTo>
                  <a:lnTo>
                    <a:pt x="32725" y="14717"/>
                  </a:lnTo>
                  <a:lnTo>
                    <a:pt x="32567" y="14822"/>
                  </a:lnTo>
                  <a:lnTo>
                    <a:pt x="32409" y="14954"/>
                  </a:lnTo>
                  <a:lnTo>
                    <a:pt x="32277" y="15086"/>
                  </a:lnTo>
                  <a:lnTo>
                    <a:pt x="32146" y="15231"/>
                  </a:lnTo>
                  <a:lnTo>
                    <a:pt x="32040" y="15388"/>
                  </a:lnTo>
                  <a:lnTo>
                    <a:pt x="31935" y="15560"/>
                  </a:lnTo>
                  <a:lnTo>
                    <a:pt x="31856" y="15731"/>
                  </a:lnTo>
                  <a:lnTo>
                    <a:pt x="31777" y="15915"/>
                  </a:lnTo>
                  <a:lnTo>
                    <a:pt x="31724" y="16099"/>
                  </a:lnTo>
                  <a:lnTo>
                    <a:pt x="31672" y="16297"/>
                  </a:lnTo>
                  <a:lnTo>
                    <a:pt x="31645" y="16494"/>
                  </a:lnTo>
                  <a:lnTo>
                    <a:pt x="31645" y="16705"/>
                  </a:lnTo>
                  <a:lnTo>
                    <a:pt x="31659" y="16942"/>
                  </a:lnTo>
                  <a:lnTo>
                    <a:pt x="31685" y="17179"/>
                  </a:lnTo>
                  <a:lnTo>
                    <a:pt x="31751" y="17416"/>
                  </a:lnTo>
                  <a:lnTo>
                    <a:pt x="31830" y="17626"/>
                  </a:lnTo>
                  <a:lnTo>
                    <a:pt x="31935" y="17837"/>
                  </a:lnTo>
                  <a:lnTo>
                    <a:pt x="32053" y="18034"/>
                  </a:lnTo>
                  <a:lnTo>
                    <a:pt x="32185" y="18219"/>
                  </a:lnTo>
                  <a:lnTo>
                    <a:pt x="32343" y="18390"/>
                  </a:lnTo>
                  <a:lnTo>
                    <a:pt x="32514" y="18535"/>
                  </a:lnTo>
                  <a:lnTo>
                    <a:pt x="32699" y="18679"/>
                  </a:lnTo>
                  <a:lnTo>
                    <a:pt x="32883" y="18798"/>
                  </a:lnTo>
                  <a:lnTo>
                    <a:pt x="33093" y="18890"/>
                  </a:lnTo>
                  <a:lnTo>
                    <a:pt x="33317" y="18969"/>
                  </a:lnTo>
                  <a:lnTo>
                    <a:pt x="33541" y="19035"/>
                  </a:lnTo>
                  <a:lnTo>
                    <a:pt x="33778" y="19074"/>
                  </a:lnTo>
                  <a:lnTo>
                    <a:pt x="34028" y="19087"/>
                  </a:lnTo>
                  <a:lnTo>
                    <a:pt x="34265" y="19074"/>
                  </a:lnTo>
                  <a:lnTo>
                    <a:pt x="34502" y="19035"/>
                  </a:lnTo>
                  <a:lnTo>
                    <a:pt x="34726" y="18969"/>
                  </a:lnTo>
                  <a:lnTo>
                    <a:pt x="34949" y="18890"/>
                  </a:lnTo>
                  <a:lnTo>
                    <a:pt x="35160" y="18798"/>
                  </a:lnTo>
                  <a:lnTo>
                    <a:pt x="35344" y="18679"/>
                  </a:lnTo>
                  <a:lnTo>
                    <a:pt x="35529" y="18535"/>
                  </a:lnTo>
                  <a:lnTo>
                    <a:pt x="35700" y="18390"/>
                  </a:lnTo>
                  <a:lnTo>
                    <a:pt x="35858" y="18219"/>
                  </a:lnTo>
                  <a:lnTo>
                    <a:pt x="35989" y="18034"/>
                  </a:lnTo>
                  <a:lnTo>
                    <a:pt x="36108" y="17837"/>
                  </a:lnTo>
                  <a:lnTo>
                    <a:pt x="36213" y="17626"/>
                  </a:lnTo>
                  <a:lnTo>
                    <a:pt x="36292" y="17416"/>
                  </a:lnTo>
                  <a:lnTo>
                    <a:pt x="36358" y="17179"/>
                  </a:lnTo>
                  <a:lnTo>
                    <a:pt x="36384" y="16942"/>
                  </a:lnTo>
                  <a:lnTo>
                    <a:pt x="36397" y="16705"/>
                  </a:lnTo>
                  <a:lnTo>
                    <a:pt x="36397" y="16494"/>
                  </a:lnTo>
                  <a:lnTo>
                    <a:pt x="36371" y="16297"/>
                  </a:lnTo>
                  <a:lnTo>
                    <a:pt x="36318" y="16099"/>
                  </a:lnTo>
                  <a:lnTo>
                    <a:pt x="36266" y="15915"/>
                  </a:lnTo>
                  <a:lnTo>
                    <a:pt x="36187" y="15731"/>
                  </a:lnTo>
                  <a:lnTo>
                    <a:pt x="36108" y="15560"/>
                  </a:lnTo>
                  <a:lnTo>
                    <a:pt x="36003" y="15388"/>
                  </a:lnTo>
                  <a:lnTo>
                    <a:pt x="35897" y="15231"/>
                  </a:lnTo>
                  <a:lnTo>
                    <a:pt x="35766" y="15086"/>
                  </a:lnTo>
                  <a:lnTo>
                    <a:pt x="35634" y="14954"/>
                  </a:lnTo>
                  <a:lnTo>
                    <a:pt x="35476" y="14822"/>
                  </a:lnTo>
                  <a:lnTo>
                    <a:pt x="35331" y="14717"/>
                  </a:lnTo>
                  <a:lnTo>
                    <a:pt x="35160" y="14612"/>
                  </a:lnTo>
                  <a:lnTo>
                    <a:pt x="34989" y="14533"/>
                  </a:lnTo>
                  <a:lnTo>
                    <a:pt x="34805" y="14454"/>
                  </a:lnTo>
                  <a:lnTo>
                    <a:pt x="34607" y="14401"/>
                  </a:lnTo>
                  <a:lnTo>
                    <a:pt x="34607"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840;p24">
              <a:extLst>
                <a:ext uri="{FF2B5EF4-FFF2-40B4-BE49-F238E27FC236}">
                  <a16:creationId xmlns:a16="http://schemas.microsoft.com/office/drawing/2014/main" id="{9BACF7A8-ED20-8A4F-3A90-77C990BF5A9B}"/>
                </a:ext>
              </a:extLst>
            </p:cNvPr>
            <p:cNvSpPr/>
            <p:nvPr/>
          </p:nvSpPr>
          <p:spPr>
            <a:xfrm>
              <a:off x="2015475" y="2312675"/>
              <a:ext cx="804325" cy="371575"/>
            </a:xfrm>
            <a:custGeom>
              <a:avLst/>
              <a:gdLst/>
              <a:ahLst/>
              <a:cxnLst/>
              <a:rect l="l" t="t" r="r" b="b"/>
              <a:pathLst>
                <a:path w="32173" h="14863" extrusionOk="0">
                  <a:moveTo>
                    <a:pt x="29381" y="11348"/>
                  </a:moveTo>
                  <a:lnTo>
                    <a:pt x="29381" y="11664"/>
                  </a:lnTo>
                  <a:lnTo>
                    <a:pt x="30566" y="11664"/>
                  </a:lnTo>
                  <a:lnTo>
                    <a:pt x="30566" y="11572"/>
                  </a:lnTo>
                  <a:lnTo>
                    <a:pt x="30658" y="11651"/>
                  </a:lnTo>
                  <a:lnTo>
                    <a:pt x="30737" y="11756"/>
                  </a:lnTo>
                  <a:lnTo>
                    <a:pt x="30816" y="11861"/>
                  </a:lnTo>
                  <a:lnTo>
                    <a:pt x="30869" y="11966"/>
                  </a:lnTo>
                  <a:lnTo>
                    <a:pt x="30922" y="12085"/>
                  </a:lnTo>
                  <a:lnTo>
                    <a:pt x="30961" y="12217"/>
                  </a:lnTo>
                  <a:lnTo>
                    <a:pt x="30974" y="12348"/>
                  </a:lnTo>
                  <a:lnTo>
                    <a:pt x="30987" y="12480"/>
                  </a:lnTo>
                  <a:lnTo>
                    <a:pt x="30987" y="12598"/>
                  </a:lnTo>
                  <a:lnTo>
                    <a:pt x="30961" y="12717"/>
                  </a:lnTo>
                  <a:lnTo>
                    <a:pt x="30935" y="12835"/>
                  </a:lnTo>
                  <a:lnTo>
                    <a:pt x="30895" y="12941"/>
                  </a:lnTo>
                  <a:lnTo>
                    <a:pt x="30843" y="13046"/>
                  </a:lnTo>
                  <a:lnTo>
                    <a:pt x="30777" y="13151"/>
                  </a:lnTo>
                  <a:lnTo>
                    <a:pt x="30711" y="13243"/>
                  </a:lnTo>
                  <a:lnTo>
                    <a:pt x="30632" y="13322"/>
                  </a:lnTo>
                  <a:lnTo>
                    <a:pt x="30553" y="13401"/>
                  </a:lnTo>
                  <a:lnTo>
                    <a:pt x="30461" y="13467"/>
                  </a:lnTo>
                  <a:lnTo>
                    <a:pt x="30356" y="13533"/>
                  </a:lnTo>
                  <a:lnTo>
                    <a:pt x="30250" y="13586"/>
                  </a:lnTo>
                  <a:lnTo>
                    <a:pt x="30145" y="13625"/>
                  </a:lnTo>
                  <a:lnTo>
                    <a:pt x="30026" y="13651"/>
                  </a:lnTo>
                  <a:lnTo>
                    <a:pt x="29908" y="13665"/>
                  </a:lnTo>
                  <a:lnTo>
                    <a:pt x="29789" y="13678"/>
                  </a:lnTo>
                  <a:lnTo>
                    <a:pt x="29671" y="13665"/>
                  </a:lnTo>
                  <a:lnTo>
                    <a:pt x="29553" y="13651"/>
                  </a:lnTo>
                  <a:lnTo>
                    <a:pt x="29434" y="13625"/>
                  </a:lnTo>
                  <a:lnTo>
                    <a:pt x="29329" y="13586"/>
                  </a:lnTo>
                  <a:lnTo>
                    <a:pt x="29223" y="13533"/>
                  </a:lnTo>
                  <a:lnTo>
                    <a:pt x="29118" y="13467"/>
                  </a:lnTo>
                  <a:lnTo>
                    <a:pt x="29026" y="13401"/>
                  </a:lnTo>
                  <a:lnTo>
                    <a:pt x="28947" y="13322"/>
                  </a:lnTo>
                  <a:lnTo>
                    <a:pt x="28868" y="13243"/>
                  </a:lnTo>
                  <a:lnTo>
                    <a:pt x="28802" y="13151"/>
                  </a:lnTo>
                  <a:lnTo>
                    <a:pt x="28736" y="13046"/>
                  </a:lnTo>
                  <a:lnTo>
                    <a:pt x="28684" y="12941"/>
                  </a:lnTo>
                  <a:lnTo>
                    <a:pt x="28644" y="12835"/>
                  </a:lnTo>
                  <a:lnTo>
                    <a:pt x="28618" y="12717"/>
                  </a:lnTo>
                  <a:lnTo>
                    <a:pt x="28605" y="12598"/>
                  </a:lnTo>
                  <a:lnTo>
                    <a:pt x="28592" y="12480"/>
                  </a:lnTo>
                  <a:lnTo>
                    <a:pt x="28605" y="12282"/>
                  </a:lnTo>
                  <a:lnTo>
                    <a:pt x="28657" y="12111"/>
                  </a:lnTo>
                  <a:lnTo>
                    <a:pt x="28723" y="11940"/>
                  </a:lnTo>
                  <a:lnTo>
                    <a:pt x="28815" y="11782"/>
                  </a:lnTo>
                  <a:lnTo>
                    <a:pt x="28934" y="11637"/>
                  </a:lnTo>
                  <a:lnTo>
                    <a:pt x="29066" y="11519"/>
                  </a:lnTo>
                  <a:lnTo>
                    <a:pt x="29223" y="11427"/>
                  </a:lnTo>
                  <a:lnTo>
                    <a:pt x="29381" y="11348"/>
                  </a:lnTo>
                  <a:close/>
                  <a:moveTo>
                    <a:pt x="1" y="1"/>
                  </a:moveTo>
                  <a:lnTo>
                    <a:pt x="1" y="1186"/>
                  </a:lnTo>
                  <a:lnTo>
                    <a:pt x="29381" y="1186"/>
                  </a:lnTo>
                  <a:lnTo>
                    <a:pt x="29381" y="10137"/>
                  </a:lnTo>
                  <a:lnTo>
                    <a:pt x="29184" y="10176"/>
                  </a:lnTo>
                  <a:lnTo>
                    <a:pt x="28987" y="10242"/>
                  </a:lnTo>
                  <a:lnTo>
                    <a:pt x="28789" y="10321"/>
                  </a:lnTo>
                  <a:lnTo>
                    <a:pt x="28605" y="10413"/>
                  </a:lnTo>
                  <a:lnTo>
                    <a:pt x="28434" y="10532"/>
                  </a:lnTo>
                  <a:lnTo>
                    <a:pt x="28276" y="10650"/>
                  </a:lnTo>
                  <a:lnTo>
                    <a:pt x="28118" y="10782"/>
                  </a:lnTo>
                  <a:lnTo>
                    <a:pt x="27973" y="10940"/>
                  </a:lnTo>
                  <a:lnTo>
                    <a:pt x="27854" y="11098"/>
                  </a:lnTo>
                  <a:lnTo>
                    <a:pt x="27736" y="11269"/>
                  </a:lnTo>
                  <a:lnTo>
                    <a:pt x="27644" y="11453"/>
                  </a:lnTo>
                  <a:lnTo>
                    <a:pt x="27565" y="11637"/>
                  </a:lnTo>
                  <a:lnTo>
                    <a:pt x="27499" y="11848"/>
                  </a:lnTo>
                  <a:lnTo>
                    <a:pt x="27446" y="12045"/>
                  </a:lnTo>
                  <a:lnTo>
                    <a:pt x="27420" y="12256"/>
                  </a:lnTo>
                  <a:lnTo>
                    <a:pt x="27407" y="12480"/>
                  </a:lnTo>
                  <a:lnTo>
                    <a:pt x="27420" y="12717"/>
                  </a:lnTo>
                  <a:lnTo>
                    <a:pt x="27460" y="12954"/>
                  </a:lnTo>
                  <a:lnTo>
                    <a:pt x="27512" y="13191"/>
                  </a:lnTo>
                  <a:lnTo>
                    <a:pt x="27604" y="13401"/>
                  </a:lnTo>
                  <a:lnTo>
                    <a:pt x="27696" y="13612"/>
                  </a:lnTo>
                  <a:lnTo>
                    <a:pt x="27815" y="13809"/>
                  </a:lnTo>
                  <a:lnTo>
                    <a:pt x="27960" y="13994"/>
                  </a:lnTo>
                  <a:lnTo>
                    <a:pt x="28105" y="14165"/>
                  </a:lnTo>
                  <a:lnTo>
                    <a:pt x="28276" y="14310"/>
                  </a:lnTo>
                  <a:lnTo>
                    <a:pt x="28460" y="14454"/>
                  </a:lnTo>
                  <a:lnTo>
                    <a:pt x="28657" y="14573"/>
                  </a:lnTo>
                  <a:lnTo>
                    <a:pt x="28868" y="14665"/>
                  </a:lnTo>
                  <a:lnTo>
                    <a:pt x="29079" y="14744"/>
                  </a:lnTo>
                  <a:lnTo>
                    <a:pt x="29316" y="14810"/>
                  </a:lnTo>
                  <a:lnTo>
                    <a:pt x="29553" y="14849"/>
                  </a:lnTo>
                  <a:lnTo>
                    <a:pt x="29789" y="14862"/>
                  </a:lnTo>
                  <a:lnTo>
                    <a:pt x="30026" y="14849"/>
                  </a:lnTo>
                  <a:lnTo>
                    <a:pt x="30263" y="14810"/>
                  </a:lnTo>
                  <a:lnTo>
                    <a:pt x="30500" y="14744"/>
                  </a:lnTo>
                  <a:lnTo>
                    <a:pt x="30711" y="14665"/>
                  </a:lnTo>
                  <a:lnTo>
                    <a:pt x="30922" y="14573"/>
                  </a:lnTo>
                  <a:lnTo>
                    <a:pt x="31119" y="14454"/>
                  </a:lnTo>
                  <a:lnTo>
                    <a:pt x="31303" y="14310"/>
                  </a:lnTo>
                  <a:lnTo>
                    <a:pt x="31474" y="14165"/>
                  </a:lnTo>
                  <a:lnTo>
                    <a:pt x="31619" y="13994"/>
                  </a:lnTo>
                  <a:lnTo>
                    <a:pt x="31764" y="13809"/>
                  </a:lnTo>
                  <a:lnTo>
                    <a:pt x="31882" y="13612"/>
                  </a:lnTo>
                  <a:lnTo>
                    <a:pt x="31988" y="13401"/>
                  </a:lnTo>
                  <a:lnTo>
                    <a:pt x="32067" y="13191"/>
                  </a:lnTo>
                  <a:lnTo>
                    <a:pt x="32119" y="12954"/>
                  </a:lnTo>
                  <a:lnTo>
                    <a:pt x="32159" y="12717"/>
                  </a:lnTo>
                  <a:lnTo>
                    <a:pt x="32172" y="12480"/>
                  </a:lnTo>
                  <a:lnTo>
                    <a:pt x="32159" y="12282"/>
                  </a:lnTo>
                  <a:lnTo>
                    <a:pt x="32133" y="12098"/>
                  </a:lnTo>
                  <a:lnTo>
                    <a:pt x="32106" y="11914"/>
                  </a:lnTo>
                  <a:lnTo>
                    <a:pt x="32054" y="11729"/>
                  </a:lnTo>
                  <a:lnTo>
                    <a:pt x="31988" y="11558"/>
                  </a:lnTo>
                  <a:lnTo>
                    <a:pt x="31909" y="11400"/>
                  </a:lnTo>
                  <a:lnTo>
                    <a:pt x="31817" y="11242"/>
                  </a:lnTo>
                  <a:lnTo>
                    <a:pt x="31711" y="11084"/>
                  </a:lnTo>
                  <a:lnTo>
                    <a:pt x="31606" y="10940"/>
                  </a:lnTo>
                  <a:lnTo>
                    <a:pt x="31488" y="10808"/>
                  </a:lnTo>
                  <a:lnTo>
                    <a:pt x="31356" y="10690"/>
                  </a:lnTo>
                  <a:lnTo>
                    <a:pt x="31211" y="10571"/>
                  </a:lnTo>
                  <a:lnTo>
                    <a:pt x="31066" y="10466"/>
                  </a:lnTo>
                  <a:lnTo>
                    <a:pt x="30908" y="10374"/>
                  </a:lnTo>
                  <a:lnTo>
                    <a:pt x="30737" y="10295"/>
                  </a:lnTo>
                  <a:lnTo>
                    <a:pt x="30566" y="10229"/>
                  </a:lnTo>
                  <a:lnTo>
                    <a:pt x="30566"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841;p24">
              <a:extLst>
                <a:ext uri="{FF2B5EF4-FFF2-40B4-BE49-F238E27FC236}">
                  <a16:creationId xmlns:a16="http://schemas.microsoft.com/office/drawing/2014/main" id="{FAFE72B3-571D-1DC7-B7DA-F65C9FBB1AEF}"/>
                </a:ext>
              </a:extLst>
            </p:cNvPr>
            <p:cNvSpPr/>
            <p:nvPr/>
          </p:nvSpPr>
          <p:spPr>
            <a:xfrm>
              <a:off x="2061550" y="2526250"/>
              <a:ext cx="216900" cy="675650"/>
            </a:xfrm>
            <a:custGeom>
              <a:avLst/>
              <a:gdLst/>
              <a:ahLst/>
              <a:cxnLst/>
              <a:rect l="l" t="t" r="r" b="b"/>
              <a:pathLst>
                <a:path w="8676" h="27026" extrusionOk="0">
                  <a:moveTo>
                    <a:pt x="6424" y="1186"/>
                  </a:moveTo>
                  <a:lnTo>
                    <a:pt x="6543" y="1212"/>
                  </a:lnTo>
                  <a:lnTo>
                    <a:pt x="6661" y="1238"/>
                  </a:lnTo>
                  <a:lnTo>
                    <a:pt x="6766" y="1278"/>
                  </a:lnTo>
                  <a:lnTo>
                    <a:pt x="6872" y="1330"/>
                  </a:lnTo>
                  <a:lnTo>
                    <a:pt x="6964" y="1383"/>
                  </a:lnTo>
                  <a:lnTo>
                    <a:pt x="7056" y="1449"/>
                  </a:lnTo>
                  <a:lnTo>
                    <a:pt x="7148" y="1528"/>
                  </a:lnTo>
                  <a:lnTo>
                    <a:pt x="7227" y="1620"/>
                  </a:lnTo>
                  <a:lnTo>
                    <a:pt x="7293" y="1712"/>
                  </a:lnTo>
                  <a:lnTo>
                    <a:pt x="7359" y="1804"/>
                  </a:lnTo>
                  <a:lnTo>
                    <a:pt x="7398" y="1910"/>
                  </a:lnTo>
                  <a:lnTo>
                    <a:pt x="7438" y="2028"/>
                  </a:lnTo>
                  <a:lnTo>
                    <a:pt x="7477" y="2133"/>
                  </a:lnTo>
                  <a:lnTo>
                    <a:pt x="7490" y="2252"/>
                  </a:lnTo>
                  <a:lnTo>
                    <a:pt x="7504" y="2384"/>
                  </a:lnTo>
                  <a:lnTo>
                    <a:pt x="7490" y="2502"/>
                  </a:lnTo>
                  <a:lnTo>
                    <a:pt x="7477" y="2620"/>
                  </a:lnTo>
                  <a:lnTo>
                    <a:pt x="7438" y="2739"/>
                  </a:lnTo>
                  <a:lnTo>
                    <a:pt x="7398" y="2844"/>
                  </a:lnTo>
                  <a:lnTo>
                    <a:pt x="7359" y="2950"/>
                  </a:lnTo>
                  <a:lnTo>
                    <a:pt x="7293" y="3042"/>
                  </a:lnTo>
                  <a:lnTo>
                    <a:pt x="7227" y="3134"/>
                  </a:lnTo>
                  <a:lnTo>
                    <a:pt x="7148" y="3226"/>
                  </a:lnTo>
                  <a:lnTo>
                    <a:pt x="7056" y="3305"/>
                  </a:lnTo>
                  <a:lnTo>
                    <a:pt x="6964" y="3371"/>
                  </a:lnTo>
                  <a:lnTo>
                    <a:pt x="6872" y="3437"/>
                  </a:lnTo>
                  <a:lnTo>
                    <a:pt x="6766" y="3476"/>
                  </a:lnTo>
                  <a:lnTo>
                    <a:pt x="6661" y="3516"/>
                  </a:lnTo>
                  <a:lnTo>
                    <a:pt x="6543" y="3555"/>
                  </a:lnTo>
                  <a:lnTo>
                    <a:pt x="6424" y="3568"/>
                  </a:lnTo>
                  <a:lnTo>
                    <a:pt x="6306" y="3581"/>
                  </a:lnTo>
                  <a:lnTo>
                    <a:pt x="6174" y="3568"/>
                  </a:lnTo>
                  <a:lnTo>
                    <a:pt x="6056" y="3555"/>
                  </a:lnTo>
                  <a:lnTo>
                    <a:pt x="5950" y="3516"/>
                  </a:lnTo>
                  <a:lnTo>
                    <a:pt x="5832" y="3476"/>
                  </a:lnTo>
                  <a:lnTo>
                    <a:pt x="5727" y="3437"/>
                  </a:lnTo>
                  <a:lnTo>
                    <a:pt x="5634" y="3371"/>
                  </a:lnTo>
                  <a:lnTo>
                    <a:pt x="5542" y="3305"/>
                  </a:lnTo>
                  <a:lnTo>
                    <a:pt x="5450" y="3226"/>
                  </a:lnTo>
                  <a:lnTo>
                    <a:pt x="5371" y="3134"/>
                  </a:lnTo>
                  <a:lnTo>
                    <a:pt x="5305" y="3042"/>
                  </a:lnTo>
                  <a:lnTo>
                    <a:pt x="5253" y="2950"/>
                  </a:lnTo>
                  <a:lnTo>
                    <a:pt x="5200" y="2844"/>
                  </a:lnTo>
                  <a:lnTo>
                    <a:pt x="5161" y="2739"/>
                  </a:lnTo>
                  <a:lnTo>
                    <a:pt x="5121" y="2620"/>
                  </a:lnTo>
                  <a:lnTo>
                    <a:pt x="5108" y="2502"/>
                  </a:lnTo>
                  <a:lnTo>
                    <a:pt x="5108" y="2384"/>
                  </a:lnTo>
                  <a:lnTo>
                    <a:pt x="5108" y="2252"/>
                  </a:lnTo>
                  <a:lnTo>
                    <a:pt x="5121" y="2133"/>
                  </a:lnTo>
                  <a:lnTo>
                    <a:pt x="5161" y="2028"/>
                  </a:lnTo>
                  <a:lnTo>
                    <a:pt x="5200" y="1910"/>
                  </a:lnTo>
                  <a:lnTo>
                    <a:pt x="5253" y="1804"/>
                  </a:lnTo>
                  <a:lnTo>
                    <a:pt x="5305" y="1712"/>
                  </a:lnTo>
                  <a:lnTo>
                    <a:pt x="5371" y="1620"/>
                  </a:lnTo>
                  <a:lnTo>
                    <a:pt x="5450" y="1528"/>
                  </a:lnTo>
                  <a:lnTo>
                    <a:pt x="5542" y="1449"/>
                  </a:lnTo>
                  <a:lnTo>
                    <a:pt x="5634" y="1383"/>
                  </a:lnTo>
                  <a:lnTo>
                    <a:pt x="5727" y="1330"/>
                  </a:lnTo>
                  <a:lnTo>
                    <a:pt x="5832" y="1278"/>
                  </a:lnTo>
                  <a:lnTo>
                    <a:pt x="5950" y="1238"/>
                  </a:lnTo>
                  <a:lnTo>
                    <a:pt x="6056" y="1212"/>
                  </a:lnTo>
                  <a:lnTo>
                    <a:pt x="6174" y="1186"/>
                  </a:lnTo>
                  <a:close/>
                  <a:moveTo>
                    <a:pt x="6306" y="1"/>
                  </a:moveTo>
                  <a:lnTo>
                    <a:pt x="6056" y="14"/>
                  </a:lnTo>
                  <a:lnTo>
                    <a:pt x="5819" y="54"/>
                  </a:lnTo>
                  <a:lnTo>
                    <a:pt x="5595" y="106"/>
                  </a:lnTo>
                  <a:lnTo>
                    <a:pt x="5371" y="185"/>
                  </a:lnTo>
                  <a:lnTo>
                    <a:pt x="5174" y="291"/>
                  </a:lnTo>
                  <a:lnTo>
                    <a:pt x="4976" y="409"/>
                  </a:lnTo>
                  <a:lnTo>
                    <a:pt x="4792" y="541"/>
                  </a:lnTo>
                  <a:lnTo>
                    <a:pt x="4621" y="699"/>
                  </a:lnTo>
                  <a:lnTo>
                    <a:pt x="4463" y="870"/>
                  </a:lnTo>
                  <a:lnTo>
                    <a:pt x="4331" y="1054"/>
                  </a:lnTo>
                  <a:lnTo>
                    <a:pt x="4213" y="1251"/>
                  </a:lnTo>
                  <a:lnTo>
                    <a:pt x="4107" y="1449"/>
                  </a:lnTo>
                  <a:lnTo>
                    <a:pt x="4028" y="1673"/>
                  </a:lnTo>
                  <a:lnTo>
                    <a:pt x="3976" y="1896"/>
                  </a:lnTo>
                  <a:lnTo>
                    <a:pt x="3936" y="2133"/>
                  </a:lnTo>
                  <a:lnTo>
                    <a:pt x="3923" y="2384"/>
                  </a:lnTo>
                  <a:lnTo>
                    <a:pt x="3936" y="2581"/>
                  </a:lnTo>
                  <a:lnTo>
                    <a:pt x="3963" y="2778"/>
                  </a:lnTo>
                  <a:lnTo>
                    <a:pt x="4002" y="2976"/>
                  </a:lnTo>
                  <a:lnTo>
                    <a:pt x="4055" y="3173"/>
                  </a:lnTo>
                  <a:lnTo>
                    <a:pt x="4134" y="3344"/>
                  </a:lnTo>
                  <a:lnTo>
                    <a:pt x="4213" y="3529"/>
                  </a:lnTo>
                  <a:lnTo>
                    <a:pt x="4318" y="3687"/>
                  </a:lnTo>
                  <a:lnTo>
                    <a:pt x="4437" y="3845"/>
                  </a:lnTo>
                  <a:lnTo>
                    <a:pt x="4555" y="3989"/>
                  </a:lnTo>
                  <a:lnTo>
                    <a:pt x="4687" y="4134"/>
                  </a:lnTo>
                  <a:lnTo>
                    <a:pt x="4845" y="4253"/>
                  </a:lnTo>
                  <a:lnTo>
                    <a:pt x="5003" y="4371"/>
                  </a:lnTo>
                  <a:lnTo>
                    <a:pt x="5161" y="4463"/>
                  </a:lnTo>
                  <a:lnTo>
                    <a:pt x="5332" y="4556"/>
                  </a:lnTo>
                  <a:lnTo>
                    <a:pt x="5516" y="4621"/>
                  </a:lnTo>
                  <a:lnTo>
                    <a:pt x="5713" y="4687"/>
                  </a:lnTo>
                  <a:lnTo>
                    <a:pt x="5713" y="25841"/>
                  </a:lnTo>
                  <a:lnTo>
                    <a:pt x="0" y="25841"/>
                  </a:lnTo>
                  <a:lnTo>
                    <a:pt x="0" y="27026"/>
                  </a:lnTo>
                  <a:lnTo>
                    <a:pt x="6885" y="27026"/>
                  </a:lnTo>
                  <a:lnTo>
                    <a:pt x="6885" y="4687"/>
                  </a:lnTo>
                  <a:lnTo>
                    <a:pt x="7082" y="4621"/>
                  </a:lnTo>
                  <a:lnTo>
                    <a:pt x="7267" y="4556"/>
                  </a:lnTo>
                  <a:lnTo>
                    <a:pt x="7438" y="4463"/>
                  </a:lnTo>
                  <a:lnTo>
                    <a:pt x="7609" y="4371"/>
                  </a:lnTo>
                  <a:lnTo>
                    <a:pt x="7767" y="4253"/>
                  </a:lnTo>
                  <a:lnTo>
                    <a:pt x="7912" y="4134"/>
                  </a:lnTo>
                  <a:lnTo>
                    <a:pt x="8043" y="3989"/>
                  </a:lnTo>
                  <a:lnTo>
                    <a:pt x="8175" y="3845"/>
                  </a:lnTo>
                  <a:lnTo>
                    <a:pt x="8280" y="3687"/>
                  </a:lnTo>
                  <a:lnTo>
                    <a:pt x="8386" y="3529"/>
                  </a:lnTo>
                  <a:lnTo>
                    <a:pt x="8465" y="3344"/>
                  </a:lnTo>
                  <a:lnTo>
                    <a:pt x="8544" y="3173"/>
                  </a:lnTo>
                  <a:lnTo>
                    <a:pt x="8596" y="2976"/>
                  </a:lnTo>
                  <a:lnTo>
                    <a:pt x="8649" y="2778"/>
                  </a:lnTo>
                  <a:lnTo>
                    <a:pt x="8675" y="2581"/>
                  </a:lnTo>
                  <a:lnTo>
                    <a:pt x="8675" y="2384"/>
                  </a:lnTo>
                  <a:lnTo>
                    <a:pt x="8662" y="2133"/>
                  </a:lnTo>
                  <a:lnTo>
                    <a:pt x="8636" y="1896"/>
                  </a:lnTo>
                  <a:lnTo>
                    <a:pt x="8570" y="1673"/>
                  </a:lnTo>
                  <a:lnTo>
                    <a:pt x="8491" y="1449"/>
                  </a:lnTo>
                  <a:lnTo>
                    <a:pt x="8386" y="1251"/>
                  </a:lnTo>
                  <a:lnTo>
                    <a:pt x="8267" y="1054"/>
                  </a:lnTo>
                  <a:lnTo>
                    <a:pt x="8135" y="870"/>
                  </a:lnTo>
                  <a:lnTo>
                    <a:pt x="7977" y="699"/>
                  </a:lnTo>
                  <a:lnTo>
                    <a:pt x="7806" y="541"/>
                  </a:lnTo>
                  <a:lnTo>
                    <a:pt x="7635" y="409"/>
                  </a:lnTo>
                  <a:lnTo>
                    <a:pt x="7438" y="291"/>
                  </a:lnTo>
                  <a:lnTo>
                    <a:pt x="7227" y="185"/>
                  </a:lnTo>
                  <a:lnTo>
                    <a:pt x="7003" y="106"/>
                  </a:lnTo>
                  <a:lnTo>
                    <a:pt x="6780" y="54"/>
                  </a:lnTo>
                  <a:lnTo>
                    <a:pt x="6543" y="14"/>
                  </a:lnTo>
                  <a:lnTo>
                    <a:pt x="6306"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842;p24">
              <a:extLst>
                <a:ext uri="{FF2B5EF4-FFF2-40B4-BE49-F238E27FC236}">
                  <a16:creationId xmlns:a16="http://schemas.microsoft.com/office/drawing/2014/main" id="{487A36F1-9382-2040-853E-600C4F8CFB09}"/>
                </a:ext>
              </a:extLst>
            </p:cNvPr>
            <p:cNvSpPr/>
            <p:nvPr/>
          </p:nvSpPr>
          <p:spPr>
            <a:xfrm>
              <a:off x="2061550" y="2682575"/>
              <a:ext cx="331750" cy="621350"/>
            </a:xfrm>
            <a:custGeom>
              <a:avLst/>
              <a:gdLst/>
              <a:ahLst/>
              <a:cxnLst/>
              <a:rect l="l" t="t" r="r" b="b"/>
              <a:pathLst>
                <a:path w="13270" h="24854" extrusionOk="0">
                  <a:moveTo>
                    <a:pt x="10887" y="1172"/>
                  </a:moveTo>
                  <a:lnTo>
                    <a:pt x="11005" y="1185"/>
                  </a:lnTo>
                  <a:lnTo>
                    <a:pt x="11124" y="1198"/>
                  </a:lnTo>
                  <a:lnTo>
                    <a:pt x="11242" y="1225"/>
                  </a:lnTo>
                  <a:lnTo>
                    <a:pt x="11347" y="1277"/>
                  </a:lnTo>
                  <a:lnTo>
                    <a:pt x="11453" y="1317"/>
                  </a:lnTo>
                  <a:lnTo>
                    <a:pt x="11558" y="1383"/>
                  </a:lnTo>
                  <a:lnTo>
                    <a:pt x="11650" y="1449"/>
                  </a:lnTo>
                  <a:lnTo>
                    <a:pt x="11729" y="1528"/>
                  </a:lnTo>
                  <a:lnTo>
                    <a:pt x="11808" y="1620"/>
                  </a:lnTo>
                  <a:lnTo>
                    <a:pt x="11874" y="1712"/>
                  </a:lnTo>
                  <a:lnTo>
                    <a:pt x="11940" y="1804"/>
                  </a:lnTo>
                  <a:lnTo>
                    <a:pt x="11992" y="1909"/>
                  </a:lnTo>
                  <a:lnTo>
                    <a:pt x="12032" y="2015"/>
                  </a:lnTo>
                  <a:lnTo>
                    <a:pt x="12058" y="2133"/>
                  </a:lnTo>
                  <a:lnTo>
                    <a:pt x="12071" y="2252"/>
                  </a:lnTo>
                  <a:lnTo>
                    <a:pt x="12084" y="2370"/>
                  </a:lnTo>
                  <a:lnTo>
                    <a:pt x="12084" y="2475"/>
                  </a:lnTo>
                  <a:lnTo>
                    <a:pt x="12071" y="2581"/>
                  </a:lnTo>
                  <a:lnTo>
                    <a:pt x="12045" y="2673"/>
                  </a:lnTo>
                  <a:lnTo>
                    <a:pt x="12019" y="2765"/>
                  </a:lnTo>
                  <a:lnTo>
                    <a:pt x="11979" y="2857"/>
                  </a:lnTo>
                  <a:lnTo>
                    <a:pt x="11940" y="2949"/>
                  </a:lnTo>
                  <a:lnTo>
                    <a:pt x="11834" y="3107"/>
                  </a:lnTo>
                  <a:lnTo>
                    <a:pt x="11703" y="3252"/>
                  </a:lnTo>
                  <a:lnTo>
                    <a:pt x="11545" y="3370"/>
                  </a:lnTo>
                  <a:lnTo>
                    <a:pt x="11466" y="3423"/>
                  </a:lnTo>
                  <a:lnTo>
                    <a:pt x="11374" y="3463"/>
                  </a:lnTo>
                  <a:lnTo>
                    <a:pt x="11282" y="3502"/>
                  </a:lnTo>
                  <a:lnTo>
                    <a:pt x="11189" y="3528"/>
                  </a:lnTo>
                  <a:lnTo>
                    <a:pt x="10584" y="3528"/>
                  </a:lnTo>
                  <a:lnTo>
                    <a:pt x="10492" y="3502"/>
                  </a:lnTo>
                  <a:lnTo>
                    <a:pt x="10400" y="3463"/>
                  </a:lnTo>
                  <a:lnTo>
                    <a:pt x="10307" y="3423"/>
                  </a:lnTo>
                  <a:lnTo>
                    <a:pt x="10228" y="3370"/>
                  </a:lnTo>
                  <a:lnTo>
                    <a:pt x="10070" y="3252"/>
                  </a:lnTo>
                  <a:lnTo>
                    <a:pt x="9939" y="3107"/>
                  </a:lnTo>
                  <a:lnTo>
                    <a:pt x="9834" y="2949"/>
                  </a:lnTo>
                  <a:lnTo>
                    <a:pt x="9794" y="2857"/>
                  </a:lnTo>
                  <a:lnTo>
                    <a:pt x="9755" y="2765"/>
                  </a:lnTo>
                  <a:lnTo>
                    <a:pt x="9728" y="2673"/>
                  </a:lnTo>
                  <a:lnTo>
                    <a:pt x="9702" y="2581"/>
                  </a:lnTo>
                  <a:lnTo>
                    <a:pt x="9689" y="2475"/>
                  </a:lnTo>
                  <a:lnTo>
                    <a:pt x="9689" y="2370"/>
                  </a:lnTo>
                  <a:lnTo>
                    <a:pt x="9702" y="2252"/>
                  </a:lnTo>
                  <a:lnTo>
                    <a:pt x="9715" y="2133"/>
                  </a:lnTo>
                  <a:lnTo>
                    <a:pt x="9741" y="2015"/>
                  </a:lnTo>
                  <a:lnTo>
                    <a:pt x="9781" y="1909"/>
                  </a:lnTo>
                  <a:lnTo>
                    <a:pt x="9834" y="1804"/>
                  </a:lnTo>
                  <a:lnTo>
                    <a:pt x="9899" y="1712"/>
                  </a:lnTo>
                  <a:lnTo>
                    <a:pt x="9965" y="1620"/>
                  </a:lnTo>
                  <a:lnTo>
                    <a:pt x="10044" y="1528"/>
                  </a:lnTo>
                  <a:lnTo>
                    <a:pt x="10123" y="1449"/>
                  </a:lnTo>
                  <a:lnTo>
                    <a:pt x="10215" y="1383"/>
                  </a:lnTo>
                  <a:lnTo>
                    <a:pt x="10321" y="1317"/>
                  </a:lnTo>
                  <a:lnTo>
                    <a:pt x="10426" y="1277"/>
                  </a:lnTo>
                  <a:lnTo>
                    <a:pt x="10531" y="1225"/>
                  </a:lnTo>
                  <a:lnTo>
                    <a:pt x="10650" y="1198"/>
                  </a:lnTo>
                  <a:lnTo>
                    <a:pt x="10768" y="1185"/>
                  </a:lnTo>
                  <a:lnTo>
                    <a:pt x="10887" y="1172"/>
                  </a:lnTo>
                  <a:close/>
                  <a:moveTo>
                    <a:pt x="10887" y="1"/>
                  </a:moveTo>
                  <a:lnTo>
                    <a:pt x="10650" y="14"/>
                  </a:lnTo>
                  <a:lnTo>
                    <a:pt x="10413" y="40"/>
                  </a:lnTo>
                  <a:lnTo>
                    <a:pt x="10176" y="106"/>
                  </a:lnTo>
                  <a:lnTo>
                    <a:pt x="9965" y="185"/>
                  </a:lnTo>
                  <a:lnTo>
                    <a:pt x="9755" y="277"/>
                  </a:lnTo>
                  <a:lnTo>
                    <a:pt x="9557" y="409"/>
                  </a:lnTo>
                  <a:lnTo>
                    <a:pt x="9373" y="540"/>
                  </a:lnTo>
                  <a:lnTo>
                    <a:pt x="9202" y="698"/>
                  </a:lnTo>
                  <a:lnTo>
                    <a:pt x="9057" y="856"/>
                  </a:lnTo>
                  <a:lnTo>
                    <a:pt x="8912" y="1041"/>
                  </a:lnTo>
                  <a:lnTo>
                    <a:pt x="8794" y="1238"/>
                  </a:lnTo>
                  <a:lnTo>
                    <a:pt x="8701" y="1449"/>
                  </a:lnTo>
                  <a:lnTo>
                    <a:pt x="8609" y="1672"/>
                  </a:lnTo>
                  <a:lnTo>
                    <a:pt x="8557" y="1896"/>
                  </a:lnTo>
                  <a:lnTo>
                    <a:pt x="8517" y="2133"/>
                  </a:lnTo>
                  <a:lnTo>
                    <a:pt x="8504" y="2370"/>
                  </a:lnTo>
                  <a:lnTo>
                    <a:pt x="8517" y="2581"/>
                  </a:lnTo>
                  <a:lnTo>
                    <a:pt x="8544" y="2778"/>
                  </a:lnTo>
                  <a:lnTo>
                    <a:pt x="8583" y="2976"/>
                  </a:lnTo>
                  <a:lnTo>
                    <a:pt x="8649" y="3160"/>
                  </a:lnTo>
                  <a:lnTo>
                    <a:pt x="8715" y="3344"/>
                  </a:lnTo>
                  <a:lnTo>
                    <a:pt x="8807" y="3515"/>
                  </a:lnTo>
                  <a:lnTo>
                    <a:pt x="8899" y="3686"/>
                  </a:lnTo>
                  <a:lnTo>
                    <a:pt x="9017" y="3844"/>
                  </a:lnTo>
                  <a:lnTo>
                    <a:pt x="9136" y="3989"/>
                  </a:lnTo>
                  <a:lnTo>
                    <a:pt x="9281" y="4121"/>
                  </a:lnTo>
                  <a:lnTo>
                    <a:pt x="9425" y="4252"/>
                  </a:lnTo>
                  <a:lnTo>
                    <a:pt x="9583" y="4358"/>
                  </a:lnTo>
                  <a:lnTo>
                    <a:pt x="9755" y="4463"/>
                  </a:lnTo>
                  <a:lnTo>
                    <a:pt x="9926" y="4555"/>
                  </a:lnTo>
                  <a:lnTo>
                    <a:pt x="10110" y="4621"/>
                  </a:lnTo>
                  <a:lnTo>
                    <a:pt x="10294" y="4674"/>
                  </a:lnTo>
                  <a:lnTo>
                    <a:pt x="10294" y="23682"/>
                  </a:lnTo>
                  <a:lnTo>
                    <a:pt x="0" y="23682"/>
                  </a:lnTo>
                  <a:lnTo>
                    <a:pt x="0" y="24853"/>
                  </a:lnTo>
                  <a:lnTo>
                    <a:pt x="11479" y="24853"/>
                  </a:lnTo>
                  <a:lnTo>
                    <a:pt x="11479" y="4674"/>
                  </a:lnTo>
                  <a:lnTo>
                    <a:pt x="11663" y="4621"/>
                  </a:lnTo>
                  <a:lnTo>
                    <a:pt x="11848" y="4555"/>
                  </a:lnTo>
                  <a:lnTo>
                    <a:pt x="12019" y="4463"/>
                  </a:lnTo>
                  <a:lnTo>
                    <a:pt x="12190" y="4358"/>
                  </a:lnTo>
                  <a:lnTo>
                    <a:pt x="12348" y="4252"/>
                  </a:lnTo>
                  <a:lnTo>
                    <a:pt x="12493" y="4121"/>
                  </a:lnTo>
                  <a:lnTo>
                    <a:pt x="12637" y="3989"/>
                  </a:lnTo>
                  <a:lnTo>
                    <a:pt x="12756" y="3844"/>
                  </a:lnTo>
                  <a:lnTo>
                    <a:pt x="12874" y="3686"/>
                  </a:lnTo>
                  <a:lnTo>
                    <a:pt x="12966" y="3515"/>
                  </a:lnTo>
                  <a:lnTo>
                    <a:pt x="13059" y="3344"/>
                  </a:lnTo>
                  <a:lnTo>
                    <a:pt x="13124" y="3160"/>
                  </a:lnTo>
                  <a:lnTo>
                    <a:pt x="13190" y="2976"/>
                  </a:lnTo>
                  <a:lnTo>
                    <a:pt x="13230" y="2778"/>
                  </a:lnTo>
                  <a:lnTo>
                    <a:pt x="13256" y="2581"/>
                  </a:lnTo>
                  <a:lnTo>
                    <a:pt x="13269" y="2370"/>
                  </a:lnTo>
                  <a:lnTo>
                    <a:pt x="13256" y="2133"/>
                  </a:lnTo>
                  <a:lnTo>
                    <a:pt x="13217" y="1896"/>
                  </a:lnTo>
                  <a:lnTo>
                    <a:pt x="13164" y="1672"/>
                  </a:lnTo>
                  <a:lnTo>
                    <a:pt x="13072" y="1449"/>
                  </a:lnTo>
                  <a:lnTo>
                    <a:pt x="12980" y="1238"/>
                  </a:lnTo>
                  <a:lnTo>
                    <a:pt x="12861" y="1041"/>
                  </a:lnTo>
                  <a:lnTo>
                    <a:pt x="12716" y="856"/>
                  </a:lnTo>
                  <a:lnTo>
                    <a:pt x="12572" y="698"/>
                  </a:lnTo>
                  <a:lnTo>
                    <a:pt x="12400" y="540"/>
                  </a:lnTo>
                  <a:lnTo>
                    <a:pt x="12216" y="409"/>
                  </a:lnTo>
                  <a:lnTo>
                    <a:pt x="12019" y="277"/>
                  </a:lnTo>
                  <a:lnTo>
                    <a:pt x="11808" y="185"/>
                  </a:lnTo>
                  <a:lnTo>
                    <a:pt x="11597" y="106"/>
                  </a:lnTo>
                  <a:lnTo>
                    <a:pt x="11361" y="40"/>
                  </a:lnTo>
                  <a:lnTo>
                    <a:pt x="11124" y="14"/>
                  </a:lnTo>
                  <a:lnTo>
                    <a:pt x="10887"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843;p24">
              <a:extLst>
                <a:ext uri="{FF2B5EF4-FFF2-40B4-BE49-F238E27FC236}">
                  <a16:creationId xmlns:a16="http://schemas.microsoft.com/office/drawing/2014/main" id="{5E2C61EE-7D01-494C-6F8F-98BD7C9FFF69}"/>
                </a:ext>
              </a:extLst>
            </p:cNvPr>
            <p:cNvSpPr/>
            <p:nvPr/>
          </p:nvSpPr>
          <p:spPr>
            <a:xfrm>
              <a:off x="2061550" y="2426550"/>
              <a:ext cx="561775" cy="257700"/>
            </a:xfrm>
            <a:custGeom>
              <a:avLst/>
              <a:gdLst/>
              <a:ahLst/>
              <a:cxnLst/>
              <a:rect l="l" t="t" r="r" b="b"/>
              <a:pathLst>
                <a:path w="22471" h="10308" extrusionOk="0">
                  <a:moveTo>
                    <a:pt x="20220" y="6727"/>
                  </a:moveTo>
                  <a:lnTo>
                    <a:pt x="20338" y="6753"/>
                  </a:lnTo>
                  <a:lnTo>
                    <a:pt x="20443" y="6780"/>
                  </a:lnTo>
                  <a:lnTo>
                    <a:pt x="20562" y="6819"/>
                  </a:lnTo>
                  <a:lnTo>
                    <a:pt x="20667" y="6872"/>
                  </a:lnTo>
                  <a:lnTo>
                    <a:pt x="20759" y="6924"/>
                  </a:lnTo>
                  <a:lnTo>
                    <a:pt x="20851" y="7003"/>
                  </a:lnTo>
                  <a:lnTo>
                    <a:pt x="20944" y="7082"/>
                  </a:lnTo>
                  <a:lnTo>
                    <a:pt x="21023" y="7161"/>
                  </a:lnTo>
                  <a:lnTo>
                    <a:pt x="21088" y="7253"/>
                  </a:lnTo>
                  <a:lnTo>
                    <a:pt x="21141" y="7359"/>
                  </a:lnTo>
                  <a:lnTo>
                    <a:pt x="21194" y="7464"/>
                  </a:lnTo>
                  <a:lnTo>
                    <a:pt x="21233" y="7569"/>
                  </a:lnTo>
                  <a:lnTo>
                    <a:pt x="21259" y="7688"/>
                  </a:lnTo>
                  <a:lnTo>
                    <a:pt x="21286" y="7806"/>
                  </a:lnTo>
                  <a:lnTo>
                    <a:pt x="21286" y="7925"/>
                  </a:lnTo>
                  <a:lnTo>
                    <a:pt x="21286" y="8043"/>
                  </a:lnTo>
                  <a:lnTo>
                    <a:pt x="21259" y="8162"/>
                  </a:lnTo>
                  <a:lnTo>
                    <a:pt x="21233" y="8280"/>
                  </a:lnTo>
                  <a:lnTo>
                    <a:pt x="21194" y="8386"/>
                  </a:lnTo>
                  <a:lnTo>
                    <a:pt x="21141" y="8491"/>
                  </a:lnTo>
                  <a:lnTo>
                    <a:pt x="21088" y="8596"/>
                  </a:lnTo>
                  <a:lnTo>
                    <a:pt x="21023" y="8688"/>
                  </a:lnTo>
                  <a:lnTo>
                    <a:pt x="20944" y="8767"/>
                  </a:lnTo>
                  <a:lnTo>
                    <a:pt x="20851" y="8846"/>
                  </a:lnTo>
                  <a:lnTo>
                    <a:pt x="20759" y="8912"/>
                  </a:lnTo>
                  <a:lnTo>
                    <a:pt x="20667" y="8978"/>
                  </a:lnTo>
                  <a:lnTo>
                    <a:pt x="20562" y="9031"/>
                  </a:lnTo>
                  <a:lnTo>
                    <a:pt x="20443" y="9070"/>
                  </a:lnTo>
                  <a:lnTo>
                    <a:pt x="20338" y="9096"/>
                  </a:lnTo>
                  <a:lnTo>
                    <a:pt x="20220" y="9110"/>
                  </a:lnTo>
                  <a:lnTo>
                    <a:pt x="20088" y="9123"/>
                  </a:lnTo>
                  <a:lnTo>
                    <a:pt x="19969" y="9110"/>
                  </a:lnTo>
                  <a:lnTo>
                    <a:pt x="19851" y="9096"/>
                  </a:lnTo>
                  <a:lnTo>
                    <a:pt x="19732" y="9070"/>
                  </a:lnTo>
                  <a:lnTo>
                    <a:pt x="19627" y="9031"/>
                  </a:lnTo>
                  <a:lnTo>
                    <a:pt x="19522" y="8978"/>
                  </a:lnTo>
                  <a:lnTo>
                    <a:pt x="19430" y="8912"/>
                  </a:lnTo>
                  <a:lnTo>
                    <a:pt x="19338" y="8846"/>
                  </a:lnTo>
                  <a:lnTo>
                    <a:pt x="19245" y="8767"/>
                  </a:lnTo>
                  <a:lnTo>
                    <a:pt x="19166" y="8688"/>
                  </a:lnTo>
                  <a:lnTo>
                    <a:pt x="19101" y="8596"/>
                  </a:lnTo>
                  <a:lnTo>
                    <a:pt x="19035" y="8491"/>
                  </a:lnTo>
                  <a:lnTo>
                    <a:pt x="18995" y="8386"/>
                  </a:lnTo>
                  <a:lnTo>
                    <a:pt x="18943" y="8280"/>
                  </a:lnTo>
                  <a:lnTo>
                    <a:pt x="18916" y="8162"/>
                  </a:lnTo>
                  <a:lnTo>
                    <a:pt x="18903" y="8043"/>
                  </a:lnTo>
                  <a:lnTo>
                    <a:pt x="18890" y="7925"/>
                  </a:lnTo>
                  <a:lnTo>
                    <a:pt x="18903" y="7806"/>
                  </a:lnTo>
                  <a:lnTo>
                    <a:pt x="18916" y="7688"/>
                  </a:lnTo>
                  <a:lnTo>
                    <a:pt x="18943" y="7569"/>
                  </a:lnTo>
                  <a:lnTo>
                    <a:pt x="18995" y="7464"/>
                  </a:lnTo>
                  <a:lnTo>
                    <a:pt x="19035" y="7359"/>
                  </a:lnTo>
                  <a:lnTo>
                    <a:pt x="19101" y="7253"/>
                  </a:lnTo>
                  <a:lnTo>
                    <a:pt x="19166" y="7161"/>
                  </a:lnTo>
                  <a:lnTo>
                    <a:pt x="19245" y="7082"/>
                  </a:lnTo>
                  <a:lnTo>
                    <a:pt x="19338" y="7003"/>
                  </a:lnTo>
                  <a:lnTo>
                    <a:pt x="19430" y="6924"/>
                  </a:lnTo>
                  <a:lnTo>
                    <a:pt x="19522" y="6872"/>
                  </a:lnTo>
                  <a:lnTo>
                    <a:pt x="19627" y="6819"/>
                  </a:lnTo>
                  <a:lnTo>
                    <a:pt x="19732" y="6780"/>
                  </a:lnTo>
                  <a:lnTo>
                    <a:pt x="19851" y="6753"/>
                  </a:lnTo>
                  <a:lnTo>
                    <a:pt x="19969" y="6727"/>
                  </a:lnTo>
                  <a:close/>
                  <a:moveTo>
                    <a:pt x="0" y="0"/>
                  </a:moveTo>
                  <a:lnTo>
                    <a:pt x="0" y="1185"/>
                  </a:lnTo>
                  <a:lnTo>
                    <a:pt x="19496" y="1185"/>
                  </a:lnTo>
                  <a:lnTo>
                    <a:pt x="19496" y="5621"/>
                  </a:lnTo>
                  <a:lnTo>
                    <a:pt x="19311" y="5674"/>
                  </a:lnTo>
                  <a:lnTo>
                    <a:pt x="19127" y="5753"/>
                  </a:lnTo>
                  <a:lnTo>
                    <a:pt x="18956" y="5832"/>
                  </a:lnTo>
                  <a:lnTo>
                    <a:pt x="18785" y="5937"/>
                  </a:lnTo>
                  <a:lnTo>
                    <a:pt x="18627" y="6042"/>
                  </a:lnTo>
                  <a:lnTo>
                    <a:pt x="18482" y="6174"/>
                  </a:lnTo>
                  <a:lnTo>
                    <a:pt x="18350" y="6306"/>
                  </a:lnTo>
                  <a:lnTo>
                    <a:pt x="18219" y="6451"/>
                  </a:lnTo>
                  <a:lnTo>
                    <a:pt x="18113" y="6608"/>
                  </a:lnTo>
                  <a:lnTo>
                    <a:pt x="18008" y="6780"/>
                  </a:lnTo>
                  <a:lnTo>
                    <a:pt x="17916" y="6951"/>
                  </a:lnTo>
                  <a:lnTo>
                    <a:pt x="17850" y="7135"/>
                  </a:lnTo>
                  <a:lnTo>
                    <a:pt x="17784" y="7319"/>
                  </a:lnTo>
                  <a:lnTo>
                    <a:pt x="17745" y="7517"/>
                  </a:lnTo>
                  <a:lnTo>
                    <a:pt x="17718" y="7714"/>
                  </a:lnTo>
                  <a:lnTo>
                    <a:pt x="17718" y="7925"/>
                  </a:lnTo>
                  <a:lnTo>
                    <a:pt x="17732" y="8162"/>
                  </a:lnTo>
                  <a:lnTo>
                    <a:pt x="17758" y="8399"/>
                  </a:lnTo>
                  <a:lnTo>
                    <a:pt x="17824" y="8636"/>
                  </a:lnTo>
                  <a:lnTo>
                    <a:pt x="17903" y="8846"/>
                  </a:lnTo>
                  <a:lnTo>
                    <a:pt x="17995" y="9057"/>
                  </a:lnTo>
                  <a:lnTo>
                    <a:pt x="18127" y="9254"/>
                  </a:lnTo>
                  <a:lnTo>
                    <a:pt x="18258" y="9439"/>
                  </a:lnTo>
                  <a:lnTo>
                    <a:pt x="18416" y="9610"/>
                  </a:lnTo>
                  <a:lnTo>
                    <a:pt x="18574" y="9755"/>
                  </a:lnTo>
                  <a:lnTo>
                    <a:pt x="18758" y="9899"/>
                  </a:lnTo>
                  <a:lnTo>
                    <a:pt x="18956" y="10018"/>
                  </a:lnTo>
                  <a:lnTo>
                    <a:pt x="19166" y="10110"/>
                  </a:lnTo>
                  <a:lnTo>
                    <a:pt x="19390" y="10189"/>
                  </a:lnTo>
                  <a:lnTo>
                    <a:pt x="19614" y="10255"/>
                  </a:lnTo>
                  <a:lnTo>
                    <a:pt x="19851" y="10294"/>
                  </a:lnTo>
                  <a:lnTo>
                    <a:pt x="20088" y="10307"/>
                  </a:lnTo>
                  <a:lnTo>
                    <a:pt x="20338" y="10294"/>
                  </a:lnTo>
                  <a:lnTo>
                    <a:pt x="20575" y="10255"/>
                  </a:lnTo>
                  <a:lnTo>
                    <a:pt x="20799" y="10189"/>
                  </a:lnTo>
                  <a:lnTo>
                    <a:pt x="21023" y="10110"/>
                  </a:lnTo>
                  <a:lnTo>
                    <a:pt x="21220" y="10018"/>
                  </a:lnTo>
                  <a:lnTo>
                    <a:pt x="21417" y="9899"/>
                  </a:lnTo>
                  <a:lnTo>
                    <a:pt x="21602" y="9755"/>
                  </a:lnTo>
                  <a:lnTo>
                    <a:pt x="21773" y="9610"/>
                  </a:lnTo>
                  <a:lnTo>
                    <a:pt x="21931" y="9439"/>
                  </a:lnTo>
                  <a:lnTo>
                    <a:pt x="22062" y="9254"/>
                  </a:lnTo>
                  <a:lnTo>
                    <a:pt x="22181" y="9057"/>
                  </a:lnTo>
                  <a:lnTo>
                    <a:pt x="22286" y="8846"/>
                  </a:lnTo>
                  <a:lnTo>
                    <a:pt x="22365" y="8636"/>
                  </a:lnTo>
                  <a:lnTo>
                    <a:pt x="22418" y="8399"/>
                  </a:lnTo>
                  <a:lnTo>
                    <a:pt x="22457" y="8162"/>
                  </a:lnTo>
                  <a:lnTo>
                    <a:pt x="22470" y="7925"/>
                  </a:lnTo>
                  <a:lnTo>
                    <a:pt x="22457" y="7714"/>
                  </a:lnTo>
                  <a:lnTo>
                    <a:pt x="22431" y="7517"/>
                  </a:lnTo>
                  <a:lnTo>
                    <a:pt x="22392" y="7319"/>
                  </a:lnTo>
                  <a:lnTo>
                    <a:pt x="22339" y="7135"/>
                  </a:lnTo>
                  <a:lnTo>
                    <a:pt x="22260" y="6951"/>
                  </a:lnTo>
                  <a:lnTo>
                    <a:pt x="22181" y="6780"/>
                  </a:lnTo>
                  <a:lnTo>
                    <a:pt x="22076" y="6608"/>
                  </a:lnTo>
                  <a:lnTo>
                    <a:pt x="21957" y="6451"/>
                  </a:lnTo>
                  <a:lnTo>
                    <a:pt x="21839" y="6306"/>
                  </a:lnTo>
                  <a:lnTo>
                    <a:pt x="21694" y="6174"/>
                  </a:lnTo>
                  <a:lnTo>
                    <a:pt x="21549" y="6042"/>
                  </a:lnTo>
                  <a:lnTo>
                    <a:pt x="21391" y="5937"/>
                  </a:lnTo>
                  <a:lnTo>
                    <a:pt x="21233" y="5832"/>
                  </a:lnTo>
                  <a:lnTo>
                    <a:pt x="21049" y="5753"/>
                  </a:lnTo>
                  <a:lnTo>
                    <a:pt x="20878" y="5674"/>
                  </a:lnTo>
                  <a:lnTo>
                    <a:pt x="20680" y="5621"/>
                  </a:lnTo>
                  <a:lnTo>
                    <a:pt x="20680"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844;p24">
              <a:extLst>
                <a:ext uri="{FF2B5EF4-FFF2-40B4-BE49-F238E27FC236}">
                  <a16:creationId xmlns:a16="http://schemas.microsoft.com/office/drawing/2014/main" id="{E7CE4DAE-6D26-FEB3-B364-A9163F952868}"/>
                </a:ext>
              </a:extLst>
            </p:cNvPr>
            <p:cNvSpPr/>
            <p:nvPr/>
          </p:nvSpPr>
          <p:spPr>
            <a:xfrm>
              <a:off x="1645575" y="1140475"/>
              <a:ext cx="250800" cy="1716875"/>
            </a:xfrm>
            <a:custGeom>
              <a:avLst/>
              <a:gdLst/>
              <a:ahLst/>
              <a:cxnLst/>
              <a:rect l="l" t="t" r="r" b="b"/>
              <a:pathLst>
                <a:path w="10032" h="68675" extrusionOk="0">
                  <a:moveTo>
                    <a:pt x="7649" y="1172"/>
                  </a:moveTo>
                  <a:lnTo>
                    <a:pt x="7767" y="1185"/>
                  </a:lnTo>
                  <a:lnTo>
                    <a:pt x="7886" y="1198"/>
                  </a:lnTo>
                  <a:lnTo>
                    <a:pt x="8004" y="1225"/>
                  </a:lnTo>
                  <a:lnTo>
                    <a:pt x="8109" y="1277"/>
                  </a:lnTo>
                  <a:lnTo>
                    <a:pt x="8215" y="1317"/>
                  </a:lnTo>
                  <a:lnTo>
                    <a:pt x="8320" y="1383"/>
                  </a:lnTo>
                  <a:lnTo>
                    <a:pt x="8412" y="1448"/>
                  </a:lnTo>
                  <a:lnTo>
                    <a:pt x="8491" y="1527"/>
                  </a:lnTo>
                  <a:lnTo>
                    <a:pt x="8570" y="1606"/>
                  </a:lnTo>
                  <a:lnTo>
                    <a:pt x="8636" y="1698"/>
                  </a:lnTo>
                  <a:lnTo>
                    <a:pt x="8702" y="1804"/>
                  </a:lnTo>
                  <a:lnTo>
                    <a:pt x="8754" y="1909"/>
                  </a:lnTo>
                  <a:lnTo>
                    <a:pt x="8794" y="2014"/>
                  </a:lnTo>
                  <a:lnTo>
                    <a:pt x="8820" y="2133"/>
                  </a:lnTo>
                  <a:lnTo>
                    <a:pt x="8833" y="2251"/>
                  </a:lnTo>
                  <a:lnTo>
                    <a:pt x="8847" y="2370"/>
                  </a:lnTo>
                  <a:lnTo>
                    <a:pt x="8833" y="2501"/>
                  </a:lnTo>
                  <a:lnTo>
                    <a:pt x="8820" y="2620"/>
                  </a:lnTo>
                  <a:lnTo>
                    <a:pt x="8794" y="2725"/>
                  </a:lnTo>
                  <a:lnTo>
                    <a:pt x="8754" y="2844"/>
                  </a:lnTo>
                  <a:lnTo>
                    <a:pt x="8702" y="2949"/>
                  </a:lnTo>
                  <a:lnTo>
                    <a:pt x="8636" y="3041"/>
                  </a:lnTo>
                  <a:lnTo>
                    <a:pt x="8570" y="3133"/>
                  </a:lnTo>
                  <a:lnTo>
                    <a:pt x="8491" y="3225"/>
                  </a:lnTo>
                  <a:lnTo>
                    <a:pt x="8412" y="3291"/>
                  </a:lnTo>
                  <a:lnTo>
                    <a:pt x="8320" y="3370"/>
                  </a:lnTo>
                  <a:lnTo>
                    <a:pt x="8215" y="3423"/>
                  </a:lnTo>
                  <a:lnTo>
                    <a:pt x="8109" y="3476"/>
                  </a:lnTo>
                  <a:lnTo>
                    <a:pt x="8004" y="3515"/>
                  </a:lnTo>
                  <a:lnTo>
                    <a:pt x="7886" y="3541"/>
                  </a:lnTo>
                  <a:lnTo>
                    <a:pt x="7767" y="3568"/>
                  </a:lnTo>
                  <a:lnTo>
                    <a:pt x="7530" y="3568"/>
                  </a:lnTo>
                  <a:lnTo>
                    <a:pt x="7412" y="3541"/>
                  </a:lnTo>
                  <a:lnTo>
                    <a:pt x="7293" y="3515"/>
                  </a:lnTo>
                  <a:lnTo>
                    <a:pt x="7175" y="3476"/>
                  </a:lnTo>
                  <a:lnTo>
                    <a:pt x="7083" y="3423"/>
                  </a:lnTo>
                  <a:lnTo>
                    <a:pt x="6977" y="3370"/>
                  </a:lnTo>
                  <a:lnTo>
                    <a:pt x="6885" y="3291"/>
                  </a:lnTo>
                  <a:lnTo>
                    <a:pt x="6806" y="3225"/>
                  </a:lnTo>
                  <a:lnTo>
                    <a:pt x="6727" y="3133"/>
                  </a:lnTo>
                  <a:lnTo>
                    <a:pt x="6648" y="3041"/>
                  </a:lnTo>
                  <a:lnTo>
                    <a:pt x="6596" y="2949"/>
                  </a:lnTo>
                  <a:lnTo>
                    <a:pt x="6543" y="2844"/>
                  </a:lnTo>
                  <a:lnTo>
                    <a:pt x="6504" y="2725"/>
                  </a:lnTo>
                  <a:lnTo>
                    <a:pt x="6477" y="2620"/>
                  </a:lnTo>
                  <a:lnTo>
                    <a:pt x="6451" y="2501"/>
                  </a:lnTo>
                  <a:lnTo>
                    <a:pt x="6451" y="2370"/>
                  </a:lnTo>
                  <a:lnTo>
                    <a:pt x="6451" y="2251"/>
                  </a:lnTo>
                  <a:lnTo>
                    <a:pt x="6477" y="2133"/>
                  </a:lnTo>
                  <a:lnTo>
                    <a:pt x="6504" y="2014"/>
                  </a:lnTo>
                  <a:lnTo>
                    <a:pt x="6543" y="1909"/>
                  </a:lnTo>
                  <a:lnTo>
                    <a:pt x="6596" y="1804"/>
                  </a:lnTo>
                  <a:lnTo>
                    <a:pt x="6648" y="1698"/>
                  </a:lnTo>
                  <a:lnTo>
                    <a:pt x="6727" y="1606"/>
                  </a:lnTo>
                  <a:lnTo>
                    <a:pt x="6806" y="1527"/>
                  </a:lnTo>
                  <a:lnTo>
                    <a:pt x="6885" y="1448"/>
                  </a:lnTo>
                  <a:lnTo>
                    <a:pt x="6977" y="1383"/>
                  </a:lnTo>
                  <a:lnTo>
                    <a:pt x="7083" y="1317"/>
                  </a:lnTo>
                  <a:lnTo>
                    <a:pt x="7175" y="1277"/>
                  </a:lnTo>
                  <a:lnTo>
                    <a:pt x="7293" y="1225"/>
                  </a:lnTo>
                  <a:lnTo>
                    <a:pt x="7412" y="1198"/>
                  </a:lnTo>
                  <a:lnTo>
                    <a:pt x="7530" y="1185"/>
                  </a:lnTo>
                  <a:lnTo>
                    <a:pt x="7649" y="1172"/>
                  </a:lnTo>
                  <a:close/>
                  <a:moveTo>
                    <a:pt x="7649" y="0"/>
                  </a:moveTo>
                  <a:lnTo>
                    <a:pt x="7399" y="14"/>
                  </a:lnTo>
                  <a:lnTo>
                    <a:pt x="7162" y="40"/>
                  </a:lnTo>
                  <a:lnTo>
                    <a:pt x="6938" y="106"/>
                  </a:lnTo>
                  <a:lnTo>
                    <a:pt x="6727" y="185"/>
                  </a:lnTo>
                  <a:lnTo>
                    <a:pt x="6517" y="277"/>
                  </a:lnTo>
                  <a:lnTo>
                    <a:pt x="6319" y="408"/>
                  </a:lnTo>
                  <a:lnTo>
                    <a:pt x="6135" y="540"/>
                  </a:lnTo>
                  <a:lnTo>
                    <a:pt x="5964" y="698"/>
                  </a:lnTo>
                  <a:lnTo>
                    <a:pt x="5806" y="856"/>
                  </a:lnTo>
                  <a:lnTo>
                    <a:pt x="5674" y="1040"/>
                  </a:lnTo>
                  <a:lnTo>
                    <a:pt x="5556" y="1238"/>
                  </a:lnTo>
                  <a:lnTo>
                    <a:pt x="5450" y="1448"/>
                  </a:lnTo>
                  <a:lnTo>
                    <a:pt x="5371" y="1672"/>
                  </a:lnTo>
                  <a:lnTo>
                    <a:pt x="5319" y="1896"/>
                  </a:lnTo>
                  <a:lnTo>
                    <a:pt x="5279" y="2133"/>
                  </a:lnTo>
                  <a:lnTo>
                    <a:pt x="5266" y="2370"/>
                  </a:lnTo>
                  <a:lnTo>
                    <a:pt x="5279" y="2580"/>
                  </a:lnTo>
                  <a:lnTo>
                    <a:pt x="5306" y="2778"/>
                  </a:lnTo>
                  <a:lnTo>
                    <a:pt x="5345" y="2975"/>
                  </a:lnTo>
                  <a:lnTo>
                    <a:pt x="5398" y="3160"/>
                  </a:lnTo>
                  <a:lnTo>
                    <a:pt x="5477" y="3344"/>
                  </a:lnTo>
                  <a:lnTo>
                    <a:pt x="5569" y="3515"/>
                  </a:lnTo>
                  <a:lnTo>
                    <a:pt x="5661" y="3686"/>
                  </a:lnTo>
                  <a:lnTo>
                    <a:pt x="5780" y="3844"/>
                  </a:lnTo>
                  <a:lnTo>
                    <a:pt x="5898" y="3989"/>
                  </a:lnTo>
                  <a:lnTo>
                    <a:pt x="6043" y="4121"/>
                  </a:lnTo>
                  <a:lnTo>
                    <a:pt x="6188" y="4252"/>
                  </a:lnTo>
                  <a:lnTo>
                    <a:pt x="6346" y="4357"/>
                  </a:lnTo>
                  <a:lnTo>
                    <a:pt x="6504" y="4463"/>
                  </a:lnTo>
                  <a:lnTo>
                    <a:pt x="6688" y="4555"/>
                  </a:lnTo>
                  <a:lnTo>
                    <a:pt x="6872" y="4621"/>
                  </a:lnTo>
                  <a:lnTo>
                    <a:pt x="7056" y="4673"/>
                  </a:lnTo>
                  <a:lnTo>
                    <a:pt x="7056" y="26156"/>
                  </a:lnTo>
                  <a:lnTo>
                    <a:pt x="1" y="33212"/>
                  </a:lnTo>
                  <a:lnTo>
                    <a:pt x="1" y="68674"/>
                  </a:lnTo>
                  <a:lnTo>
                    <a:pt x="1185" y="68674"/>
                  </a:lnTo>
                  <a:lnTo>
                    <a:pt x="1185" y="33699"/>
                  </a:lnTo>
                  <a:lnTo>
                    <a:pt x="8241" y="26643"/>
                  </a:lnTo>
                  <a:lnTo>
                    <a:pt x="8241" y="4673"/>
                  </a:lnTo>
                  <a:lnTo>
                    <a:pt x="8425" y="4621"/>
                  </a:lnTo>
                  <a:lnTo>
                    <a:pt x="8610" y="4555"/>
                  </a:lnTo>
                  <a:lnTo>
                    <a:pt x="8781" y="4463"/>
                  </a:lnTo>
                  <a:lnTo>
                    <a:pt x="8952" y="4357"/>
                  </a:lnTo>
                  <a:lnTo>
                    <a:pt x="9110" y="4252"/>
                  </a:lnTo>
                  <a:lnTo>
                    <a:pt x="9255" y="4121"/>
                  </a:lnTo>
                  <a:lnTo>
                    <a:pt x="9386" y="3989"/>
                  </a:lnTo>
                  <a:lnTo>
                    <a:pt x="9518" y="3844"/>
                  </a:lnTo>
                  <a:lnTo>
                    <a:pt x="9636" y="3686"/>
                  </a:lnTo>
                  <a:lnTo>
                    <a:pt x="9729" y="3515"/>
                  </a:lnTo>
                  <a:lnTo>
                    <a:pt x="9821" y="3344"/>
                  </a:lnTo>
                  <a:lnTo>
                    <a:pt x="9887" y="3160"/>
                  </a:lnTo>
                  <a:lnTo>
                    <a:pt x="9952" y="2975"/>
                  </a:lnTo>
                  <a:lnTo>
                    <a:pt x="9992" y="2778"/>
                  </a:lnTo>
                  <a:lnTo>
                    <a:pt x="10018" y="2580"/>
                  </a:lnTo>
                  <a:lnTo>
                    <a:pt x="10031" y="2370"/>
                  </a:lnTo>
                  <a:lnTo>
                    <a:pt x="10018" y="2133"/>
                  </a:lnTo>
                  <a:lnTo>
                    <a:pt x="9979" y="1896"/>
                  </a:lnTo>
                  <a:lnTo>
                    <a:pt x="9913" y="1672"/>
                  </a:lnTo>
                  <a:lnTo>
                    <a:pt x="9834" y="1448"/>
                  </a:lnTo>
                  <a:lnTo>
                    <a:pt x="9742" y="1238"/>
                  </a:lnTo>
                  <a:lnTo>
                    <a:pt x="9623" y="1040"/>
                  </a:lnTo>
                  <a:lnTo>
                    <a:pt x="9478" y="856"/>
                  </a:lnTo>
                  <a:lnTo>
                    <a:pt x="9334" y="698"/>
                  </a:lnTo>
                  <a:lnTo>
                    <a:pt x="9163" y="540"/>
                  </a:lnTo>
                  <a:lnTo>
                    <a:pt x="8978" y="408"/>
                  </a:lnTo>
                  <a:lnTo>
                    <a:pt x="8781" y="277"/>
                  </a:lnTo>
                  <a:lnTo>
                    <a:pt x="8570" y="185"/>
                  </a:lnTo>
                  <a:lnTo>
                    <a:pt x="8360" y="106"/>
                  </a:lnTo>
                  <a:lnTo>
                    <a:pt x="8123" y="40"/>
                  </a:lnTo>
                  <a:lnTo>
                    <a:pt x="7886" y="14"/>
                  </a:lnTo>
                  <a:lnTo>
                    <a:pt x="7649"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845;p24">
              <a:extLst>
                <a:ext uri="{FF2B5EF4-FFF2-40B4-BE49-F238E27FC236}">
                  <a16:creationId xmlns:a16="http://schemas.microsoft.com/office/drawing/2014/main" id="{A85F649C-75A2-AE47-6304-ED18BF5EBC43}"/>
                </a:ext>
              </a:extLst>
            </p:cNvPr>
            <p:cNvSpPr/>
            <p:nvPr/>
          </p:nvSpPr>
          <p:spPr>
            <a:xfrm>
              <a:off x="2091500" y="3667875"/>
              <a:ext cx="257025" cy="849400"/>
            </a:xfrm>
            <a:custGeom>
              <a:avLst/>
              <a:gdLst/>
              <a:ahLst/>
              <a:cxnLst/>
              <a:rect l="l" t="t" r="r" b="b"/>
              <a:pathLst>
                <a:path w="10281" h="33976" extrusionOk="0">
                  <a:moveTo>
                    <a:pt x="2383" y="30395"/>
                  </a:moveTo>
                  <a:lnTo>
                    <a:pt x="2501" y="30408"/>
                  </a:lnTo>
                  <a:lnTo>
                    <a:pt x="2620" y="30421"/>
                  </a:lnTo>
                  <a:lnTo>
                    <a:pt x="2738" y="30447"/>
                  </a:lnTo>
                  <a:lnTo>
                    <a:pt x="2844" y="30500"/>
                  </a:lnTo>
                  <a:lnTo>
                    <a:pt x="2949" y="30540"/>
                  </a:lnTo>
                  <a:lnTo>
                    <a:pt x="3041" y="30605"/>
                  </a:lnTo>
                  <a:lnTo>
                    <a:pt x="3133" y="30671"/>
                  </a:lnTo>
                  <a:lnTo>
                    <a:pt x="3225" y="30750"/>
                  </a:lnTo>
                  <a:lnTo>
                    <a:pt x="3304" y="30842"/>
                  </a:lnTo>
                  <a:lnTo>
                    <a:pt x="3370" y="30934"/>
                  </a:lnTo>
                  <a:lnTo>
                    <a:pt x="3436" y="31027"/>
                  </a:lnTo>
                  <a:lnTo>
                    <a:pt x="3475" y="31132"/>
                  </a:lnTo>
                  <a:lnTo>
                    <a:pt x="3515" y="31237"/>
                  </a:lnTo>
                  <a:lnTo>
                    <a:pt x="3554" y="31356"/>
                  </a:lnTo>
                  <a:lnTo>
                    <a:pt x="3568" y="31474"/>
                  </a:lnTo>
                  <a:lnTo>
                    <a:pt x="3581" y="31593"/>
                  </a:lnTo>
                  <a:lnTo>
                    <a:pt x="3568" y="31724"/>
                  </a:lnTo>
                  <a:lnTo>
                    <a:pt x="3554" y="31843"/>
                  </a:lnTo>
                  <a:lnTo>
                    <a:pt x="3515" y="31948"/>
                  </a:lnTo>
                  <a:lnTo>
                    <a:pt x="3475" y="32066"/>
                  </a:lnTo>
                  <a:lnTo>
                    <a:pt x="3436" y="32172"/>
                  </a:lnTo>
                  <a:lnTo>
                    <a:pt x="3370" y="32264"/>
                  </a:lnTo>
                  <a:lnTo>
                    <a:pt x="3304" y="32356"/>
                  </a:lnTo>
                  <a:lnTo>
                    <a:pt x="3225" y="32448"/>
                  </a:lnTo>
                  <a:lnTo>
                    <a:pt x="3133" y="32527"/>
                  </a:lnTo>
                  <a:lnTo>
                    <a:pt x="3041" y="32593"/>
                  </a:lnTo>
                  <a:lnTo>
                    <a:pt x="2949" y="32646"/>
                  </a:lnTo>
                  <a:lnTo>
                    <a:pt x="2844" y="32698"/>
                  </a:lnTo>
                  <a:lnTo>
                    <a:pt x="2738" y="32738"/>
                  </a:lnTo>
                  <a:lnTo>
                    <a:pt x="2620" y="32764"/>
                  </a:lnTo>
                  <a:lnTo>
                    <a:pt x="2501" y="32790"/>
                  </a:lnTo>
                  <a:lnTo>
                    <a:pt x="2251" y="32790"/>
                  </a:lnTo>
                  <a:lnTo>
                    <a:pt x="2133" y="32764"/>
                  </a:lnTo>
                  <a:lnTo>
                    <a:pt x="2027" y="32738"/>
                  </a:lnTo>
                  <a:lnTo>
                    <a:pt x="1909" y="32698"/>
                  </a:lnTo>
                  <a:lnTo>
                    <a:pt x="1804" y="32646"/>
                  </a:lnTo>
                  <a:lnTo>
                    <a:pt x="1712" y="32593"/>
                  </a:lnTo>
                  <a:lnTo>
                    <a:pt x="1619" y="32527"/>
                  </a:lnTo>
                  <a:lnTo>
                    <a:pt x="1527" y="32448"/>
                  </a:lnTo>
                  <a:lnTo>
                    <a:pt x="1448" y="32356"/>
                  </a:lnTo>
                  <a:lnTo>
                    <a:pt x="1382" y="32264"/>
                  </a:lnTo>
                  <a:lnTo>
                    <a:pt x="1330" y="32172"/>
                  </a:lnTo>
                  <a:lnTo>
                    <a:pt x="1277" y="32066"/>
                  </a:lnTo>
                  <a:lnTo>
                    <a:pt x="1238" y="31948"/>
                  </a:lnTo>
                  <a:lnTo>
                    <a:pt x="1198" y="31843"/>
                  </a:lnTo>
                  <a:lnTo>
                    <a:pt x="1185" y="31724"/>
                  </a:lnTo>
                  <a:lnTo>
                    <a:pt x="1185" y="31593"/>
                  </a:lnTo>
                  <a:lnTo>
                    <a:pt x="1185" y="31474"/>
                  </a:lnTo>
                  <a:lnTo>
                    <a:pt x="1198" y="31356"/>
                  </a:lnTo>
                  <a:lnTo>
                    <a:pt x="1238" y="31237"/>
                  </a:lnTo>
                  <a:lnTo>
                    <a:pt x="1277" y="31132"/>
                  </a:lnTo>
                  <a:lnTo>
                    <a:pt x="1330" y="31027"/>
                  </a:lnTo>
                  <a:lnTo>
                    <a:pt x="1382" y="30934"/>
                  </a:lnTo>
                  <a:lnTo>
                    <a:pt x="1448" y="30842"/>
                  </a:lnTo>
                  <a:lnTo>
                    <a:pt x="1527" y="30750"/>
                  </a:lnTo>
                  <a:lnTo>
                    <a:pt x="1619" y="30671"/>
                  </a:lnTo>
                  <a:lnTo>
                    <a:pt x="1712" y="30605"/>
                  </a:lnTo>
                  <a:lnTo>
                    <a:pt x="1804" y="30540"/>
                  </a:lnTo>
                  <a:lnTo>
                    <a:pt x="1909" y="30500"/>
                  </a:lnTo>
                  <a:lnTo>
                    <a:pt x="2027" y="30447"/>
                  </a:lnTo>
                  <a:lnTo>
                    <a:pt x="2133" y="30421"/>
                  </a:lnTo>
                  <a:lnTo>
                    <a:pt x="2251" y="30408"/>
                  </a:lnTo>
                  <a:lnTo>
                    <a:pt x="2383" y="30395"/>
                  </a:lnTo>
                  <a:close/>
                  <a:moveTo>
                    <a:pt x="9096" y="0"/>
                  </a:moveTo>
                  <a:lnTo>
                    <a:pt x="9096" y="23773"/>
                  </a:lnTo>
                  <a:lnTo>
                    <a:pt x="3410" y="29460"/>
                  </a:lnTo>
                  <a:lnTo>
                    <a:pt x="3173" y="29355"/>
                  </a:lnTo>
                  <a:lnTo>
                    <a:pt x="2923" y="29276"/>
                  </a:lnTo>
                  <a:lnTo>
                    <a:pt x="2646" y="29236"/>
                  </a:lnTo>
                  <a:lnTo>
                    <a:pt x="2515" y="29223"/>
                  </a:lnTo>
                  <a:lnTo>
                    <a:pt x="2383" y="29223"/>
                  </a:lnTo>
                  <a:lnTo>
                    <a:pt x="2133" y="29236"/>
                  </a:lnTo>
                  <a:lnTo>
                    <a:pt x="1896" y="29263"/>
                  </a:lnTo>
                  <a:lnTo>
                    <a:pt x="1672" y="29328"/>
                  </a:lnTo>
                  <a:lnTo>
                    <a:pt x="1448" y="29407"/>
                  </a:lnTo>
                  <a:lnTo>
                    <a:pt x="1251" y="29500"/>
                  </a:lnTo>
                  <a:lnTo>
                    <a:pt x="1053" y="29631"/>
                  </a:lnTo>
                  <a:lnTo>
                    <a:pt x="869" y="29763"/>
                  </a:lnTo>
                  <a:lnTo>
                    <a:pt x="698" y="29921"/>
                  </a:lnTo>
                  <a:lnTo>
                    <a:pt x="540" y="30079"/>
                  </a:lnTo>
                  <a:lnTo>
                    <a:pt x="408" y="30263"/>
                  </a:lnTo>
                  <a:lnTo>
                    <a:pt x="290" y="30461"/>
                  </a:lnTo>
                  <a:lnTo>
                    <a:pt x="185" y="30671"/>
                  </a:lnTo>
                  <a:lnTo>
                    <a:pt x="106" y="30895"/>
                  </a:lnTo>
                  <a:lnTo>
                    <a:pt x="53" y="31119"/>
                  </a:lnTo>
                  <a:lnTo>
                    <a:pt x="13" y="31356"/>
                  </a:lnTo>
                  <a:lnTo>
                    <a:pt x="0" y="31593"/>
                  </a:lnTo>
                  <a:lnTo>
                    <a:pt x="13" y="31843"/>
                  </a:lnTo>
                  <a:lnTo>
                    <a:pt x="53" y="32080"/>
                  </a:lnTo>
                  <a:lnTo>
                    <a:pt x="106" y="32303"/>
                  </a:lnTo>
                  <a:lnTo>
                    <a:pt x="185" y="32527"/>
                  </a:lnTo>
                  <a:lnTo>
                    <a:pt x="290" y="32725"/>
                  </a:lnTo>
                  <a:lnTo>
                    <a:pt x="408" y="32922"/>
                  </a:lnTo>
                  <a:lnTo>
                    <a:pt x="540" y="33106"/>
                  </a:lnTo>
                  <a:lnTo>
                    <a:pt x="698" y="33278"/>
                  </a:lnTo>
                  <a:lnTo>
                    <a:pt x="869" y="33435"/>
                  </a:lnTo>
                  <a:lnTo>
                    <a:pt x="1053" y="33567"/>
                  </a:lnTo>
                  <a:lnTo>
                    <a:pt x="1251" y="33686"/>
                  </a:lnTo>
                  <a:lnTo>
                    <a:pt x="1448" y="33791"/>
                  </a:lnTo>
                  <a:lnTo>
                    <a:pt x="1672" y="33870"/>
                  </a:lnTo>
                  <a:lnTo>
                    <a:pt x="1896" y="33923"/>
                  </a:lnTo>
                  <a:lnTo>
                    <a:pt x="2133" y="33962"/>
                  </a:lnTo>
                  <a:lnTo>
                    <a:pt x="2383" y="33975"/>
                  </a:lnTo>
                  <a:lnTo>
                    <a:pt x="2620" y="33962"/>
                  </a:lnTo>
                  <a:lnTo>
                    <a:pt x="2857" y="33923"/>
                  </a:lnTo>
                  <a:lnTo>
                    <a:pt x="3081" y="33870"/>
                  </a:lnTo>
                  <a:lnTo>
                    <a:pt x="3304" y="33791"/>
                  </a:lnTo>
                  <a:lnTo>
                    <a:pt x="3515" y="33686"/>
                  </a:lnTo>
                  <a:lnTo>
                    <a:pt x="3712" y="33567"/>
                  </a:lnTo>
                  <a:lnTo>
                    <a:pt x="3884" y="33435"/>
                  </a:lnTo>
                  <a:lnTo>
                    <a:pt x="4055" y="33278"/>
                  </a:lnTo>
                  <a:lnTo>
                    <a:pt x="4213" y="33106"/>
                  </a:lnTo>
                  <a:lnTo>
                    <a:pt x="4344" y="32922"/>
                  </a:lnTo>
                  <a:lnTo>
                    <a:pt x="4463" y="32725"/>
                  </a:lnTo>
                  <a:lnTo>
                    <a:pt x="4568" y="32527"/>
                  </a:lnTo>
                  <a:lnTo>
                    <a:pt x="4647" y="32303"/>
                  </a:lnTo>
                  <a:lnTo>
                    <a:pt x="4713" y="32080"/>
                  </a:lnTo>
                  <a:lnTo>
                    <a:pt x="4739" y="31843"/>
                  </a:lnTo>
                  <a:lnTo>
                    <a:pt x="4752" y="31593"/>
                  </a:lnTo>
                  <a:lnTo>
                    <a:pt x="4752" y="31408"/>
                  </a:lnTo>
                  <a:lnTo>
                    <a:pt x="4726" y="31224"/>
                  </a:lnTo>
                  <a:lnTo>
                    <a:pt x="4686" y="31040"/>
                  </a:lnTo>
                  <a:lnTo>
                    <a:pt x="4634" y="30869"/>
                  </a:lnTo>
                  <a:lnTo>
                    <a:pt x="4581" y="30697"/>
                  </a:lnTo>
                  <a:lnTo>
                    <a:pt x="4502" y="30526"/>
                  </a:lnTo>
                  <a:lnTo>
                    <a:pt x="4410" y="30368"/>
                  </a:lnTo>
                  <a:lnTo>
                    <a:pt x="4318" y="30224"/>
                  </a:lnTo>
                  <a:lnTo>
                    <a:pt x="10281" y="24261"/>
                  </a:lnTo>
                  <a:lnTo>
                    <a:pt x="10281"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846;p24">
              <a:extLst>
                <a:ext uri="{FF2B5EF4-FFF2-40B4-BE49-F238E27FC236}">
                  <a16:creationId xmlns:a16="http://schemas.microsoft.com/office/drawing/2014/main" id="{7DCA4531-4FE7-A9A7-C8C0-7CF0FDB9DBDC}"/>
                </a:ext>
              </a:extLst>
            </p:cNvPr>
            <p:cNvSpPr/>
            <p:nvPr/>
          </p:nvSpPr>
          <p:spPr>
            <a:xfrm>
              <a:off x="2061550" y="3414800"/>
              <a:ext cx="865200" cy="1064950"/>
            </a:xfrm>
            <a:custGeom>
              <a:avLst/>
              <a:gdLst/>
              <a:ahLst/>
              <a:cxnLst/>
              <a:rect l="l" t="t" r="r" b="b"/>
              <a:pathLst>
                <a:path w="34608" h="42598" extrusionOk="0">
                  <a:moveTo>
                    <a:pt x="32356" y="39030"/>
                  </a:moveTo>
                  <a:lnTo>
                    <a:pt x="32475" y="39057"/>
                  </a:lnTo>
                  <a:lnTo>
                    <a:pt x="32593" y="39083"/>
                  </a:lnTo>
                  <a:lnTo>
                    <a:pt x="32699" y="39122"/>
                  </a:lnTo>
                  <a:lnTo>
                    <a:pt x="32804" y="39175"/>
                  </a:lnTo>
                  <a:lnTo>
                    <a:pt x="32909" y="39228"/>
                  </a:lnTo>
                  <a:lnTo>
                    <a:pt x="33001" y="39307"/>
                  </a:lnTo>
                  <a:lnTo>
                    <a:pt x="33080" y="39372"/>
                  </a:lnTo>
                  <a:lnTo>
                    <a:pt x="33159" y="39465"/>
                  </a:lnTo>
                  <a:lnTo>
                    <a:pt x="33225" y="39557"/>
                  </a:lnTo>
                  <a:lnTo>
                    <a:pt x="33291" y="39649"/>
                  </a:lnTo>
                  <a:lnTo>
                    <a:pt x="33330" y="39754"/>
                  </a:lnTo>
                  <a:lnTo>
                    <a:pt x="33383" y="39873"/>
                  </a:lnTo>
                  <a:lnTo>
                    <a:pt x="33409" y="39978"/>
                  </a:lnTo>
                  <a:lnTo>
                    <a:pt x="33423" y="40096"/>
                  </a:lnTo>
                  <a:lnTo>
                    <a:pt x="33436" y="40228"/>
                  </a:lnTo>
                  <a:lnTo>
                    <a:pt x="33423" y="40347"/>
                  </a:lnTo>
                  <a:lnTo>
                    <a:pt x="33409" y="40465"/>
                  </a:lnTo>
                  <a:lnTo>
                    <a:pt x="33383" y="40584"/>
                  </a:lnTo>
                  <a:lnTo>
                    <a:pt x="33330" y="40689"/>
                  </a:lnTo>
                  <a:lnTo>
                    <a:pt x="33291" y="40794"/>
                  </a:lnTo>
                  <a:lnTo>
                    <a:pt x="33225" y="40899"/>
                  </a:lnTo>
                  <a:lnTo>
                    <a:pt x="33159" y="40992"/>
                  </a:lnTo>
                  <a:lnTo>
                    <a:pt x="33080" y="41071"/>
                  </a:lnTo>
                  <a:lnTo>
                    <a:pt x="33001" y="41150"/>
                  </a:lnTo>
                  <a:lnTo>
                    <a:pt x="32909" y="41215"/>
                  </a:lnTo>
                  <a:lnTo>
                    <a:pt x="32804" y="41281"/>
                  </a:lnTo>
                  <a:lnTo>
                    <a:pt x="32699" y="41321"/>
                  </a:lnTo>
                  <a:lnTo>
                    <a:pt x="32593" y="41373"/>
                  </a:lnTo>
                  <a:lnTo>
                    <a:pt x="32475" y="41400"/>
                  </a:lnTo>
                  <a:lnTo>
                    <a:pt x="32356" y="41413"/>
                  </a:lnTo>
                  <a:lnTo>
                    <a:pt x="32238" y="41426"/>
                  </a:lnTo>
                  <a:lnTo>
                    <a:pt x="32106" y="41413"/>
                  </a:lnTo>
                  <a:lnTo>
                    <a:pt x="31988" y="41400"/>
                  </a:lnTo>
                  <a:lnTo>
                    <a:pt x="31882" y="41373"/>
                  </a:lnTo>
                  <a:lnTo>
                    <a:pt x="31764" y="41321"/>
                  </a:lnTo>
                  <a:lnTo>
                    <a:pt x="31659" y="41281"/>
                  </a:lnTo>
                  <a:lnTo>
                    <a:pt x="31566" y="41215"/>
                  </a:lnTo>
                  <a:lnTo>
                    <a:pt x="31474" y="41150"/>
                  </a:lnTo>
                  <a:lnTo>
                    <a:pt x="31382" y="41071"/>
                  </a:lnTo>
                  <a:lnTo>
                    <a:pt x="31316" y="40992"/>
                  </a:lnTo>
                  <a:lnTo>
                    <a:pt x="31237" y="40899"/>
                  </a:lnTo>
                  <a:lnTo>
                    <a:pt x="31185" y="40794"/>
                  </a:lnTo>
                  <a:lnTo>
                    <a:pt x="31132" y="40689"/>
                  </a:lnTo>
                  <a:lnTo>
                    <a:pt x="31093" y="40584"/>
                  </a:lnTo>
                  <a:lnTo>
                    <a:pt x="31066" y="40465"/>
                  </a:lnTo>
                  <a:lnTo>
                    <a:pt x="31040" y="40347"/>
                  </a:lnTo>
                  <a:lnTo>
                    <a:pt x="31040" y="40228"/>
                  </a:lnTo>
                  <a:lnTo>
                    <a:pt x="31040" y="40096"/>
                  </a:lnTo>
                  <a:lnTo>
                    <a:pt x="31066" y="39978"/>
                  </a:lnTo>
                  <a:lnTo>
                    <a:pt x="31093" y="39873"/>
                  </a:lnTo>
                  <a:lnTo>
                    <a:pt x="31132" y="39754"/>
                  </a:lnTo>
                  <a:lnTo>
                    <a:pt x="31185" y="39649"/>
                  </a:lnTo>
                  <a:lnTo>
                    <a:pt x="31237" y="39557"/>
                  </a:lnTo>
                  <a:lnTo>
                    <a:pt x="31316" y="39465"/>
                  </a:lnTo>
                  <a:lnTo>
                    <a:pt x="31382" y="39372"/>
                  </a:lnTo>
                  <a:lnTo>
                    <a:pt x="31474" y="39307"/>
                  </a:lnTo>
                  <a:lnTo>
                    <a:pt x="31566" y="39228"/>
                  </a:lnTo>
                  <a:lnTo>
                    <a:pt x="31659" y="39175"/>
                  </a:lnTo>
                  <a:lnTo>
                    <a:pt x="31764" y="39122"/>
                  </a:lnTo>
                  <a:lnTo>
                    <a:pt x="31882" y="39083"/>
                  </a:lnTo>
                  <a:lnTo>
                    <a:pt x="31988" y="39057"/>
                  </a:lnTo>
                  <a:lnTo>
                    <a:pt x="32106" y="39030"/>
                  </a:lnTo>
                  <a:close/>
                  <a:moveTo>
                    <a:pt x="0" y="0"/>
                  </a:moveTo>
                  <a:lnTo>
                    <a:pt x="0" y="1185"/>
                  </a:lnTo>
                  <a:lnTo>
                    <a:pt x="31645" y="1185"/>
                  </a:lnTo>
                  <a:lnTo>
                    <a:pt x="31645" y="37925"/>
                  </a:lnTo>
                  <a:lnTo>
                    <a:pt x="31448" y="37977"/>
                  </a:lnTo>
                  <a:lnTo>
                    <a:pt x="31277" y="38043"/>
                  </a:lnTo>
                  <a:lnTo>
                    <a:pt x="31093" y="38135"/>
                  </a:lnTo>
                  <a:lnTo>
                    <a:pt x="30935" y="38240"/>
                  </a:lnTo>
                  <a:lnTo>
                    <a:pt x="30777" y="38346"/>
                  </a:lnTo>
                  <a:lnTo>
                    <a:pt x="30632" y="38477"/>
                  </a:lnTo>
                  <a:lnTo>
                    <a:pt x="30487" y="38609"/>
                  </a:lnTo>
                  <a:lnTo>
                    <a:pt x="30369" y="38754"/>
                  </a:lnTo>
                  <a:lnTo>
                    <a:pt x="30250" y="38912"/>
                  </a:lnTo>
                  <a:lnTo>
                    <a:pt x="30145" y="39083"/>
                  </a:lnTo>
                  <a:lnTo>
                    <a:pt x="30066" y="39254"/>
                  </a:lnTo>
                  <a:lnTo>
                    <a:pt x="29987" y="39438"/>
                  </a:lnTo>
                  <a:lnTo>
                    <a:pt x="29934" y="39623"/>
                  </a:lnTo>
                  <a:lnTo>
                    <a:pt x="29895" y="39820"/>
                  </a:lnTo>
                  <a:lnTo>
                    <a:pt x="29868" y="40018"/>
                  </a:lnTo>
                  <a:lnTo>
                    <a:pt x="29855" y="40228"/>
                  </a:lnTo>
                  <a:lnTo>
                    <a:pt x="29868" y="40465"/>
                  </a:lnTo>
                  <a:lnTo>
                    <a:pt x="29908" y="40702"/>
                  </a:lnTo>
                  <a:lnTo>
                    <a:pt x="29961" y="40926"/>
                  </a:lnTo>
                  <a:lnTo>
                    <a:pt x="30039" y="41150"/>
                  </a:lnTo>
                  <a:lnTo>
                    <a:pt x="30145" y="41360"/>
                  </a:lnTo>
                  <a:lnTo>
                    <a:pt x="30263" y="41558"/>
                  </a:lnTo>
                  <a:lnTo>
                    <a:pt x="30395" y="41742"/>
                  </a:lnTo>
                  <a:lnTo>
                    <a:pt x="30553" y="41900"/>
                  </a:lnTo>
                  <a:lnTo>
                    <a:pt x="30724" y="42058"/>
                  </a:lnTo>
                  <a:lnTo>
                    <a:pt x="30908" y="42189"/>
                  </a:lnTo>
                  <a:lnTo>
                    <a:pt x="31106" y="42321"/>
                  </a:lnTo>
                  <a:lnTo>
                    <a:pt x="31303" y="42413"/>
                  </a:lnTo>
                  <a:lnTo>
                    <a:pt x="31527" y="42492"/>
                  </a:lnTo>
                  <a:lnTo>
                    <a:pt x="31751" y="42558"/>
                  </a:lnTo>
                  <a:lnTo>
                    <a:pt x="31988" y="42584"/>
                  </a:lnTo>
                  <a:lnTo>
                    <a:pt x="32238" y="42598"/>
                  </a:lnTo>
                  <a:lnTo>
                    <a:pt x="32475" y="42584"/>
                  </a:lnTo>
                  <a:lnTo>
                    <a:pt x="32712" y="42558"/>
                  </a:lnTo>
                  <a:lnTo>
                    <a:pt x="32935" y="42492"/>
                  </a:lnTo>
                  <a:lnTo>
                    <a:pt x="33159" y="42413"/>
                  </a:lnTo>
                  <a:lnTo>
                    <a:pt x="33370" y="42321"/>
                  </a:lnTo>
                  <a:lnTo>
                    <a:pt x="33567" y="42189"/>
                  </a:lnTo>
                  <a:lnTo>
                    <a:pt x="33752" y="42058"/>
                  </a:lnTo>
                  <a:lnTo>
                    <a:pt x="33910" y="41900"/>
                  </a:lnTo>
                  <a:lnTo>
                    <a:pt x="34068" y="41742"/>
                  </a:lnTo>
                  <a:lnTo>
                    <a:pt x="34199" y="41558"/>
                  </a:lnTo>
                  <a:lnTo>
                    <a:pt x="34331" y="41360"/>
                  </a:lnTo>
                  <a:lnTo>
                    <a:pt x="34423" y="41150"/>
                  </a:lnTo>
                  <a:lnTo>
                    <a:pt x="34502" y="40926"/>
                  </a:lnTo>
                  <a:lnTo>
                    <a:pt x="34568" y="40702"/>
                  </a:lnTo>
                  <a:lnTo>
                    <a:pt x="34594" y="40465"/>
                  </a:lnTo>
                  <a:lnTo>
                    <a:pt x="34607" y="40228"/>
                  </a:lnTo>
                  <a:lnTo>
                    <a:pt x="34607" y="40018"/>
                  </a:lnTo>
                  <a:lnTo>
                    <a:pt x="34581" y="39820"/>
                  </a:lnTo>
                  <a:lnTo>
                    <a:pt x="34541" y="39623"/>
                  </a:lnTo>
                  <a:lnTo>
                    <a:pt x="34476" y="39438"/>
                  </a:lnTo>
                  <a:lnTo>
                    <a:pt x="34410" y="39254"/>
                  </a:lnTo>
                  <a:lnTo>
                    <a:pt x="34318" y="39083"/>
                  </a:lnTo>
                  <a:lnTo>
                    <a:pt x="34212" y="38912"/>
                  </a:lnTo>
                  <a:lnTo>
                    <a:pt x="34107" y="38754"/>
                  </a:lnTo>
                  <a:lnTo>
                    <a:pt x="33975" y="38609"/>
                  </a:lnTo>
                  <a:lnTo>
                    <a:pt x="33844" y="38477"/>
                  </a:lnTo>
                  <a:lnTo>
                    <a:pt x="33699" y="38346"/>
                  </a:lnTo>
                  <a:lnTo>
                    <a:pt x="33541" y="38240"/>
                  </a:lnTo>
                  <a:lnTo>
                    <a:pt x="33370" y="38135"/>
                  </a:lnTo>
                  <a:lnTo>
                    <a:pt x="33199" y="38043"/>
                  </a:lnTo>
                  <a:lnTo>
                    <a:pt x="33014" y="37977"/>
                  </a:lnTo>
                  <a:lnTo>
                    <a:pt x="32830" y="37925"/>
                  </a:lnTo>
                  <a:lnTo>
                    <a:pt x="32830"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847;p24">
              <a:extLst>
                <a:ext uri="{FF2B5EF4-FFF2-40B4-BE49-F238E27FC236}">
                  <a16:creationId xmlns:a16="http://schemas.microsoft.com/office/drawing/2014/main" id="{0ECDDEC8-F854-A7F9-A632-FDD5E7B23AF2}"/>
                </a:ext>
              </a:extLst>
            </p:cNvPr>
            <p:cNvSpPr/>
            <p:nvPr/>
          </p:nvSpPr>
          <p:spPr>
            <a:xfrm>
              <a:off x="1319125" y="1581450"/>
              <a:ext cx="375525" cy="375525"/>
            </a:xfrm>
            <a:custGeom>
              <a:avLst/>
              <a:gdLst/>
              <a:ahLst/>
              <a:cxnLst/>
              <a:rect l="l" t="t" r="r" b="b"/>
              <a:pathLst>
                <a:path w="15021" h="15021" extrusionOk="0">
                  <a:moveTo>
                    <a:pt x="12756" y="1185"/>
                  </a:moveTo>
                  <a:lnTo>
                    <a:pt x="12874" y="1212"/>
                  </a:lnTo>
                  <a:lnTo>
                    <a:pt x="12993" y="1238"/>
                  </a:lnTo>
                  <a:lnTo>
                    <a:pt x="13098" y="1277"/>
                  </a:lnTo>
                  <a:lnTo>
                    <a:pt x="13204" y="1330"/>
                  </a:lnTo>
                  <a:lnTo>
                    <a:pt x="13309" y="1383"/>
                  </a:lnTo>
                  <a:lnTo>
                    <a:pt x="13401" y="1462"/>
                  </a:lnTo>
                  <a:lnTo>
                    <a:pt x="13493" y="1541"/>
                  </a:lnTo>
                  <a:lnTo>
                    <a:pt x="13572" y="1633"/>
                  </a:lnTo>
                  <a:lnTo>
                    <a:pt x="13638" y="1725"/>
                  </a:lnTo>
                  <a:lnTo>
                    <a:pt x="13704" y="1830"/>
                  </a:lnTo>
                  <a:lnTo>
                    <a:pt x="13756" y="1936"/>
                  </a:lnTo>
                  <a:lnTo>
                    <a:pt x="13796" y="2041"/>
                  </a:lnTo>
                  <a:lnTo>
                    <a:pt x="13822" y="2159"/>
                  </a:lnTo>
                  <a:lnTo>
                    <a:pt x="13835" y="2265"/>
                  </a:lnTo>
                  <a:lnTo>
                    <a:pt x="13835" y="2383"/>
                  </a:lnTo>
                  <a:lnTo>
                    <a:pt x="13835" y="2502"/>
                  </a:lnTo>
                  <a:lnTo>
                    <a:pt x="13822" y="2607"/>
                  </a:lnTo>
                  <a:lnTo>
                    <a:pt x="13796" y="2725"/>
                  </a:lnTo>
                  <a:lnTo>
                    <a:pt x="13756" y="2831"/>
                  </a:lnTo>
                  <a:lnTo>
                    <a:pt x="13704" y="2936"/>
                  </a:lnTo>
                  <a:lnTo>
                    <a:pt x="13638" y="3041"/>
                  </a:lnTo>
                  <a:lnTo>
                    <a:pt x="13572" y="3133"/>
                  </a:lnTo>
                  <a:lnTo>
                    <a:pt x="13493" y="3226"/>
                  </a:lnTo>
                  <a:lnTo>
                    <a:pt x="13401" y="3305"/>
                  </a:lnTo>
                  <a:lnTo>
                    <a:pt x="13309" y="3383"/>
                  </a:lnTo>
                  <a:lnTo>
                    <a:pt x="13204" y="3436"/>
                  </a:lnTo>
                  <a:lnTo>
                    <a:pt x="13098" y="3489"/>
                  </a:lnTo>
                  <a:lnTo>
                    <a:pt x="12993" y="3515"/>
                  </a:lnTo>
                  <a:lnTo>
                    <a:pt x="12874" y="3541"/>
                  </a:lnTo>
                  <a:lnTo>
                    <a:pt x="12756" y="3568"/>
                  </a:lnTo>
                  <a:lnTo>
                    <a:pt x="12532" y="3568"/>
                  </a:lnTo>
                  <a:lnTo>
                    <a:pt x="12414" y="3541"/>
                  </a:lnTo>
                  <a:lnTo>
                    <a:pt x="12295" y="3515"/>
                  </a:lnTo>
                  <a:lnTo>
                    <a:pt x="12190" y="3489"/>
                  </a:lnTo>
                  <a:lnTo>
                    <a:pt x="12085" y="3436"/>
                  </a:lnTo>
                  <a:lnTo>
                    <a:pt x="11979" y="3383"/>
                  </a:lnTo>
                  <a:lnTo>
                    <a:pt x="11887" y="3305"/>
                  </a:lnTo>
                  <a:lnTo>
                    <a:pt x="11795" y="3226"/>
                  </a:lnTo>
                  <a:lnTo>
                    <a:pt x="11716" y="3147"/>
                  </a:lnTo>
                  <a:lnTo>
                    <a:pt x="11650" y="3041"/>
                  </a:lnTo>
                  <a:lnTo>
                    <a:pt x="11584" y="2949"/>
                  </a:lnTo>
                  <a:lnTo>
                    <a:pt x="11532" y="2844"/>
                  </a:lnTo>
                  <a:lnTo>
                    <a:pt x="11492" y="2725"/>
                  </a:lnTo>
                  <a:lnTo>
                    <a:pt x="11466" y="2620"/>
                  </a:lnTo>
                  <a:lnTo>
                    <a:pt x="11453" y="2502"/>
                  </a:lnTo>
                  <a:lnTo>
                    <a:pt x="11440" y="2383"/>
                  </a:lnTo>
                  <a:lnTo>
                    <a:pt x="11453" y="2265"/>
                  </a:lnTo>
                  <a:lnTo>
                    <a:pt x="11466" y="2146"/>
                  </a:lnTo>
                  <a:lnTo>
                    <a:pt x="11492" y="2028"/>
                  </a:lnTo>
                  <a:lnTo>
                    <a:pt x="11532" y="1922"/>
                  </a:lnTo>
                  <a:lnTo>
                    <a:pt x="11584" y="1817"/>
                  </a:lnTo>
                  <a:lnTo>
                    <a:pt x="11650" y="1725"/>
                  </a:lnTo>
                  <a:lnTo>
                    <a:pt x="11716" y="1620"/>
                  </a:lnTo>
                  <a:lnTo>
                    <a:pt x="11795" y="1541"/>
                  </a:lnTo>
                  <a:lnTo>
                    <a:pt x="11887" y="1462"/>
                  </a:lnTo>
                  <a:lnTo>
                    <a:pt x="11979" y="1383"/>
                  </a:lnTo>
                  <a:lnTo>
                    <a:pt x="12085" y="1330"/>
                  </a:lnTo>
                  <a:lnTo>
                    <a:pt x="12190" y="1277"/>
                  </a:lnTo>
                  <a:lnTo>
                    <a:pt x="12295" y="1238"/>
                  </a:lnTo>
                  <a:lnTo>
                    <a:pt x="12414" y="1212"/>
                  </a:lnTo>
                  <a:lnTo>
                    <a:pt x="12519" y="1185"/>
                  </a:lnTo>
                  <a:close/>
                  <a:moveTo>
                    <a:pt x="2383" y="11440"/>
                  </a:moveTo>
                  <a:lnTo>
                    <a:pt x="2502" y="11453"/>
                  </a:lnTo>
                  <a:lnTo>
                    <a:pt x="2620" y="11466"/>
                  </a:lnTo>
                  <a:lnTo>
                    <a:pt x="2739" y="11492"/>
                  </a:lnTo>
                  <a:lnTo>
                    <a:pt x="2844" y="11532"/>
                  </a:lnTo>
                  <a:lnTo>
                    <a:pt x="2949" y="11584"/>
                  </a:lnTo>
                  <a:lnTo>
                    <a:pt x="3055" y="11650"/>
                  </a:lnTo>
                  <a:lnTo>
                    <a:pt x="3147" y="11716"/>
                  </a:lnTo>
                  <a:lnTo>
                    <a:pt x="3226" y="11795"/>
                  </a:lnTo>
                  <a:lnTo>
                    <a:pt x="3305" y="11887"/>
                  </a:lnTo>
                  <a:lnTo>
                    <a:pt x="3384" y="11979"/>
                  </a:lnTo>
                  <a:lnTo>
                    <a:pt x="3436" y="12071"/>
                  </a:lnTo>
                  <a:lnTo>
                    <a:pt x="3489" y="12177"/>
                  </a:lnTo>
                  <a:lnTo>
                    <a:pt x="3528" y="12295"/>
                  </a:lnTo>
                  <a:lnTo>
                    <a:pt x="3555" y="12401"/>
                  </a:lnTo>
                  <a:lnTo>
                    <a:pt x="3581" y="12519"/>
                  </a:lnTo>
                  <a:lnTo>
                    <a:pt x="3581" y="12637"/>
                  </a:lnTo>
                  <a:lnTo>
                    <a:pt x="3581" y="12756"/>
                  </a:lnTo>
                  <a:lnTo>
                    <a:pt x="3555" y="12874"/>
                  </a:lnTo>
                  <a:lnTo>
                    <a:pt x="3528" y="12993"/>
                  </a:lnTo>
                  <a:lnTo>
                    <a:pt x="3489" y="13098"/>
                  </a:lnTo>
                  <a:lnTo>
                    <a:pt x="3436" y="13203"/>
                  </a:lnTo>
                  <a:lnTo>
                    <a:pt x="3384" y="13309"/>
                  </a:lnTo>
                  <a:lnTo>
                    <a:pt x="3305" y="13401"/>
                  </a:lnTo>
                  <a:lnTo>
                    <a:pt x="3226" y="13493"/>
                  </a:lnTo>
                  <a:lnTo>
                    <a:pt x="3147" y="13572"/>
                  </a:lnTo>
                  <a:lnTo>
                    <a:pt x="3041" y="13638"/>
                  </a:lnTo>
                  <a:lnTo>
                    <a:pt x="2949" y="13691"/>
                  </a:lnTo>
                  <a:lnTo>
                    <a:pt x="2844" y="13743"/>
                  </a:lnTo>
                  <a:lnTo>
                    <a:pt x="2725" y="13783"/>
                  </a:lnTo>
                  <a:lnTo>
                    <a:pt x="2620" y="13809"/>
                  </a:lnTo>
                  <a:lnTo>
                    <a:pt x="2502" y="13822"/>
                  </a:lnTo>
                  <a:lnTo>
                    <a:pt x="2265" y="13822"/>
                  </a:lnTo>
                  <a:lnTo>
                    <a:pt x="2146" y="13809"/>
                  </a:lnTo>
                  <a:lnTo>
                    <a:pt x="2041" y="13783"/>
                  </a:lnTo>
                  <a:lnTo>
                    <a:pt x="1936" y="13743"/>
                  </a:lnTo>
                  <a:lnTo>
                    <a:pt x="1817" y="13691"/>
                  </a:lnTo>
                  <a:lnTo>
                    <a:pt x="1725" y="13638"/>
                  </a:lnTo>
                  <a:lnTo>
                    <a:pt x="1620" y="13572"/>
                  </a:lnTo>
                  <a:lnTo>
                    <a:pt x="1541" y="13493"/>
                  </a:lnTo>
                  <a:lnTo>
                    <a:pt x="1462" y="13401"/>
                  </a:lnTo>
                  <a:lnTo>
                    <a:pt x="1383" y="13309"/>
                  </a:lnTo>
                  <a:lnTo>
                    <a:pt x="1330" y="13203"/>
                  </a:lnTo>
                  <a:lnTo>
                    <a:pt x="1277" y="13098"/>
                  </a:lnTo>
                  <a:lnTo>
                    <a:pt x="1238" y="12993"/>
                  </a:lnTo>
                  <a:lnTo>
                    <a:pt x="1212" y="12874"/>
                  </a:lnTo>
                  <a:lnTo>
                    <a:pt x="1198" y="12756"/>
                  </a:lnTo>
                  <a:lnTo>
                    <a:pt x="1185" y="12637"/>
                  </a:lnTo>
                  <a:lnTo>
                    <a:pt x="1198" y="12519"/>
                  </a:lnTo>
                  <a:lnTo>
                    <a:pt x="1212" y="12401"/>
                  </a:lnTo>
                  <a:lnTo>
                    <a:pt x="1238" y="12295"/>
                  </a:lnTo>
                  <a:lnTo>
                    <a:pt x="1277" y="12177"/>
                  </a:lnTo>
                  <a:lnTo>
                    <a:pt x="1330" y="12071"/>
                  </a:lnTo>
                  <a:lnTo>
                    <a:pt x="1383" y="11979"/>
                  </a:lnTo>
                  <a:lnTo>
                    <a:pt x="1462" y="11887"/>
                  </a:lnTo>
                  <a:lnTo>
                    <a:pt x="1541" y="11795"/>
                  </a:lnTo>
                  <a:lnTo>
                    <a:pt x="1620" y="11716"/>
                  </a:lnTo>
                  <a:lnTo>
                    <a:pt x="1725" y="11650"/>
                  </a:lnTo>
                  <a:lnTo>
                    <a:pt x="1817" y="11584"/>
                  </a:lnTo>
                  <a:lnTo>
                    <a:pt x="1922" y="11532"/>
                  </a:lnTo>
                  <a:lnTo>
                    <a:pt x="2041" y="11492"/>
                  </a:lnTo>
                  <a:lnTo>
                    <a:pt x="2146" y="11466"/>
                  </a:lnTo>
                  <a:lnTo>
                    <a:pt x="2265" y="11453"/>
                  </a:lnTo>
                  <a:lnTo>
                    <a:pt x="2383" y="11440"/>
                  </a:lnTo>
                  <a:close/>
                  <a:moveTo>
                    <a:pt x="12638" y="0"/>
                  </a:moveTo>
                  <a:lnTo>
                    <a:pt x="12401" y="14"/>
                  </a:lnTo>
                  <a:lnTo>
                    <a:pt x="12177" y="53"/>
                  </a:lnTo>
                  <a:lnTo>
                    <a:pt x="11953" y="106"/>
                  </a:lnTo>
                  <a:lnTo>
                    <a:pt x="11729" y="185"/>
                  </a:lnTo>
                  <a:lnTo>
                    <a:pt x="11519" y="277"/>
                  </a:lnTo>
                  <a:lnTo>
                    <a:pt x="11321" y="409"/>
                  </a:lnTo>
                  <a:lnTo>
                    <a:pt x="11137" y="540"/>
                  </a:lnTo>
                  <a:lnTo>
                    <a:pt x="10966" y="698"/>
                  </a:lnTo>
                  <a:lnTo>
                    <a:pt x="10808" y="882"/>
                  </a:lnTo>
                  <a:lnTo>
                    <a:pt x="10663" y="1067"/>
                  </a:lnTo>
                  <a:lnTo>
                    <a:pt x="10545" y="1264"/>
                  </a:lnTo>
                  <a:lnTo>
                    <a:pt x="10439" y="1475"/>
                  </a:lnTo>
                  <a:lnTo>
                    <a:pt x="10360" y="1685"/>
                  </a:lnTo>
                  <a:lnTo>
                    <a:pt x="10308" y="1909"/>
                  </a:lnTo>
                  <a:lnTo>
                    <a:pt x="10281" y="2146"/>
                  </a:lnTo>
                  <a:lnTo>
                    <a:pt x="10268" y="2383"/>
                  </a:lnTo>
                  <a:lnTo>
                    <a:pt x="10268" y="2541"/>
                  </a:lnTo>
                  <a:lnTo>
                    <a:pt x="10281" y="2699"/>
                  </a:lnTo>
                  <a:lnTo>
                    <a:pt x="10308" y="2857"/>
                  </a:lnTo>
                  <a:lnTo>
                    <a:pt x="10347" y="3015"/>
                  </a:lnTo>
                  <a:lnTo>
                    <a:pt x="10400" y="3160"/>
                  </a:lnTo>
                  <a:lnTo>
                    <a:pt x="10452" y="3318"/>
                  </a:lnTo>
                  <a:lnTo>
                    <a:pt x="10518" y="3462"/>
                  </a:lnTo>
                  <a:lnTo>
                    <a:pt x="10597" y="3594"/>
                  </a:lnTo>
                  <a:lnTo>
                    <a:pt x="3594" y="10597"/>
                  </a:lnTo>
                  <a:lnTo>
                    <a:pt x="3463" y="10518"/>
                  </a:lnTo>
                  <a:lnTo>
                    <a:pt x="3318" y="10452"/>
                  </a:lnTo>
                  <a:lnTo>
                    <a:pt x="3173" y="10400"/>
                  </a:lnTo>
                  <a:lnTo>
                    <a:pt x="3015" y="10347"/>
                  </a:lnTo>
                  <a:lnTo>
                    <a:pt x="2857" y="10308"/>
                  </a:lnTo>
                  <a:lnTo>
                    <a:pt x="2699" y="10281"/>
                  </a:lnTo>
                  <a:lnTo>
                    <a:pt x="2541" y="10268"/>
                  </a:lnTo>
                  <a:lnTo>
                    <a:pt x="2146" y="10268"/>
                  </a:lnTo>
                  <a:lnTo>
                    <a:pt x="1922" y="10308"/>
                  </a:lnTo>
                  <a:lnTo>
                    <a:pt x="1686" y="10360"/>
                  </a:lnTo>
                  <a:lnTo>
                    <a:pt x="1475" y="10439"/>
                  </a:lnTo>
                  <a:lnTo>
                    <a:pt x="1264" y="10544"/>
                  </a:lnTo>
                  <a:lnTo>
                    <a:pt x="1067" y="10663"/>
                  </a:lnTo>
                  <a:lnTo>
                    <a:pt x="883" y="10795"/>
                  </a:lnTo>
                  <a:lnTo>
                    <a:pt x="698" y="10966"/>
                  </a:lnTo>
                  <a:lnTo>
                    <a:pt x="540" y="11137"/>
                  </a:lnTo>
                  <a:lnTo>
                    <a:pt x="409" y="11321"/>
                  </a:lnTo>
                  <a:lnTo>
                    <a:pt x="290" y="11519"/>
                  </a:lnTo>
                  <a:lnTo>
                    <a:pt x="185" y="11729"/>
                  </a:lnTo>
                  <a:lnTo>
                    <a:pt x="106" y="11953"/>
                  </a:lnTo>
                  <a:lnTo>
                    <a:pt x="53" y="12177"/>
                  </a:lnTo>
                  <a:lnTo>
                    <a:pt x="14" y="12401"/>
                  </a:lnTo>
                  <a:lnTo>
                    <a:pt x="1" y="12637"/>
                  </a:lnTo>
                  <a:lnTo>
                    <a:pt x="14" y="12874"/>
                  </a:lnTo>
                  <a:lnTo>
                    <a:pt x="53" y="13111"/>
                  </a:lnTo>
                  <a:lnTo>
                    <a:pt x="106" y="13335"/>
                  </a:lnTo>
                  <a:lnTo>
                    <a:pt x="185" y="13559"/>
                  </a:lnTo>
                  <a:lnTo>
                    <a:pt x="290" y="13756"/>
                  </a:lnTo>
                  <a:lnTo>
                    <a:pt x="409" y="13967"/>
                  </a:lnTo>
                  <a:lnTo>
                    <a:pt x="540" y="14151"/>
                  </a:lnTo>
                  <a:lnTo>
                    <a:pt x="698" y="14322"/>
                  </a:lnTo>
                  <a:lnTo>
                    <a:pt x="883" y="14480"/>
                  </a:lnTo>
                  <a:lnTo>
                    <a:pt x="1067" y="14625"/>
                  </a:lnTo>
                  <a:lnTo>
                    <a:pt x="1264" y="14744"/>
                  </a:lnTo>
                  <a:lnTo>
                    <a:pt x="1475" y="14836"/>
                  </a:lnTo>
                  <a:lnTo>
                    <a:pt x="1686" y="14915"/>
                  </a:lnTo>
                  <a:lnTo>
                    <a:pt x="1922" y="14981"/>
                  </a:lnTo>
                  <a:lnTo>
                    <a:pt x="2146" y="15007"/>
                  </a:lnTo>
                  <a:lnTo>
                    <a:pt x="2383" y="15020"/>
                  </a:lnTo>
                  <a:lnTo>
                    <a:pt x="2620" y="15007"/>
                  </a:lnTo>
                  <a:lnTo>
                    <a:pt x="2857" y="14981"/>
                  </a:lnTo>
                  <a:lnTo>
                    <a:pt x="3081" y="14915"/>
                  </a:lnTo>
                  <a:lnTo>
                    <a:pt x="3291" y="14836"/>
                  </a:lnTo>
                  <a:lnTo>
                    <a:pt x="3502" y="14744"/>
                  </a:lnTo>
                  <a:lnTo>
                    <a:pt x="3700" y="14625"/>
                  </a:lnTo>
                  <a:lnTo>
                    <a:pt x="3897" y="14480"/>
                  </a:lnTo>
                  <a:lnTo>
                    <a:pt x="4068" y="14322"/>
                  </a:lnTo>
                  <a:lnTo>
                    <a:pt x="4200" y="14178"/>
                  </a:lnTo>
                  <a:lnTo>
                    <a:pt x="4331" y="14006"/>
                  </a:lnTo>
                  <a:lnTo>
                    <a:pt x="4437" y="13848"/>
                  </a:lnTo>
                  <a:lnTo>
                    <a:pt x="4529" y="13664"/>
                  </a:lnTo>
                  <a:lnTo>
                    <a:pt x="4608" y="13493"/>
                  </a:lnTo>
                  <a:lnTo>
                    <a:pt x="4674" y="13309"/>
                  </a:lnTo>
                  <a:lnTo>
                    <a:pt x="4713" y="13111"/>
                  </a:lnTo>
                  <a:lnTo>
                    <a:pt x="4739" y="12927"/>
                  </a:lnTo>
                  <a:lnTo>
                    <a:pt x="4766" y="12730"/>
                  </a:lnTo>
                  <a:lnTo>
                    <a:pt x="4766" y="12545"/>
                  </a:lnTo>
                  <a:lnTo>
                    <a:pt x="4739" y="12348"/>
                  </a:lnTo>
                  <a:lnTo>
                    <a:pt x="4713" y="12150"/>
                  </a:lnTo>
                  <a:lnTo>
                    <a:pt x="4660" y="11966"/>
                  </a:lnTo>
                  <a:lnTo>
                    <a:pt x="4608" y="11782"/>
                  </a:lnTo>
                  <a:lnTo>
                    <a:pt x="4529" y="11598"/>
                  </a:lnTo>
                  <a:lnTo>
                    <a:pt x="4437" y="11426"/>
                  </a:lnTo>
                  <a:lnTo>
                    <a:pt x="11427" y="4437"/>
                  </a:lnTo>
                  <a:lnTo>
                    <a:pt x="11571" y="4502"/>
                  </a:lnTo>
                  <a:lnTo>
                    <a:pt x="11716" y="4568"/>
                  </a:lnTo>
                  <a:lnTo>
                    <a:pt x="11861" y="4634"/>
                  </a:lnTo>
                  <a:lnTo>
                    <a:pt x="12006" y="4674"/>
                  </a:lnTo>
                  <a:lnTo>
                    <a:pt x="12164" y="4713"/>
                  </a:lnTo>
                  <a:lnTo>
                    <a:pt x="12322" y="4739"/>
                  </a:lnTo>
                  <a:lnTo>
                    <a:pt x="12480" y="4753"/>
                  </a:lnTo>
                  <a:lnTo>
                    <a:pt x="12638" y="4766"/>
                  </a:lnTo>
                  <a:lnTo>
                    <a:pt x="12874" y="4753"/>
                  </a:lnTo>
                  <a:lnTo>
                    <a:pt x="13111" y="4713"/>
                  </a:lnTo>
                  <a:lnTo>
                    <a:pt x="13335" y="4660"/>
                  </a:lnTo>
                  <a:lnTo>
                    <a:pt x="13559" y="4581"/>
                  </a:lnTo>
                  <a:lnTo>
                    <a:pt x="13756" y="4476"/>
                  </a:lnTo>
                  <a:lnTo>
                    <a:pt x="13967" y="4358"/>
                  </a:lnTo>
                  <a:lnTo>
                    <a:pt x="14151" y="4226"/>
                  </a:lnTo>
                  <a:lnTo>
                    <a:pt x="14322" y="4068"/>
                  </a:lnTo>
                  <a:lnTo>
                    <a:pt x="14494" y="3884"/>
                  </a:lnTo>
                  <a:lnTo>
                    <a:pt x="14625" y="3686"/>
                  </a:lnTo>
                  <a:lnTo>
                    <a:pt x="14744" y="3489"/>
                  </a:lnTo>
                  <a:lnTo>
                    <a:pt x="14849" y="3278"/>
                  </a:lnTo>
                  <a:lnTo>
                    <a:pt x="14928" y="3054"/>
                  </a:lnTo>
                  <a:lnTo>
                    <a:pt x="14981" y="2844"/>
                  </a:lnTo>
                  <a:lnTo>
                    <a:pt x="15007" y="2607"/>
                  </a:lnTo>
                  <a:lnTo>
                    <a:pt x="15020" y="2383"/>
                  </a:lnTo>
                  <a:lnTo>
                    <a:pt x="15007" y="2159"/>
                  </a:lnTo>
                  <a:lnTo>
                    <a:pt x="14981" y="1922"/>
                  </a:lnTo>
                  <a:lnTo>
                    <a:pt x="14928" y="1712"/>
                  </a:lnTo>
                  <a:lnTo>
                    <a:pt x="14849" y="1488"/>
                  </a:lnTo>
                  <a:lnTo>
                    <a:pt x="14744" y="1277"/>
                  </a:lnTo>
                  <a:lnTo>
                    <a:pt x="14625" y="1080"/>
                  </a:lnTo>
                  <a:lnTo>
                    <a:pt x="14494" y="882"/>
                  </a:lnTo>
                  <a:lnTo>
                    <a:pt x="14322" y="698"/>
                  </a:lnTo>
                  <a:lnTo>
                    <a:pt x="14151" y="540"/>
                  </a:lnTo>
                  <a:lnTo>
                    <a:pt x="13967" y="409"/>
                  </a:lnTo>
                  <a:lnTo>
                    <a:pt x="13756" y="277"/>
                  </a:lnTo>
                  <a:lnTo>
                    <a:pt x="13559" y="185"/>
                  </a:lnTo>
                  <a:lnTo>
                    <a:pt x="13335" y="106"/>
                  </a:lnTo>
                  <a:lnTo>
                    <a:pt x="13111" y="53"/>
                  </a:lnTo>
                  <a:lnTo>
                    <a:pt x="12874" y="14"/>
                  </a:lnTo>
                  <a:lnTo>
                    <a:pt x="12638"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848;p24">
              <a:extLst>
                <a:ext uri="{FF2B5EF4-FFF2-40B4-BE49-F238E27FC236}">
                  <a16:creationId xmlns:a16="http://schemas.microsoft.com/office/drawing/2014/main" id="{33DD388B-C03E-C686-2823-0F479EA9ECAF}"/>
                </a:ext>
              </a:extLst>
            </p:cNvPr>
            <p:cNvSpPr/>
            <p:nvPr/>
          </p:nvSpPr>
          <p:spPr>
            <a:xfrm>
              <a:off x="4040350" y="3435525"/>
              <a:ext cx="375500" cy="375525"/>
            </a:xfrm>
            <a:custGeom>
              <a:avLst/>
              <a:gdLst/>
              <a:ahLst/>
              <a:cxnLst/>
              <a:rect l="l" t="t" r="r" b="b"/>
              <a:pathLst>
                <a:path w="15020" h="15021" extrusionOk="0">
                  <a:moveTo>
                    <a:pt x="2502" y="1185"/>
                  </a:moveTo>
                  <a:lnTo>
                    <a:pt x="2620" y="1199"/>
                  </a:lnTo>
                  <a:lnTo>
                    <a:pt x="2725" y="1238"/>
                  </a:lnTo>
                  <a:lnTo>
                    <a:pt x="2844" y="1278"/>
                  </a:lnTo>
                  <a:lnTo>
                    <a:pt x="2949" y="1317"/>
                  </a:lnTo>
                  <a:lnTo>
                    <a:pt x="3041" y="1383"/>
                  </a:lnTo>
                  <a:lnTo>
                    <a:pt x="3147" y="1449"/>
                  </a:lnTo>
                  <a:lnTo>
                    <a:pt x="3225" y="1528"/>
                  </a:lnTo>
                  <a:lnTo>
                    <a:pt x="3304" y="1620"/>
                  </a:lnTo>
                  <a:lnTo>
                    <a:pt x="3383" y="1712"/>
                  </a:lnTo>
                  <a:lnTo>
                    <a:pt x="3436" y="1817"/>
                  </a:lnTo>
                  <a:lnTo>
                    <a:pt x="3489" y="1923"/>
                  </a:lnTo>
                  <a:lnTo>
                    <a:pt x="3528" y="2028"/>
                  </a:lnTo>
                  <a:lnTo>
                    <a:pt x="3555" y="2146"/>
                  </a:lnTo>
                  <a:lnTo>
                    <a:pt x="3568" y="2265"/>
                  </a:lnTo>
                  <a:lnTo>
                    <a:pt x="3581" y="2383"/>
                  </a:lnTo>
                  <a:lnTo>
                    <a:pt x="3568" y="2502"/>
                  </a:lnTo>
                  <a:lnTo>
                    <a:pt x="3555" y="2620"/>
                  </a:lnTo>
                  <a:lnTo>
                    <a:pt x="3528" y="2726"/>
                  </a:lnTo>
                  <a:lnTo>
                    <a:pt x="3489" y="2831"/>
                  </a:lnTo>
                  <a:lnTo>
                    <a:pt x="3436" y="2936"/>
                  </a:lnTo>
                  <a:lnTo>
                    <a:pt x="3383" y="3041"/>
                  </a:lnTo>
                  <a:lnTo>
                    <a:pt x="3304" y="3134"/>
                  </a:lnTo>
                  <a:lnTo>
                    <a:pt x="3225" y="3226"/>
                  </a:lnTo>
                  <a:lnTo>
                    <a:pt x="3147" y="3305"/>
                  </a:lnTo>
                  <a:lnTo>
                    <a:pt x="3041" y="3371"/>
                  </a:lnTo>
                  <a:lnTo>
                    <a:pt x="2949" y="3436"/>
                  </a:lnTo>
                  <a:lnTo>
                    <a:pt x="2831" y="3476"/>
                  </a:lnTo>
                  <a:lnTo>
                    <a:pt x="2725" y="3515"/>
                  </a:lnTo>
                  <a:lnTo>
                    <a:pt x="2620" y="3542"/>
                  </a:lnTo>
                  <a:lnTo>
                    <a:pt x="2502" y="3555"/>
                  </a:lnTo>
                  <a:lnTo>
                    <a:pt x="2383" y="3568"/>
                  </a:lnTo>
                  <a:lnTo>
                    <a:pt x="2265" y="3555"/>
                  </a:lnTo>
                  <a:lnTo>
                    <a:pt x="2146" y="3542"/>
                  </a:lnTo>
                  <a:lnTo>
                    <a:pt x="2041" y="3515"/>
                  </a:lnTo>
                  <a:lnTo>
                    <a:pt x="1922" y="3476"/>
                  </a:lnTo>
                  <a:lnTo>
                    <a:pt x="1817" y="3436"/>
                  </a:lnTo>
                  <a:lnTo>
                    <a:pt x="1725" y="3371"/>
                  </a:lnTo>
                  <a:lnTo>
                    <a:pt x="1620" y="3305"/>
                  </a:lnTo>
                  <a:lnTo>
                    <a:pt x="1541" y="3226"/>
                  </a:lnTo>
                  <a:lnTo>
                    <a:pt x="1462" y="3134"/>
                  </a:lnTo>
                  <a:lnTo>
                    <a:pt x="1383" y="3041"/>
                  </a:lnTo>
                  <a:lnTo>
                    <a:pt x="1330" y="2936"/>
                  </a:lnTo>
                  <a:lnTo>
                    <a:pt x="1277" y="2831"/>
                  </a:lnTo>
                  <a:lnTo>
                    <a:pt x="1238" y="2726"/>
                  </a:lnTo>
                  <a:lnTo>
                    <a:pt x="1211" y="2620"/>
                  </a:lnTo>
                  <a:lnTo>
                    <a:pt x="1185" y="2502"/>
                  </a:lnTo>
                  <a:lnTo>
                    <a:pt x="1185" y="2383"/>
                  </a:lnTo>
                  <a:lnTo>
                    <a:pt x="1185" y="2265"/>
                  </a:lnTo>
                  <a:lnTo>
                    <a:pt x="1211" y="2146"/>
                  </a:lnTo>
                  <a:lnTo>
                    <a:pt x="1238" y="2028"/>
                  </a:lnTo>
                  <a:lnTo>
                    <a:pt x="1277" y="1923"/>
                  </a:lnTo>
                  <a:lnTo>
                    <a:pt x="1330" y="1817"/>
                  </a:lnTo>
                  <a:lnTo>
                    <a:pt x="1383" y="1712"/>
                  </a:lnTo>
                  <a:lnTo>
                    <a:pt x="1462" y="1620"/>
                  </a:lnTo>
                  <a:lnTo>
                    <a:pt x="1541" y="1528"/>
                  </a:lnTo>
                  <a:lnTo>
                    <a:pt x="1620" y="1449"/>
                  </a:lnTo>
                  <a:lnTo>
                    <a:pt x="1725" y="1383"/>
                  </a:lnTo>
                  <a:lnTo>
                    <a:pt x="1817" y="1317"/>
                  </a:lnTo>
                  <a:lnTo>
                    <a:pt x="1922" y="1278"/>
                  </a:lnTo>
                  <a:lnTo>
                    <a:pt x="2028" y="1238"/>
                  </a:lnTo>
                  <a:lnTo>
                    <a:pt x="2146" y="1199"/>
                  </a:lnTo>
                  <a:lnTo>
                    <a:pt x="2265" y="1185"/>
                  </a:lnTo>
                  <a:close/>
                  <a:moveTo>
                    <a:pt x="12756" y="11440"/>
                  </a:moveTo>
                  <a:lnTo>
                    <a:pt x="12874" y="11466"/>
                  </a:lnTo>
                  <a:lnTo>
                    <a:pt x="12993" y="11492"/>
                  </a:lnTo>
                  <a:lnTo>
                    <a:pt x="13098" y="11532"/>
                  </a:lnTo>
                  <a:lnTo>
                    <a:pt x="13203" y="11585"/>
                  </a:lnTo>
                  <a:lnTo>
                    <a:pt x="13309" y="11637"/>
                  </a:lnTo>
                  <a:lnTo>
                    <a:pt x="13401" y="11716"/>
                  </a:lnTo>
                  <a:lnTo>
                    <a:pt x="13493" y="11795"/>
                  </a:lnTo>
                  <a:lnTo>
                    <a:pt x="13572" y="11874"/>
                  </a:lnTo>
                  <a:lnTo>
                    <a:pt x="13638" y="11980"/>
                  </a:lnTo>
                  <a:lnTo>
                    <a:pt x="13704" y="12072"/>
                  </a:lnTo>
                  <a:lnTo>
                    <a:pt x="13743" y="12177"/>
                  </a:lnTo>
                  <a:lnTo>
                    <a:pt x="13783" y="12282"/>
                  </a:lnTo>
                  <a:lnTo>
                    <a:pt x="13809" y="12401"/>
                  </a:lnTo>
                  <a:lnTo>
                    <a:pt x="13835" y="12519"/>
                  </a:lnTo>
                  <a:lnTo>
                    <a:pt x="13835" y="12638"/>
                  </a:lnTo>
                  <a:lnTo>
                    <a:pt x="13835" y="12756"/>
                  </a:lnTo>
                  <a:lnTo>
                    <a:pt x="13809" y="12875"/>
                  </a:lnTo>
                  <a:lnTo>
                    <a:pt x="13783" y="12980"/>
                  </a:lnTo>
                  <a:lnTo>
                    <a:pt x="13743" y="13098"/>
                  </a:lnTo>
                  <a:lnTo>
                    <a:pt x="13704" y="13204"/>
                  </a:lnTo>
                  <a:lnTo>
                    <a:pt x="13638" y="13296"/>
                  </a:lnTo>
                  <a:lnTo>
                    <a:pt x="13572" y="13401"/>
                  </a:lnTo>
                  <a:lnTo>
                    <a:pt x="13493" y="13480"/>
                  </a:lnTo>
                  <a:lnTo>
                    <a:pt x="13401" y="13559"/>
                  </a:lnTo>
                  <a:lnTo>
                    <a:pt x="13309" y="13638"/>
                  </a:lnTo>
                  <a:lnTo>
                    <a:pt x="13203" y="13691"/>
                  </a:lnTo>
                  <a:lnTo>
                    <a:pt x="13098" y="13743"/>
                  </a:lnTo>
                  <a:lnTo>
                    <a:pt x="12980" y="13770"/>
                  </a:lnTo>
                  <a:lnTo>
                    <a:pt x="12874" y="13796"/>
                  </a:lnTo>
                  <a:lnTo>
                    <a:pt x="12756" y="13822"/>
                  </a:lnTo>
                  <a:lnTo>
                    <a:pt x="12519" y="13822"/>
                  </a:lnTo>
                  <a:lnTo>
                    <a:pt x="12414" y="13796"/>
                  </a:lnTo>
                  <a:lnTo>
                    <a:pt x="12295" y="13770"/>
                  </a:lnTo>
                  <a:lnTo>
                    <a:pt x="12190" y="13743"/>
                  </a:lnTo>
                  <a:lnTo>
                    <a:pt x="12085" y="13691"/>
                  </a:lnTo>
                  <a:lnTo>
                    <a:pt x="11979" y="13638"/>
                  </a:lnTo>
                  <a:lnTo>
                    <a:pt x="11887" y="13559"/>
                  </a:lnTo>
                  <a:lnTo>
                    <a:pt x="11795" y="13480"/>
                  </a:lnTo>
                  <a:lnTo>
                    <a:pt x="11716" y="13401"/>
                  </a:lnTo>
                  <a:lnTo>
                    <a:pt x="11650" y="13296"/>
                  </a:lnTo>
                  <a:lnTo>
                    <a:pt x="11584" y="13204"/>
                  </a:lnTo>
                  <a:lnTo>
                    <a:pt x="11532" y="13098"/>
                  </a:lnTo>
                  <a:lnTo>
                    <a:pt x="11492" y="12980"/>
                  </a:lnTo>
                  <a:lnTo>
                    <a:pt x="11466" y="12875"/>
                  </a:lnTo>
                  <a:lnTo>
                    <a:pt x="11453" y="12756"/>
                  </a:lnTo>
                  <a:lnTo>
                    <a:pt x="11440" y="12638"/>
                  </a:lnTo>
                  <a:lnTo>
                    <a:pt x="11453" y="12519"/>
                  </a:lnTo>
                  <a:lnTo>
                    <a:pt x="11466" y="12401"/>
                  </a:lnTo>
                  <a:lnTo>
                    <a:pt x="11492" y="12282"/>
                  </a:lnTo>
                  <a:lnTo>
                    <a:pt x="11532" y="12177"/>
                  </a:lnTo>
                  <a:lnTo>
                    <a:pt x="11584" y="12072"/>
                  </a:lnTo>
                  <a:lnTo>
                    <a:pt x="11650" y="11980"/>
                  </a:lnTo>
                  <a:lnTo>
                    <a:pt x="11716" y="11874"/>
                  </a:lnTo>
                  <a:lnTo>
                    <a:pt x="11795" y="11795"/>
                  </a:lnTo>
                  <a:lnTo>
                    <a:pt x="11887" y="11716"/>
                  </a:lnTo>
                  <a:lnTo>
                    <a:pt x="11979" y="11637"/>
                  </a:lnTo>
                  <a:lnTo>
                    <a:pt x="12071" y="11585"/>
                  </a:lnTo>
                  <a:lnTo>
                    <a:pt x="12177" y="11532"/>
                  </a:lnTo>
                  <a:lnTo>
                    <a:pt x="12295" y="11492"/>
                  </a:lnTo>
                  <a:lnTo>
                    <a:pt x="12400" y="11466"/>
                  </a:lnTo>
                  <a:lnTo>
                    <a:pt x="12519" y="11440"/>
                  </a:lnTo>
                  <a:close/>
                  <a:moveTo>
                    <a:pt x="2383" y="1"/>
                  </a:moveTo>
                  <a:lnTo>
                    <a:pt x="2146" y="14"/>
                  </a:lnTo>
                  <a:lnTo>
                    <a:pt x="1909" y="40"/>
                  </a:lnTo>
                  <a:lnTo>
                    <a:pt x="1685" y="106"/>
                  </a:lnTo>
                  <a:lnTo>
                    <a:pt x="1475" y="185"/>
                  </a:lnTo>
                  <a:lnTo>
                    <a:pt x="1264" y="277"/>
                  </a:lnTo>
                  <a:lnTo>
                    <a:pt x="1067" y="396"/>
                  </a:lnTo>
                  <a:lnTo>
                    <a:pt x="869" y="540"/>
                  </a:lnTo>
                  <a:lnTo>
                    <a:pt x="698" y="698"/>
                  </a:lnTo>
                  <a:lnTo>
                    <a:pt x="540" y="870"/>
                  </a:lnTo>
                  <a:lnTo>
                    <a:pt x="409" y="1054"/>
                  </a:lnTo>
                  <a:lnTo>
                    <a:pt x="277" y="1264"/>
                  </a:lnTo>
                  <a:lnTo>
                    <a:pt x="185" y="1462"/>
                  </a:lnTo>
                  <a:lnTo>
                    <a:pt x="106" y="1686"/>
                  </a:lnTo>
                  <a:lnTo>
                    <a:pt x="53" y="1909"/>
                  </a:lnTo>
                  <a:lnTo>
                    <a:pt x="14" y="2146"/>
                  </a:lnTo>
                  <a:lnTo>
                    <a:pt x="0" y="2383"/>
                  </a:lnTo>
                  <a:lnTo>
                    <a:pt x="14" y="2620"/>
                  </a:lnTo>
                  <a:lnTo>
                    <a:pt x="53" y="2844"/>
                  </a:lnTo>
                  <a:lnTo>
                    <a:pt x="106" y="3068"/>
                  </a:lnTo>
                  <a:lnTo>
                    <a:pt x="185" y="3292"/>
                  </a:lnTo>
                  <a:lnTo>
                    <a:pt x="277" y="3502"/>
                  </a:lnTo>
                  <a:lnTo>
                    <a:pt x="395" y="3700"/>
                  </a:lnTo>
                  <a:lnTo>
                    <a:pt x="540" y="3884"/>
                  </a:lnTo>
                  <a:lnTo>
                    <a:pt x="698" y="4055"/>
                  </a:lnTo>
                  <a:lnTo>
                    <a:pt x="869" y="4213"/>
                  </a:lnTo>
                  <a:lnTo>
                    <a:pt x="1067" y="4358"/>
                  </a:lnTo>
                  <a:lnTo>
                    <a:pt x="1264" y="4476"/>
                  </a:lnTo>
                  <a:lnTo>
                    <a:pt x="1475" y="4582"/>
                  </a:lnTo>
                  <a:lnTo>
                    <a:pt x="1685" y="4661"/>
                  </a:lnTo>
                  <a:lnTo>
                    <a:pt x="1909" y="4713"/>
                  </a:lnTo>
                  <a:lnTo>
                    <a:pt x="2146" y="4740"/>
                  </a:lnTo>
                  <a:lnTo>
                    <a:pt x="2383" y="4753"/>
                  </a:lnTo>
                  <a:lnTo>
                    <a:pt x="2541" y="4753"/>
                  </a:lnTo>
                  <a:lnTo>
                    <a:pt x="2699" y="4740"/>
                  </a:lnTo>
                  <a:lnTo>
                    <a:pt x="2857" y="4713"/>
                  </a:lnTo>
                  <a:lnTo>
                    <a:pt x="3015" y="4674"/>
                  </a:lnTo>
                  <a:lnTo>
                    <a:pt x="3160" y="4621"/>
                  </a:lnTo>
                  <a:lnTo>
                    <a:pt x="3318" y="4568"/>
                  </a:lnTo>
                  <a:lnTo>
                    <a:pt x="3449" y="4503"/>
                  </a:lnTo>
                  <a:lnTo>
                    <a:pt x="3594" y="4424"/>
                  </a:lnTo>
                  <a:lnTo>
                    <a:pt x="10597" y="11427"/>
                  </a:lnTo>
                  <a:lnTo>
                    <a:pt x="10518" y="11558"/>
                  </a:lnTo>
                  <a:lnTo>
                    <a:pt x="10452" y="11703"/>
                  </a:lnTo>
                  <a:lnTo>
                    <a:pt x="10400" y="11848"/>
                  </a:lnTo>
                  <a:lnTo>
                    <a:pt x="10347" y="12006"/>
                  </a:lnTo>
                  <a:lnTo>
                    <a:pt x="10307" y="12164"/>
                  </a:lnTo>
                  <a:lnTo>
                    <a:pt x="10281" y="12322"/>
                  </a:lnTo>
                  <a:lnTo>
                    <a:pt x="10268" y="12480"/>
                  </a:lnTo>
                  <a:lnTo>
                    <a:pt x="10268" y="12638"/>
                  </a:lnTo>
                  <a:lnTo>
                    <a:pt x="10268" y="12875"/>
                  </a:lnTo>
                  <a:lnTo>
                    <a:pt x="10307" y="13112"/>
                  </a:lnTo>
                  <a:lnTo>
                    <a:pt x="10360" y="13335"/>
                  </a:lnTo>
                  <a:lnTo>
                    <a:pt x="10439" y="13546"/>
                  </a:lnTo>
                  <a:lnTo>
                    <a:pt x="10544" y="13757"/>
                  </a:lnTo>
                  <a:lnTo>
                    <a:pt x="10663" y="13954"/>
                  </a:lnTo>
                  <a:lnTo>
                    <a:pt x="10795" y="14138"/>
                  </a:lnTo>
                  <a:lnTo>
                    <a:pt x="10952" y="14323"/>
                  </a:lnTo>
                  <a:lnTo>
                    <a:pt x="11137" y="14481"/>
                  </a:lnTo>
                  <a:lnTo>
                    <a:pt x="11321" y="14612"/>
                  </a:lnTo>
                  <a:lnTo>
                    <a:pt x="11518" y="14731"/>
                  </a:lnTo>
                  <a:lnTo>
                    <a:pt x="11729" y="14836"/>
                  </a:lnTo>
                  <a:lnTo>
                    <a:pt x="11953" y="14915"/>
                  </a:lnTo>
                  <a:lnTo>
                    <a:pt x="12177" y="14968"/>
                  </a:lnTo>
                  <a:lnTo>
                    <a:pt x="12400" y="15007"/>
                  </a:lnTo>
                  <a:lnTo>
                    <a:pt x="12637" y="15020"/>
                  </a:lnTo>
                  <a:lnTo>
                    <a:pt x="12874" y="15007"/>
                  </a:lnTo>
                  <a:lnTo>
                    <a:pt x="13111" y="14968"/>
                  </a:lnTo>
                  <a:lnTo>
                    <a:pt x="13335" y="14915"/>
                  </a:lnTo>
                  <a:lnTo>
                    <a:pt x="13546" y="14836"/>
                  </a:lnTo>
                  <a:lnTo>
                    <a:pt x="13756" y="14731"/>
                  </a:lnTo>
                  <a:lnTo>
                    <a:pt x="13954" y="14612"/>
                  </a:lnTo>
                  <a:lnTo>
                    <a:pt x="14151" y="14481"/>
                  </a:lnTo>
                  <a:lnTo>
                    <a:pt x="14322" y="14323"/>
                  </a:lnTo>
                  <a:lnTo>
                    <a:pt x="14480" y="14138"/>
                  </a:lnTo>
                  <a:lnTo>
                    <a:pt x="14625" y="13954"/>
                  </a:lnTo>
                  <a:lnTo>
                    <a:pt x="14744" y="13757"/>
                  </a:lnTo>
                  <a:lnTo>
                    <a:pt x="14836" y="13546"/>
                  </a:lnTo>
                  <a:lnTo>
                    <a:pt x="14915" y="13335"/>
                  </a:lnTo>
                  <a:lnTo>
                    <a:pt x="14980" y="13112"/>
                  </a:lnTo>
                  <a:lnTo>
                    <a:pt x="15007" y="12875"/>
                  </a:lnTo>
                  <a:lnTo>
                    <a:pt x="15020" y="12638"/>
                  </a:lnTo>
                  <a:lnTo>
                    <a:pt x="15007" y="12401"/>
                  </a:lnTo>
                  <a:lnTo>
                    <a:pt x="14980" y="12164"/>
                  </a:lnTo>
                  <a:lnTo>
                    <a:pt x="14915" y="11940"/>
                  </a:lnTo>
                  <a:lnTo>
                    <a:pt x="14836" y="11729"/>
                  </a:lnTo>
                  <a:lnTo>
                    <a:pt x="14744" y="11519"/>
                  </a:lnTo>
                  <a:lnTo>
                    <a:pt x="14625" y="11321"/>
                  </a:lnTo>
                  <a:lnTo>
                    <a:pt x="14480" y="11137"/>
                  </a:lnTo>
                  <a:lnTo>
                    <a:pt x="14322" y="10953"/>
                  </a:lnTo>
                  <a:lnTo>
                    <a:pt x="14151" y="10795"/>
                  </a:lnTo>
                  <a:lnTo>
                    <a:pt x="13954" y="10663"/>
                  </a:lnTo>
                  <a:lnTo>
                    <a:pt x="13756" y="10532"/>
                  </a:lnTo>
                  <a:lnTo>
                    <a:pt x="13546" y="10439"/>
                  </a:lnTo>
                  <a:lnTo>
                    <a:pt x="13335" y="10360"/>
                  </a:lnTo>
                  <a:lnTo>
                    <a:pt x="13111" y="10308"/>
                  </a:lnTo>
                  <a:lnTo>
                    <a:pt x="12874" y="10268"/>
                  </a:lnTo>
                  <a:lnTo>
                    <a:pt x="12637" y="10255"/>
                  </a:lnTo>
                  <a:lnTo>
                    <a:pt x="12479" y="10268"/>
                  </a:lnTo>
                  <a:lnTo>
                    <a:pt x="12321" y="10281"/>
                  </a:lnTo>
                  <a:lnTo>
                    <a:pt x="12164" y="10308"/>
                  </a:lnTo>
                  <a:lnTo>
                    <a:pt x="12006" y="10347"/>
                  </a:lnTo>
                  <a:lnTo>
                    <a:pt x="11861" y="10387"/>
                  </a:lnTo>
                  <a:lnTo>
                    <a:pt x="11716" y="10453"/>
                  </a:lnTo>
                  <a:lnTo>
                    <a:pt x="11571" y="10518"/>
                  </a:lnTo>
                  <a:lnTo>
                    <a:pt x="11426" y="10584"/>
                  </a:lnTo>
                  <a:lnTo>
                    <a:pt x="4423" y="3594"/>
                  </a:lnTo>
                  <a:lnTo>
                    <a:pt x="4502" y="3450"/>
                  </a:lnTo>
                  <a:lnTo>
                    <a:pt x="4568" y="3305"/>
                  </a:lnTo>
                  <a:lnTo>
                    <a:pt x="4634" y="3160"/>
                  </a:lnTo>
                  <a:lnTo>
                    <a:pt x="4673" y="3015"/>
                  </a:lnTo>
                  <a:lnTo>
                    <a:pt x="4713" y="2857"/>
                  </a:lnTo>
                  <a:lnTo>
                    <a:pt x="4739" y="2699"/>
                  </a:lnTo>
                  <a:lnTo>
                    <a:pt x="4752" y="2541"/>
                  </a:lnTo>
                  <a:lnTo>
                    <a:pt x="4766" y="2383"/>
                  </a:lnTo>
                  <a:lnTo>
                    <a:pt x="4752" y="2146"/>
                  </a:lnTo>
                  <a:lnTo>
                    <a:pt x="4713" y="1909"/>
                  </a:lnTo>
                  <a:lnTo>
                    <a:pt x="4660" y="1686"/>
                  </a:lnTo>
                  <a:lnTo>
                    <a:pt x="4581" y="1462"/>
                  </a:lnTo>
                  <a:lnTo>
                    <a:pt x="4476" y="1264"/>
                  </a:lnTo>
                  <a:lnTo>
                    <a:pt x="4358" y="1054"/>
                  </a:lnTo>
                  <a:lnTo>
                    <a:pt x="4226" y="870"/>
                  </a:lnTo>
                  <a:lnTo>
                    <a:pt x="4068" y="698"/>
                  </a:lnTo>
                  <a:lnTo>
                    <a:pt x="3884" y="540"/>
                  </a:lnTo>
                  <a:lnTo>
                    <a:pt x="3699" y="396"/>
                  </a:lnTo>
                  <a:lnTo>
                    <a:pt x="3502" y="277"/>
                  </a:lnTo>
                  <a:lnTo>
                    <a:pt x="3291" y="185"/>
                  </a:lnTo>
                  <a:lnTo>
                    <a:pt x="3081" y="106"/>
                  </a:lnTo>
                  <a:lnTo>
                    <a:pt x="2844" y="40"/>
                  </a:lnTo>
                  <a:lnTo>
                    <a:pt x="2620" y="14"/>
                  </a:lnTo>
                  <a:lnTo>
                    <a:pt x="2383" y="1"/>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849;p24">
              <a:extLst>
                <a:ext uri="{FF2B5EF4-FFF2-40B4-BE49-F238E27FC236}">
                  <a16:creationId xmlns:a16="http://schemas.microsoft.com/office/drawing/2014/main" id="{638A5690-4545-7B71-815B-E5BB15302E5A}"/>
                </a:ext>
              </a:extLst>
            </p:cNvPr>
            <p:cNvSpPr/>
            <p:nvPr/>
          </p:nvSpPr>
          <p:spPr>
            <a:xfrm>
              <a:off x="6204425" y="2754325"/>
              <a:ext cx="380450" cy="380450"/>
            </a:xfrm>
            <a:custGeom>
              <a:avLst/>
              <a:gdLst/>
              <a:ahLst/>
              <a:cxnLst/>
              <a:rect l="l" t="t" r="r" b="b"/>
              <a:pathLst>
                <a:path w="15218" h="15218" extrusionOk="0">
                  <a:moveTo>
                    <a:pt x="2502" y="1185"/>
                  </a:moveTo>
                  <a:lnTo>
                    <a:pt x="2620" y="1211"/>
                  </a:lnTo>
                  <a:lnTo>
                    <a:pt x="2725" y="1238"/>
                  </a:lnTo>
                  <a:lnTo>
                    <a:pt x="2844" y="1277"/>
                  </a:lnTo>
                  <a:lnTo>
                    <a:pt x="2949" y="1330"/>
                  </a:lnTo>
                  <a:lnTo>
                    <a:pt x="3041" y="1382"/>
                  </a:lnTo>
                  <a:lnTo>
                    <a:pt x="3133" y="1461"/>
                  </a:lnTo>
                  <a:lnTo>
                    <a:pt x="3226" y="1540"/>
                  </a:lnTo>
                  <a:lnTo>
                    <a:pt x="3305" y="1619"/>
                  </a:lnTo>
                  <a:lnTo>
                    <a:pt x="3384" y="1725"/>
                  </a:lnTo>
                  <a:lnTo>
                    <a:pt x="3436" y="1830"/>
                  </a:lnTo>
                  <a:lnTo>
                    <a:pt x="3489" y="1935"/>
                  </a:lnTo>
                  <a:lnTo>
                    <a:pt x="3528" y="2041"/>
                  </a:lnTo>
                  <a:lnTo>
                    <a:pt x="3555" y="2159"/>
                  </a:lnTo>
                  <a:lnTo>
                    <a:pt x="3568" y="2264"/>
                  </a:lnTo>
                  <a:lnTo>
                    <a:pt x="3581" y="2383"/>
                  </a:lnTo>
                  <a:lnTo>
                    <a:pt x="3568" y="2501"/>
                  </a:lnTo>
                  <a:lnTo>
                    <a:pt x="3555" y="2607"/>
                  </a:lnTo>
                  <a:lnTo>
                    <a:pt x="3528" y="2725"/>
                  </a:lnTo>
                  <a:lnTo>
                    <a:pt x="3489" y="2830"/>
                  </a:lnTo>
                  <a:lnTo>
                    <a:pt x="3436" y="2936"/>
                  </a:lnTo>
                  <a:lnTo>
                    <a:pt x="3384" y="3041"/>
                  </a:lnTo>
                  <a:lnTo>
                    <a:pt x="3305" y="3133"/>
                  </a:lnTo>
                  <a:lnTo>
                    <a:pt x="3226" y="3225"/>
                  </a:lnTo>
                  <a:lnTo>
                    <a:pt x="3133" y="3304"/>
                  </a:lnTo>
                  <a:lnTo>
                    <a:pt x="3041" y="3370"/>
                  </a:lnTo>
                  <a:lnTo>
                    <a:pt x="2936" y="3436"/>
                  </a:lnTo>
                  <a:lnTo>
                    <a:pt x="2831" y="3489"/>
                  </a:lnTo>
                  <a:lnTo>
                    <a:pt x="2725" y="3515"/>
                  </a:lnTo>
                  <a:lnTo>
                    <a:pt x="2607" y="3541"/>
                  </a:lnTo>
                  <a:lnTo>
                    <a:pt x="2502" y="3568"/>
                  </a:lnTo>
                  <a:lnTo>
                    <a:pt x="2265" y="3568"/>
                  </a:lnTo>
                  <a:lnTo>
                    <a:pt x="2146" y="3541"/>
                  </a:lnTo>
                  <a:lnTo>
                    <a:pt x="2041" y="3515"/>
                  </a:lnTo>
                  <a:lnTo>
                    <a:pt x="1922" y="3489"/>
                  </a:lnTo>
                  <a:lnTo>
                    <a:pt x="1817" y="3436"/>
                  </a:lnTo>
                  <a:lnTo>
                    <a:pt x="1712" y="3383"/>
                  </a:lnTo>
                  <a:lnTo>
                    <a:pt x="1620" y="3304"/>
                  </a:lnTo>
                  <a:lnTo>
                    <a:pt x="1527" y="3225"/>
                  </a:lnTo>
                  <a:lnTo>
                    <a:pt x="1448" y="3133"/>
                  </a:lnTo>
                  <a:lnTo>
                    <a:pt x="1383" y="3041"/>
                  </a:lnTo>
                  <a:lnTo>
                    <a:pt x="1317" y="2936"/>
                  </a:lnTo>
                  <a:lnTo>
                    <a:pt x="1264" y="2830"/>
                  </a:lnTo>
                  <a:lnTo>
                    <a:pt x="1238" y="2725"/>
                  </a:lnTo>
                  <a:lnTo>
                    <a:pt x="1198" y="2607"/>
                  </a:lnTo>
                  <a:lnTo>
                    <a:pt x="1185" y="2501"/>
                  </a:lnTo>
                  <a:lnTo>
                    <a:pt x="1185" y="2383"/>
                  </a:lnTo>
                  <a:lnTo>
                    <a:pt x="1185" y="2264"/>
                  </a:lnTo>
                  <a:lnTo>
                    <a:pt x="1198" y="2159"/>
                  </a:lnTo>
                  <a:lnTo>
                    <a:pt x="1238" y="2041"/>
                  </a:lnTo>
                  <a:lnTo>
                    <a:pt x="1264" y="1935"/>
                  </a:lnTo>
                  <a:lnTo>
                    <a:pt x="1317" y="1830"/>
                  </a:lnTo>
                  <a:lnTo>
                    <a:pt x="1383" y="1725"/>
                  </a:lnTo>
                  <a:lnTo>
                    <a:pt x="1448" y="1619"/>
                  </a:lnTo>
                  <a:lnTo>
                    <a:pt x="1527" y="1540"/>
                  </a:lnTo>
                  <a:lnTo>
                    <a:pt x="1620" y="1461"/>
                  </a:lnTo>
                  <a:lnTo>
                    <a:pt x="1712" y="1382"/>
                  </a:lnTo>
                  <a:lnTo>
                    <a:pt x="1817" y="1330"/>
                  </a:lnTo>
                  <a:lnTo>
                    <a:pt x="1922" y="1277"/>
                  </a:lnTo>
                  <a:lnTo>
                    <a:pt x="2028" y="1238"/>
                  </a:lnTo>
                  <a:lnTo>
                    <a:pt x="2146" y="1211"/>
                  </a:lnTo>
                  <a:lnTo>
                    <a:pt x="2265" y="1185"/>
                  </a:lnTo>
                  <a:close/>
                  <a:moveTo>
                    <a:pt x="12967" y="11650"/>
                  </a:moveTo>
                  <a:lnTo>
                    <a:pt x="13072" y="11663"/>
                  </a:lnTo>
                  <a:lnTo>
                    <a:pt x="13190" y="11703"/>
                  </a:lnTo>
                  <a:lnTo>
                    <a:pt x="13296" y="11742"/>
                  </a:lnTo>
                  <a:lnTo>
                    <a:pt x="13401" y="11782"/>
                  </a:lnTo>
                  <a:lnTo>
                    <a:pt x="13506" y="11847"/>
                  </a:lnTo>
                  <a:lnTo>
                    <a:pt x="13598" y="11913"/>
                  </a:lnTo>
                  <a:lnTo>
                    <a:pt x="13691" y="11992"/>
                  </a:lnTo>
                  <a:lnTo>
                    <a:pt x="13770" y="12084"/>
                  </a:lnTo>
                  <a:lnTo>
                    <a:pt x="13835" y="12176"/>
                  </a:lnTo>
                  <a:lnTo>
                    <a:pt x="13901" y="12282"/>
                  </a:lnTo>
                  <a:lnTo>
                    <a:pt x="13954" y="12387"/>
                  </a:lnTo>
                  <a:lnTo>
                    <a:pt x="13993" y="12492"/>
                  </a:lnTo>
                  <a:lnTo>
                    <a:pt x="14020" y="12611"/>
                  </a:lnTo>
                  <a:lnTo>
                    <a:pt x="14033" y="12729"/>
                  </a:lnTo>
                  <a:lnTo>
                    <a:pt x="14033" y="12848"/>
                  </a:lnTo>
                  <a:lnTo>
                    <a:pt x="14033" y="12966"/>
                  </a:lnTo>
                  <a:lnTo>
                    <a:pt x="14020" y="13085"/>
                  </a:lnTo>
                  <a:lnTo>
                    <a:pt x="13993" y="13190"/>
                  </a:lnTo>
                  <a:lnTo>
                    <a:pt x="13954" y="13309"/>
                  </a:lnTo>
                  <a:lnTo>
                    <a:pt x="13901" y="13414"/>
                  </a:lnTo>
                  <a:lnTo>
                    <a:pt x="13835" y="13506"/>
                  </a:lnTo>
                  <a:lnTo>
                    <a:pt x="13770" y="13598"/>
                  </a:lnTo>
                  <a:lnTo>
                    <a:pt x="13691" y="13690"/>
                  </a:lnTo>
                  <a:lnTo>
                    <a:pt x="13598" y="13769"/>
                  </a:lnTo>
                  <a:lnTo>
                    <a:pt x="13506" y="13835"/>
                  </a:lnTo>
                  <a:lnTo>
                    <a:pt x="13401" y="13901"/>
                  </a:lnTo>
                  <a:lnTo>
                    <a:pt x="13296" y="13940"/>
                  </a:lnTo>
                  <a:lnTo>
                    <a:pt x="13190" y="13980"/>
                  </a:lnTo>
                  <a:lnTo>
                    <a:pt x="13072" y="14006"/>
                  </a:lnTo>
                  <a:lnTo>
                    <a:pt x="12953" y="14019"/>
                  </a:lnTo>
                  <a:lnTo>
                    <a:pt x="12835" y="14033"/>
                  </a:lnTo>
                  <a:lnTo>
                    <a:pt x="12730" y="14019"/>
                  </a:lnTo>
                  <a:lnTo>
                    <a:pt x="12611" y="14006"/>
                  </a:lnTo>
                  <a:lnTo>
                    <a:pt x="12493" y="13980"/>
                  </a:lnTo>
                  <a:lnTo>
                    <a:pt x="12387" y="13940"/>
                  </a:lnTo>
                  <a:lnTo>
                    <a:pt x="12282" y="13901"/>
                  </a:lnTo>
                  <a:lnTo>
                    <a:pt x="12177" y="13835"/>
                  </a:lnTo>
                  <a:lnTo>
                    <a:pt x="12085" y="13769"/>
                  </a:lnTo>
                  <a:lnTo>
                    <a:pt x="11992" y="13690"/>
                  </a:lnTo>
                  <a:lnTo>
                    <a:pt x="11913" y="13598"/>
                  </a:lnTo>
                  <a:lnTo>
                    <a:pt x="11848" y="13506"/>
                  </a:lnTo>
                  <a:lnTo>
                    <a:pt x="11782" y="13414"/>
                  </a:lnTo>
                  <a:lnTo>
                    <a:pt x="11729" y="13309"/>
                  </a:lnTo>
                  <a:lnTo>
                    <a:pt x="11690" y="13190"/>
                  </a:lnTo>
                  <a:lnTo>
                    <a:pt x="11663" y="13085"/>
                  </a:lnTo>
                  <a:lnTo>
                    <a:pt x="11650" y="12966"/>
                  </a:lnTo>
                  <a:lnTo>
                    <a:pt x="11650" y="12848"/>
                  </a:lnTo>
                  <a:lnTo>
                    <a:pt x="11650" y="12729"/>
                  </a:lnTo>
                  <a:lnTo>
                    <a:pt x="11663" y="12611"/>
                  </a:lnTo>
                  <a:lnTo>
                    <a:pt x="11690" y="12492"/>
                  </a:lnTo>
                  <a:lnTo>
                    <a:pt x="11729" y="12387"/>
                  </a:lnTo>
                  <a:lnTo>
                    <a:pt x="11782" y="12282"/>
                  </a:lnTo>
                  <a:lnTo>
                    <a:pt x="11848" y="12176"/>
                  </a:lnTo>
                  <a:lnTo>
                    <a:pt x="11913" y="12084"/>
                  </a:lnTo>
                  <a:lnTo>
                    <a:pt x="11992" y="11992"/>
                  </a:lnTo>
                  <a:lnTo>
                    <a:pt x="12085" y="11913"/>
                  </a:lnTo>
                  <a:lnTo>
                    <a:pt x="12177" y="11847"/>
                  </a:lnTo>
                  <a:lnTo>
                    <a:pt x="12282" y="11782"/>
                  </a:lnTo>
                  <a:lnTo>
                    <a:pt x="12387" y="11742"/>
                  </a:lnTo>
                  <a:lnTo>
                    <a:pt x="12493" y="11703"/>
                  </a:lnTo>
                  <a:lnTo>
                    <a:pt x="12611" y="11663"/>
                  </a:lnTo>
                  <a:lnTo>
                    <a:pt x="12716" y="11650"/>
                  </a:lnTo>
                  <a:close/>
                  <a:moveTo>
                    <a:pt x="2383" y="0"/>
                  </a:moveTo>
                  <a:lnTo>
                    <a:pt x="2146" y="13"/>
                  </a:lnTo>
                  <a:lnTo>
                    <a:pt x="1909" y="53"/>
                  </a:lnTo>
                  <a:lnTo>
                    <a:pt x="1685" y="106"/>
                  </a:lnTo>
                  <a:lnTo>
                    <a:pt x="1475" y="185"/>
                  </a:lnTo>
                  <a:lnTo>
                    <a:pt x="1264" y="277"/>
                  </a:lnTo>
                  <a:lnTo>
                    <a:pt x="1067" y="395"/>
                  </a:lnTo>
                  <a:lnTo>
                    <a:pt x="869" y="540"/>
                  </a:lnTo>
                  <a:lnTo>
                    <a:pt x="698" y="698"/>
                  </a:lnTo>
                  <a:lnTo>
                    <a:pt x="540" y="882"/>
                  </a:lnTo>
                  <a:lnTo>
                    <a:pt x="395" y="1066"/>
                  </a:lnTo>
                  <a:lnTo>
                    <a:pt x="277" y="1277"/>
                  </a:lnTo>
                  <a:lnTo>
                    <a:pt x="172" y="1488"/>
                  </a:lnTo>
                  <a:lnTo>
                    <a:pt x="106" y="1698"/>
                  </a:lnTo>
                  <a:lnTo>
                    <a:pt x="40" y="1922"/>
                  </a:lnTo>
                  <a:lnTo>
                    <a:pt x="14" y="2159"/>
                  </a:lnTo>
                  <a:lnTo>
                    <a:pt x="1" y="2383"/>
                  </a:lnTo>
                  <a:lnTo>
                    <a:pt x="14" y="2607"/>
                  </a:lnTo>
                  <a:lnTo>
                    <a:pt x="40" y="2830"/>
                  </a:lnTo>
                  <a:lnTo>
                    <a:pt x="106" y="3054"/>
                  </a:lnTo>
                  <a:lnTo>
                    <a:pt x="172" y="3278"/>
                  </a:lnTo>
                  <a:lnTo>
                    <a:pt x="277" y="3489"/>
                  </a:lnTo>
                  <a:lnTo>
                    <a:pt x="395" y="3686"/>
                  </a:lnTo>
                  <a:lnTo>
                    <a:pt x="540" y="3883"/>
                  </a:lnTo>
                  <a:lnTo>
                    <a:pt x="698" y="4068"/>
                  </a:lnTo>
                  <a:lnTo>
                    <a:pt x="869" y="4226"/>
                  </a:lnTo>
                  <a:lnTo>
                    <a:pt x="1067" y="4357"/>
                  </a:lnTo>
                  <a:lnTo>
                    <a:pt x="1264" y="4476"/>
                  </a:lnTo>
                  <a:lnTo>
                    <a:pt x="1475" y="4581"/>
                  </a:lnTo>
                  <a:lnTo>
                    <a:pt x="1685" y="4660"/>
                  </a:lnTo>
                  <a:lnTo>
                    <a:pt x="1909" y="4713"/>
                  </a:lnTo>
                  <a:lnTo>
                    <a:pt x="2146" y="4752"/>
                  </a:lnTo>
                  <a:lnTo>
                    <a:pt x="2383" y="4765"/>
                  </a:lnTo>
                  <a:lnTo>
                    <a:pt x="2541" y="4752"/>
                  </a:lnTo>
                  <a:lnTo>
                    <a:pt x="2699" y="4739"/>
                  </a:lnTo>
                  <a:lnTo>
                    <a:pt x="2857" y="4713"/>
                  </a:lnTo>
                  <a:lnTo>
                    <a:pt x="3015" y="4673"/>
                  </a:lnTo>
                  <a:lnTo>
                    <a:pt x="3160" y="4634"/>
                  </a:lnTo>
                  <a:lnTo>
                    <a:pt x="3305" y="4568"/>
                  </a:lnTo>
                  <a:lnTo>
                    <a:pt x="3449" y="4502"/>
                  </a:lnTo>
                  <a:lnTo>
                    <a:pt x="3594" y="4423"/>
                  </a:lnTo>
                  <a:lnTo>
                    <a:pt x="10795" y="11637"/>
                  </a:lnTo>
                  <a:lnTo>
                    <a:pt x="10716" y="11768"/>
                  </a:lnTo>
                  <a:lnTo>
                    <a:pt x="10650" y="11913"/>
                  </a:lnTo>
                  <a:lnTo>
                    <a:pt x="10597" y="12058"/>
                  </a:lnTo>
                  <a:lnTo>
                    <a:pt x="10544" y="12216"/>
                  </a:lnTo>
                  <a:lnTo>
                    <a:pt x="10505" y="12361"/>
                  </a:lnTo>
                  <a:lnTo>
                    <a:pt x="10479" y="12519"/>
                  </a:lnTo>
                  <a:lnTo>
                    <a:pt x="10465" y="12677"/>
                  </a:lnTo>
                  <a:lnTo>
                    <a:pt x="10465" y="12848"/>
                  </a:lnTo>
                  <a:lnTo>
                    <a:pt x="10479" y="13085"/>
                  </a:lnTo>
                  <a:lnTo>
                    <a:pt x="10505" y="13309"/>
                  </a:lnTo>
                  <a:lnTo>
                    <a:pt x="10571" y="13532"/>
                  </a:lnTo>
                  <a:lnTo>
                    <a:pt x="10637" y="13756"/>
                  </a:lnTo>
                  <a:lnTo>
                    <a:pt x="10742" y="13967"/>
                  </a:lnTo>
                  <a:lnTo>
                    <a:pt x="10860" y="14164"/>
                  </a:lnTo>
                  <a:lnTo>
                    <a:pt x="11005" y="14348"/>
                  </a:lnTo>
                  <a:lnTo>
                    <a:pt x="11163" y="14520"/>
                  </a:lnTo>
                  <a:lnTo>
                    <a:pt x="11334" y="14691"/>
                  </a:lnTo>
                  <a:lnTo>
                    <a:pt x="11519" y="14822"/>
                  </a:lnTo>
                  <a:lnTo>
                    <a:pt x="11716" y="14941"/>
                  </a:lnTo>
                  <a:lnTo>
                    <a:pt x="11927" y="15046"/>
                  </a:lnTo>
                  <a:lnTo>
                    <a:pt x="12150" y="15125"/>
                  </a:lnTo>
                  <a:lnTo>
                    <a:pt x="12374" y="15178"/>
                  </a:lnTo>
                  <a:lnTo>
                    <a:pt x="12611" y="15217"/>
                  </a:lnTo>
                  <a:lnTo>
                    <a:pt x="13072" y="15217"/>
                  </a:lnTo>
                  <a:lnTo>
                    <a:pt x="13309" y="15178"/>
                  </a:lnTo>
                  <a:lnTo>
                    <a:pt x="13533" y="15125"/>
                  </a:lnTo>
                  <a:lnTo>
                    <a:pt x="13756" y="15046"/>
                  </a:lnTo>
                  <a:lnTo>
                    <a:pt x="13967" y="14941"/>
                  </a:lnTo>
                  <a:lnTo>
                    <a:pt x="14164" y="14822"/>
                  </a:lnTo>
                  <a:lnTo>
                    <a:pt x="14349" y="14691"/>
                  </a:lnTo>
                  <a:lnTo>
                    <a:pt x="14520" y="14520"/>
                  </a:lnTo>
                  <a:lnTo>
                    <a:pt x="14678" y="14348"/>
                  </a:lnTo>
                  <a:lnTo>
                    <a:pt x="14823" y="14164"/>
                  </a:lnTo>
                  <a:lnTo>
                    <a:pt x="14941" y="13967"/>
                  </a:lnTo>
                  <a:lnTo>
                    <a:pt x="15046" y="13756"/>
                  </a:lnTo>
                  <a:lnTo>
                    <a:pt x="15112" y="13532"/>
                  </a:lnTo>
                  <a:lnTo>
                    <a:pt x="15178" y="13309"/>
                  </a:lnTo>
                  <a:lnTo>
                    <a:pt x="15204" y="13085"/>
                  </a:lnTo>
                  <a:lnTo>
                    <a:pt x="15218" y="12848"/>
                  </a:lnTo>
                  <a:lnTo>
                    <a:pt x="15204" y="12611"/>
                  </a:lnTo>
                  <a:lnTo>
                    <a:pt x="15178" y="12374"/>
                  </a:lnTo>
                  <a:lnTo>
                    <a:pt x="15112" y="12150"/>
                  </a:lnTo>
                  <a:lnTo>
                    <a:pt x="15046" y="11940"/>
                  </a:lnTo>
                  <a:lnTo>
                    <a:pt x="14941" y="11729"/>
                  </a:lnTo>
                  <a:lnTo>
                    <a:pt x="14823" y="11518"/>
                  </a:lnTo>
                  <a:lnTo>
                    <a:pt x="14678" y="11334"/>
                  </a:lnTo>
                  <a:lnTo>
                    <a:pt x="14520" y="11163"/>
                  </a:lnTo>
                  <a:lnTo>
                    <a:pt x="14349" y="11005"/>
                  </a:lnTo>
                  <a:lnTo>
                    <a:pt x="14164" y="10860"/>
                  </a:lnTo>
                  <a:lnTo>
                    <a:pt x="13967" y="10742"/>
                  </a:lnTo>
                  <a:lnTo>
                    <a:pt x="13756" y="10650"/>
                  </a:lnTo>
                  <a:lnTo>
                    <a:pt x="13533" y="10571"/>
                  </a:lnTo>
                  <a:lnTo>
                    <a:pt x="13309" y="10505"/>
                  </a:lnTo>
                  <a:lnTo>
                    <a:pt x="13072" y="10478"/>
                  </a:lnTo>
                  <a:lnTo>
                    <a:pt x="12848" y="10465"/>
                  </a:lnTo>
                  <a:lnTo>
                    <a:pt x="12677" y="10465"/>
                  </a:lnTo>
                  <a:lnTo>
                    <a:pt x="12519" y="10492"/>
                  </a:lnTo>
                  <a:lnTo>
                    <a:pt x="12361" y="10518"/>
                  </a:lnTo>
                  <a:lnTo>
                    <a:pt x="12203" y="10544"/>
                  </a:lnTo>
                  <a:lnTo>
                    <a:pt x="12058" y="10597"/>
                  </a:lnTo>
                  <a:lnTo>
                    <a:pt x="11913" y="10650"/>
                  </a:lnTo>
                  <a:lnTo>
                    <a:pt x="11769" y="10715"/>
                  </a:lnTo>
                  <a:lnTo>
                    <a:pt x="11624" y="10794"/>
                  </a:lnTo>
                  <a:lnTo>
                    <a:pt x="4423" y="3594"/>
                  </a:lnTo>
                  <a:lnTo>
                    <a:pt x="4516" y="3423"/>
                  </a:lnTo>
                  <a:lnTo>
                    <a:pt x="4595" y="3238"/>
                  </a:lnTo>
                  <a:lnTo>
                    <a:pt x="4660" y="3054"/>
                  </a:lnTo>
                  <a:lnTo>
                    <a:pt x="4713" y="2870"/>
                  </a:lnTo>
                  <a:lnTo>
                    <a:pt x="4739" y="2672"/>
                  </a:lnTo>
                  <a:lnTo>
                    <a:pt x="4753" y="2488"/>
                  </a:lnTo>
                  <a:lnTo>
                    <a:pt x="4753" y="2291"/>
                  </a:lnTo>
                  <a:lnTo>
                    <a:pt x="4739" y="2093"/>
                  </a:lnTo>
                  <a:lnTo>
                    <a:pt x="4713" y="1909"/>
                  </a:lnTo>
                  <a:lnTo>
                    <a:pt x="4660" y="1725"/>
                  </a:lnTo>
                  <a:lnTo>
                    <a:pt x="4608" y="1540"/>
                  </a:lnTo>
                  <a:lnTo>
                    <a:pt x="4529" y="1356"/>
                  </a:lnTo>
                  <a:lnTo>
                    <a:pt x="4437" y="1185"/>
                  </a:lnTo>
                  <a:lnTo>
                    <a:pt x="4318" y="1014"/>
                  </a:lnTo>
                  <a:lnTo>
                    <a:pt x="4200" y="856"/>
                  </a:lnTo>
                  <a:lnTo>
                    <a:pt x="4055" y="698"/>
                  </a:lnTo>
                  <a:lnTo>
                    <a:pt x="3884" y="540"/>
                  </a:lnTo>
                  <a:lnTo>
                    <a:pt x="3699" y="395"/>
                  </a:lnTo>
                  <a:lnTo>
                    <a:pt x="3502" y="277"/>
                  </a:lnTo>
                  <a:lnTo>
                    <a:pt x="3291" y="185"/>
                  </a:lnTo>
                  <a:lnTo>
                    <a:pt x="3068" y="106"/>
                  </a:lnTo>
                  <a:lnTo>
                    <a:pt x="2844" y="53"/>
                  </a:lnTo>
                  <a:lnTo>
                    <a:pt x="2620" y="13"/>
                  </a:lnTo>
                  <a:lnTo>
                    <a:pt x="2383"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850;p24">
              <a:extLst>
                <a:ext uri="{FF2B5EF4-FFF2-40B4-BE49-F238E27FC236}">
                  <a16:creationId xmlns:a16="http://schemas.microsoft.com/office/drawing/2014/main" id="{C1B2F4EC-4315-CC31-63B1-6D39817B9BE6}"/>
                </a:ext>
              </a:extLst>
            </p:cNvPr>
            <p:cNvSpPr/>
            <p:nvPr/>
          </p:nvSpPr>
          <p:spPr>
            <a:xfrm>
              <a:off x="2745050" y="784075"/>
              <a:ext cx="481500" cy="119150"/>
            </a:xfrm>
            <a:custGeom>
              <a:avLst/>
              <a:gdLst/>
              <a:ahLst/>
              <a:cxnLst/>
              <a:rect l="l" t="t" r="r" b="b"/>
              <a:pathLst>
                <a:path w="19260" h="4766" extrusionOk="0">
                  <a:moveTo>
                    <a:pt x="2370" y="1185"/>
                  </a:moveTo>
                  <a:lnTo>
                    <a:pt x="2502" y="1198"/>
                  </a:lnTo>
                  <a:lnTo>
                    <a:pt x="2621" y="1211"/>
                  </a:lnTo>
                  <a:lnTo>
                    <a:pt x="2726" y="1238"/>
                  </a:lnTo>
                  <a:lnTo>
                    <a:pt x="2844" y="1277"/>
                  </a:lnTo>
                  <a:lnTo>
                    <a:pt x="2950" y="1330"/>
                  </a:lnTo>
                  <a:lnTo>
                    <a:pt x="3042" y="1396"/>
                  </a:lnTo>
                  <a:lnTo>
                    <a:pt x="3134" y="1461"/>
                  </a:lnTo>
                  <a:lnTo>
                    <a:pt x="3226" y="1540"/>
                  </a:lnTo>
                  <a:lnTo>
                    <a:pt x="3292" y="1619"/>
                  </a:lnTo>
                  <a:lnTo>
                    <a:pt x="3371" y="1712"/>
                  </a:lnTo>
                  <a:lnTo>
                    <a:pt x="3423" y="1817"/>
                  </a:lnTo>
                  <a:lnTo>
                    <a:pt x="3476" y="1922"/>
                  </a:lnTo>
                  <a:lnTo>
                    <a:pt x="3516" y="2027"/>
                  </a:lnTo>
                  <a:lnTo>
                    <a:pt x="3542" y="2146"/>
                  </a:lnTo>
                  <a:lnTo>
                    <a:pt x="3568" y="2264"/>
                  </a:lnTo>
                  <a:lnTo>
                    <a:pt x="3568" y="2383"/>
                  </a:lnTo>
                  <a:lnTo>
                    <a:pt x="3568" y="2501"/>
                  </a:lnTo>
                  <a:lnTo>
                    <a:pt x="3542" y="2620"/>
                  </a:lnTo>
                  <a:lnTo>
                    <a:pt x="3516" y="2738"/>
                  </a:lnTo>
                  <a:lnTo>
                    <a:pt x="3476" y="2844"/>
                  </a:lnTo>
                  <a:lnTo>
                    <a:pt x="3423" y="2949"/>
                  </a:lnTo>
                  <a:lnTo>
                    <a:pt x="3371" y="3054"/>
                  </a:lnTo>
                  <a:lnTo>
                    <a:pt x="3292" y="3146"/>
                  </a:lnTo>
                  <a:lnTo>
                    <a:pt x="3226" y="3225"/>
                  </a:lnTo>
                  <a:lnTo>
                    <a:pt x="3134" y="3304"/>
                  </a:lnTo>
                  <a:lnTo>
                    <a:pt x="3042" y="3370"/>
                  </a:lnTo>
                  <a:lnTo>
                    <a:pt x="2950" y="3436"/>
                  </a:lnTo>
                  <a:lnTo>
                    <a:pt x="2844" y="3489"/>
                  </a:lnTo>
                  <a:lnTo>
                    <a:pt x="2726" y="3528"/>
                  </a:lnTo>
                  <a:lnTo>
                    <a:pt x="2621" y="3554"/>
                  </a:lnTo>
                  <a:lnTo>
                    <a:pt x="2502" y="3581"/>
                  </a:lnTo>
                  <a:lnTo>
                    <a:pt x="2252" y="3581"/>
                  </a:lnTo>
                  <a:lnTo>
                    <a:pt x="2133" y="3554"/>
                  </a:lnTo>
                  <a:lnTo>
                    <a:pt x="2015" y="3528"/>
                  </a:lnTo>
                  <a:lnTo>
                    <a:pt x="1910" y="3489"/>
                  </a:lnTo>
                  <a:lnTo>
                    <a:pt x="1804" y="3436"/>
                  </a:lnTo>
                  <a:lnTo>
                    <a:pt x="1699" y="3370"/>
                  </a:lnTo>
                  <a:lnTo>
                    <a:pt x="1607" y="3304"/>
                  </a:lnTo>
                  <a:lnTo>
                    <a:pt x="1528" y="3225"/>
                  </a:lnTo>
                  <a:lnTo>
                    <a:pt x="1449" y="3146"/>
                  </a:lnTo>
                  <a:lnTo>
                    <a:pt x="1383" y="3054"/>
                  </a:lnTo>
                  <a:lnTo>
                    <a:pt x="1317" y="2949"/>
                  </a:lnTo>
                  <a:lnTo>
                    <a:pt x="1265" y="2844"/>
                  </a:lnTo>
                  <a:lnTo>
                    <a:pt x="1225" y="2738"/>
                  </a:lnTo>
                  <a:lnTo>
                    <a:pt x="1199" y="2620"/>
                  </a:lnTo>
                  <a:lnTo>
                    <a:pt x="1186" y="2501"/>
                  </a:lnTo>
                  <a:lnTo>
                    <a:pt x="1173" y="2383"/>
                  </a:lnTo>
                  <a:lnTo>
                    <a:pt x="1186" y="2264"/>
                  </a:lnTo>
                  <a:lnTo>
                    <a:pt x="1199" y="2146"/>
                  </a:lnTo>
                  <a:lnTo>
                    <a:pt x="1225" y="2027"/>
                  </a:lnTo>
                  <a:lnTo>
                    <a:pt x="1265" y="1922"/>
                  </a:lnTo>
                  <a:lnTo>
                    <a:pt x="1317" y="1817"/>
                  </a:lnTo>
                  <a:lnTo>
                    <a:pt x="1383" y="1712"/>
                  </a:lnTo>
                  <a:lnTo>
                    <a:pt x="1449" y="1619"/>
                  </a:lnTo>
                  <a:lnTo>
                    <a:pt x="1528" y="1540"/>
                  </a:lnTo>
                  <a:lnTo>
                    <a:pt x="1607" y="1461"/>
                  </a:lnTo>
                  <a:lnTo>
                    <a:pt x="1699" y="1396"/>
                  </a:lnTo>
                  <a:lnTo>
                    <a:pt x="1804" y="1330"/>
                  </a:lnTo>
                  <a:lnTo>
                    <a:pt x="1910" y="1277"/>
                  </a:lnTo>
                  <a:lnTo>
                    <a:pt x="2015" y="1238"/>
                  </a:lnTo>
                  <a:lnTo>
                    <a:pt x="2133" y="1211"/>
                  </a:lnTo>
                  <a:lnTo>
                    <a:pt x="2252" y="1198"/>
                  </a:lnTo>
                  <a:lnTo>
                    <a:pt x="2370" y="1185"/>
                  </a:lnTo>
                  <a:close/>
                  <a:moveTo>
                    <a:pt x="16877" y="1185"/>
                  </a:moveTo>
                  <a:lnTo>
                    <a:pt x="17008" y="1198"/>
                  </a:lnTo>
                  <a:lnTo>
                    <a:pt x="17127" y="1211"/>
                  </a:lnTo>
                  <a:lnTo>
                    <a:pt x="17232" y="1238"/>
                  </a:lnTo>
                  <a:lnTo>
                    <a:pt x="17350" y="1277"/>
                  </a:lnTo>
                  <a:lnTo>
                    <a:pt x="17456" y="1330"/>
                  </a:lnTo>
                  <a:lnTo>
                    <a:pt x="17548" y="1396"/>
                  </a:lnTo>
                  <a:lnTo>
                    <a:pt x="17640" y="1461"/>
                  </a:lnTo>
                  <a:lnTo>
                    <a:pt x="17732" y="1540"/>
                  </a:lnTo>
                  <a:lnTo>
                    <a:pt x="17811" y="1619"/>
                  </a:lnTo>
                  <a:lnTo>
                    <a:pt x="17877" y="1712"/>
                  </a:lnTo>
                  <a:lnTo>
                    <a:pt x="17930" y="1817"/>
                  </a:lnTo>
                  <a:lnTo>
                    <a:pt x="17982" y="1922"/>
                  </a:lnTo>
                  <a:lnTo>
                    <a:pt x="18022" y="2027"/>
                  </a:lnTo>
                  <a:lnTo>
                    <a:pt x="18048" y="2146"/>
                  </a:lnTo>
                  <a:lnTo>
                    <a:pt x="18074" y="2264"/>
                  </a:lnTo>
                  <a:lnTo>
                    <a:pt x="18074" y="2383"/>
                  </a:lnTo>
                  <a:lnTo>
                    <a:pt x="18074" y="2501"/>
                  </a:lnTo>
                  <a:lnTo>
                    <a:pt x="18048" y="2620"/>
                  </a:lnTo>
                  <a:lnTo>
                    <a:pt x="18022" y="2738"/>
                  </a:lnTo>
                  <a:lnTo>
                    <a:pt x="17982" y="2844"/>
                  </a:lnTo>
                  <a:lnTo>
                    <a:pt x="17930" y="2949"/>
                  </a:lnTo>
                  <a:lnTo>
                    <a:pt x="17877" y="3054"/>
                  </a:lnTo>
                  <a:lnTo>
                    <a:pt x="17811" y="3146"/>
                  </a:lnTo>
                  <a:lnTo>
                    <a:pt x="17732" y="3225"/>
                  </a:lnTo>
                  <a:lnTo>
                    <a:pt x="17640" y="3304"/>
                  </a:lnTo>
                  <a:lnTo>
                    <a:pt x="17548" y="3370"/>
                  </a:lnTo>
                  <a:lnTo>
                    <a:pt x="17456" y="3436"/>
                  </a:lnTo>
                  <a:lnTo>
                    <a:pt x="17350" y="3489"/>
                  </a:lnTo>
                  <a:lnTo>
                    <a:pt x="17232" y="3528"/>
                  </a:lnTo>
                  <a:lnTo>
                    <a:pt x="17127" y="3554"/>
                  </a:lnTo>
                  <a:lnTo>
                    <a:pt x="17008" y="3581"/>
                  </a:lnTo>
                  <a:lnTo>
                    <a:pt x="16758" y="3581"/>
                  </a:lnTo>
                  <a:lnTo>
                    <a:pt x="16640" y="3554"/>
                  </a:lnTo>
                  <a:lnTo>
                    <a:pt x="16521" y="3528"/>
                  </a:lnTo>
                  <a:lnTo>
                    <a:pt x="16416" y="3489"/>
                  </a:lnTo>
                  <a:lnTo>
                    <a:pt x="16311" y="3436"/>
                  </a:lnTo>
                  <a:lnTo>
                    <a:pt x="16218" y="3370"/>
                  </a:lnTo>
                  <a:lnTo>
                    <a:pt x="16126" y="3304"/>
                  </a:lnTo>
                  <a:lnTo>
                    <a:pt x="16034" y="3225"/>
                  </a:lnTo>
                  <a:lnTo>
                    <a:pt x="15955" y="3146"/>
                  </a:lnTo>
                  <a:lnTo>
                    <a:pt x="15889" y="3054"/>
                  </a:lnTo>
                  <a:lnTo>
                    <a:pt x="15823" y="2949"/>
                  </a:lnTo>
                  <a:lnTo>
                    <a:pt x="15784" y="2844"/>
                  </a:lnTo>
                  <a:lnTo>
                    <a:pt x="15744" y="2738"/>
                  </a:lnTo>
                  <a:lnTo>
                    <a:pt x="15705" y="2620"/>
                  </a:lnTo>
                  <a:lnTo>
                    <a:pt x="15692" y="2501"/>
                  </a:lnTo>
                  <a:lnTo>
                    <a:pt x="15679" y="2383"/>
                  </a:lnTo>
                  <a:lnTo>
                    <a:pt x="15692" y="2264"/>
                  </a:lnTo>
                  <a:lnTo>
                    <a:pt x="15705" y="2146"/>
                  </a:lnTo>
                  <a:lnTo>
                    <a:pt x="15744" y="2027"/>
                  </a:lnTo>
                  <a:lnTo>
                    <a:pt x="15784" y="1922"/>
                  </a:lnTo>
                  <a:lnTo>
                    <a:pt x="15823" y="1817"/>
                  </a:lnTo>
                  <a:lnTo>
                    <a:pt x="15889" y="1712"/>
                  </a:lnTo>
                  <a:lnTo>
                    <a:pt x="15955" y="1619"/>
                  </a:lnTo>
                  <a:lnTo>
                    <a:pt x="16034" y="1540"/>
                  </a:lnTo>
                  <a:lnTo>
                    <a:pt x="16126" y="1461"/>
                  </a:lnTo>
                  <a:lnTo>
                    <a:pt x="16218" y="1396"/>
                  </a:lnTo>
                  <a:lnTo>
                    <a:pt x="16311" y="1330"/>
                  </a:lnTo>
                  <a:lnTo>
                    <a:pt x="16416" y="1277"/>
                  </a:lnTo>
                  <a:lnTo>
                    <a:pt x="16521" y="1238"/>
                  </a:lnTo>
                  <a:lnTo>
                    <a:pt x="16640" y="1211"/>
                  </a:lnTo>
                  <a:lnTo>
                    <a:pt x="16758" y="1198"/>
                  </a:lnTo>
                  <a:lnTo>
                    <a:pt x="16877" y="1185"/>
                  </a:lnTo>
                  <a:close/>
                  <a:moveTo>
                    <a:pt x="2370" y="0"/>
                  </a:moveTo>
                  <a:lnTo>
                    <a:pt x="2133" y="13"/>
                  </a:lnTo>
                  <a:lnTo>
                    <a:pt x="1897" y="53"/>
                  </a:lnTo>
                  <a:lnTo>
                    <a:pt x="1673" y="106"/>
                  </a:lnTo>
                  <a:lnTo>
                    <a:pt x="1449" y="198"/>
                  </a:lnTo>
                  <a:lnTo>
                    <a:pt x="1238" y="290"/>
                  </a:lnTo>
                  <a:lnTo>
                    <a:pt x="1041" y="408"/>
                  </a:lnTo>
                  <a:lnTo>
                    <a:pt x="857" y="553"/>
                  </a:lnTo>
                  <a:lnTo>
                    <a:pt x="699" y="698"/>
                  </a:lnTo>
                  <a:lnTo>
                    <a:pt x="541" y="869"/>
                  </a:lnTo>
                  <a:lnTo>
                    <a:pt x="396" y="1053"/>
                  </a:lnTo>
                  <a:lnTo>
                    <a:pt x="277" y="1251"/>
                  </a:lnTo>
                  <a:lnTo>
                    <a:pt x="185" y="1461"/>
                  </a:lnTo>
                  <a:lnTo>
                    <a:pt x="106" y="1672"/>
                  </a:lnTo>
                  <a:lnTo>
                    <a:pt x="40" y="1909"/>
                  </a:lnTo>
                  <a:lnTo>
                    <a:pt x="1" y="2146"/>
                  </a:lnTo>
                  <a:lnTo>
                    <a:pt x="1" y="2383"/>
                  </a:lnTo>
                  <a:lnTo>
                    <a:pt x="1" y="2633"/>
                  </a:lnTo>
                  <a:lnTo>
                    <a:pt x="40" y="2857"/>
                  </a:lnTo>
                  <a:lnTo>
                    <a:pt x="106" y="3094"/>
                  </a:lnTo>
                  <a:lnTo>
                    <a:pt x="185" y="3304"/>
                  </a:lnTo>
                  <a:lnTo>
                    <a:pt x="277" y="3515"/>
                  </a:lnTo>
                  <a:lnTo>
                    <a:pt x="396" y="3712"/>
                  </a:lnTo>
                  <a:lnTo>
                    <a:pt x="541" y="3897"/>
                  </a:lnTo>
                  <a:lnTo>
                    <a:pt x="699" y="4068"/>
                  </a:lnTo>
                  <a:lnTo>
                    <a:pt x="857" y="4213"/>
                  </a:lnTo>
                  <a:lnTo>
                    <a:pt x="1041" y="4357"/>
                  </a:lnTo>
                  <a:lnTo>
                    <a:pt x="1238" y="4476"/>
                  </a:lnTo>
                  <a:lnTo>
                    <a:pt x="1449" y="4581"/>
                  </a:lnTo>
                  <a:lnTo>
                    <a:pt x="1673" y="4660"/>
                  </a:lnTo>
                  <a:lnTo>
                    <a:pt x="1897" y="4713"/>
                  </a:lnTo>
                  <a:lnTo>
                    <a:pt x="2133" y="4752"/>
                  </a:lnTo>
                  <a:lnTo>
                    <a:pt x="2370" y="4765"/>
                  </a:lnTo>
                  <a:lnTo>
                    <a:pt x="2581" y="4752"/>
                  </a:lnTo>
                  <a:lnTo>
                    <a:pt x="2778" y="4726"/>
                  </a:lnTo>
                  <a:lnTo>
                    <a:pt x="2976" y="4686"/>
                  </a:lnTo>
                  <a:lnTo>
                    <a:pt x="3160" y="4621"/>
                  </a:lnTo>
                  <a:lnTo>
                    <a:pt x="3344" y="4555"/>
                  </a:lnTo>
                  <a:lnTo>
                    <a:pt x="3516" y="4463"/>
                  </a:lnTo>
                  <a:lnTo>
                    <a:pt x="3687" y="4371"/>
                  </a:lnTo>
                  <a:lnTo>
                    <a:pt x="3845" y="4252"/>
                  </a:lnTo>
                  <a:lnTo>
                    <a:pt x="3990" y="4134"/>
                  </a:lnTo>
                  <a:lnTo>
                    <a:pt x="4121" y="3989"/>
                  </a:lnTo>
                  <a:lnTo>
                    <a:pt x="4253" y="3844"/>
                  </a:lnTo>
                  <a:lnTo>
                    <a:pt x="4358" y="3686"/>
                  </a:lnTo>
                  <a:lnTo>
                    <a:pt x="4463" y="3515"/>
                  </a:lnTo>
                  <a:lnTo>
                    <a:pt x="4542" y="3344"/>
                  </a:lnTo>
                  <a:lnTo>
                    <a:pt x="4621" y="3160"/>
                  </a:lnTo>
                  <a:lnTo>
                    <a:pt x="4674" y="2975"/>
                  </a:lnTo>
                  <a:lnTo>
                    <a:pt x="14573" y="2975"/>
                  </a:lnTo>
                  <a:lnTo>
                    <a:pt x="14639" y="3160"/>
                  </a:lnTo>
                  <a:lnTo>
                    <a:pt x="14705" y="3344"/>
                  </a:lnTo>
                  <a:lnTo>
                    <a:pt x="14797" y="3515"/>
                  </a:lnTo>
                  <a:lnTo>
                    <a:pt x="14889" y="3686"/>
                  </a:lnTo>
                  <a:lnTo>
                    <a:pt x="15007" y="3844"/>
                  </a:lnTo>
                  <a:lnTo>
                    <a:pt x="15126" y="3989"/>
                  </a:lnTo>
                  <a:lnTo>
                    <a:pt x="15271" y="4134"/>
                  </a:lnTo>
                  <a:lnTo>
                    <a:pt x="15415" y="4252"/>
                  </a:lnTo>
                  <a:lnTo>
                    <a:pt x="15573" y="4371"/>
                  </a:lnTo>
                  <a:lnTo>
                    <a:pt x="15731" y="4463"/>
                  </a:lnTo>
                  <a:lnTo>
                    <a:pt x="15916" y="4555"/>
                  </a:lnTo>
                  <a:lnTo>
                    <a:pt x="16087" y="4621"/>
                  </a:lnTo>
                  <a:lnTo>
                    <a:pt x="16284" y="4686"/>
                  </a:lnTo>
                  <a:lnTo>
                    <a:pt x="16482" y="4726"/>
                  </a:lnTo>
                  <a:lnTo>
                    <a:pt x="16679" y="4752"/>
                  </a:lnTo>
                  <a:lnTo>
                    <a:pt x="16877" y="4765"/>
                  </a:lnTo>
                  <a:lnTo>
                    <a:pt x="17127" y="4752"/>
                  </a:lnTo>
                  <a:lnTo>
                    <a:pt x="17364" y="4713"/>
                  </a:lnTo>
                  <a:lnTo>
                    <a:pt x="17587" y="4660"/>
                  </a:lnTo>
                  <a:lnTo>
                    <a:pt x="17811" y="4581"/>
                  </a:lnTo>
                  <a:lnTo>
                    <a:pt x="18009" y="4476"/>
                  </a:lnTo>
                  <a:lnTo>
                    <a:pt x="18206" y="4357"/>
                  </a:lnTo>
                  <a:lnTo>
                    <a:pt x="18390" y="4213"/>
                  </a:lnTo>
                  <a:lnTo>
                    <a:pt x="18561" y="4068"/>
                  </a:lnTo>
                  <a:lnTo>
                    <a:pt x="18719" y="3897"/>
                  </a:lnTo>
                  <a:lnTo>
                    <a:pt x="18851" y="3712"/>
                  </a:lnTo>
                  <a:lnTo>
                    <a:pt x="18970" y="3515"/>
                  </a:lnTo>
                  <a:lnTo>
                    <a:pt x="19075" y="3304"/>
                  </a:lnTo>
                  <a:lnTo>
                    <a:pt x="19154" y="3094"/>
                  </a:lnTo>
                  <a:lnTo>
                    <a:pt x="19206" y="2857"/>
                  </a:lnTo>
                  <a:lnTo>
                    <a:pt x="19246" y="2633"/>
                  </a:lnTo>
                  <a:lnTo>
                    <a:pt x="19259" y="2383"/>
                  </a:lnTo>
                  <a:lnTo>
                    <a:pt x="19246" y="2146"/>
                  </a:lnTo>
                  <a:lnTo>
                    <a:pt x="19206" y="1909"/>
                  </a:lnTo>
                  <a:lnTo>
                    <a:pt x="19154" y="1672"/>
                  </a:lnTo>
                  <a:lnTo>
                    <a:pt x="19075" y="1461"/>
                  </a:lnTo>
                  <a:lnTo>
                    <a:pt x="18970" y="1251"/>
                  </a:lnTo>
                  <a:lnTo>
                    <a:pt x="18851" y="1053"/>
                  </a:lnTo>
                  <a:lnTo>
                    <a:pt x="18719" y="869"/>
                  </a:lnTo>
                  <a:lnTo>
                    <a:pt x="18561" y="698"/>
                  </a:lnTo>
                  <a:lnTo>
                    <a:pt x="18390" y="553"/>
                  </a:lnTo>
                  <a:lnTo>
                    <a:pt x="18206" y="408"/>
                  </a:lnTo>
                  <a:lnTo>
                    <a:pt x="18009" y="290"/>
                  </a:lnTo>
                  <a:lnTo>
                    <a:pt x="17811" y="198"/>
                  </a:lnTo>
                  <a:lnTo>
                    <a:pt x="17587" y="106"/>
                  </a:lnTo>
                  <a:lnTo>
                    <a:pt x="17364" y="53"/>
                  </a:lnTo>
                  <a:lnTo>
                    <a:pt x="17127" y="13"/>
                  </a:lnTo>
                  <a:lnTo>
                    <a:pt x="16877" y="0"/>
                  </a:lnTo>
                  <a:lnTo>
                    <a:pt x="16679" y="13"/>
                  </a:lnTo>
                  <a:lnTo>
                    <a:pt x="16482" y="40"/>
                  </a:lnTo>
                  <a:lnTo>
                    <a:pt x="16284" y="79"/>
                  </a:lnTo>
                  <a:lnTo>
                    <a:pt x="16087" y="145"/>
                  </a:lnTo>
                  <a:lnTo>
                    <a:pt x="15916" y="211"/>
                  </a:lnTo>
                  <a:lnTo>
                    <a:pt x="15731" y="303"/>
                  </a:lnTo>
                  <a:lnTo>
                    <a:pt x="15573" y="395"/>
                  </a:lnTo>
                  <a:lnTo>
                    <a:pt x="15415" y="514"/>
                  </a:lnTo>
                  <a:lnTo>
                    <a:pt x="15271" y="645"/>
                  </a:lnTo>
                  <a:lnTo>
                    <a:pt x="15126" y="777"/>
                  </a:lnTo>
                  <a:lnTo>
                    <a:pt x="15007" y="922"/>
                  </a:lnTo>
                  <a:lnTo>
                    <a:pt x="14889" y="1080"/>
                  </a:lnTo>
                  <a:lnTo>
                    <a:pt x="14797" y="1251"/>
                  </a:lnTo>
                  <a:lnTo>
                    <a:pt x="14705" y="1422"/>
                  </a:lnTo>
                  <a:lnTo>
                    <a:pt x="14639" y="1606"/>
                  </a:lnTo>
                  <a:lnTo>
                    <a:pt x="14573" y="1791"/>
                  </a:lnTo>
                  <a:lnTo>
                    <a:pt x="4674" y="1791"/>
                  </a:lnTo>
                  <a:lnTo>
                    <a:pt x="4621" y="1606"/>
                  </a:lnTo>
                  <a:lnTo>
                    <a:pt x="4542" y="1422"/>
                  </a:lnTo>
                  <a:lnTo>
                    <a:pt x="4463" y="1251"/>
                  </a:lnTo>
                  <a:lnTo>
                    <a:pt x="4358" y="1080"/>
                  </a:lnTo>
                  <a:lnTo>
                    <a:pt x="4253" y="922"/>
                  </a:lnTo>
                  <a:lnTo>
                    <a:pt x="4121" y="777"/>
                  </a:lnTo>
                  <a:lnTo>
                    <a:pt x="3990" y="645"/>
                  </a:lnTo>
                  <a:lnTo>
                    <a:pt x="3845" y="514"/>
                  </a:lnTo>
                  <a:lnTo>
                    <a:pt x="3687" y="395"/>
                  </a:lnTo>
                  <a:lnTo>
                    <a:pt x="3516" y="303"/>
                  </a:lnTo>
                  <a:lnTo>
                    <a:pt x="3344" y="211"/>
                  </a:lnTo>
                  <a:lnTo>
                    <a:pt x="3160" y="145"/>
                  </a:lnTo>
                  <a:lnTo>
                    <a:pt x="2976" y="79"/>
                  </a:lnTo>
                  <a:lnTo>
                    <a:pt x="2778" y="40"/>
                  </a:lnTo>
                  <a:lnTo>
                    <a:pt x="2581" y="13"/>
                  </a:lnTo>
                  <a:lnTo>
                    <a:pt x="2370" y="0"/>
                  </a:lnTo>
                  <a:close/>
                </a:path>
              </a:pathLst>
            </a:custGeom>
            <a:solidFill>
              <a:srgbClr val="FBF2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851;p24">
              <a:extLst>
                <a:ext uri="{FF2B5EF4-FFF2-40B4-BE49-F238E27FC236}">
                  <a16:creationId xmlns:a16="http://schemas.microsoft.com/office/drawing/2014/main" id="{A65C29C4-D420-A556-2C20-AEAE96802DBE}"/>
                </a:ext>
              </a:extLst>
            </p:cNvPr>
            <p:cNvSpPr/>
            <p:nvPr/>
          </p:nvSpPr>
          <p:spPr>
            <a:xfrm>
              <a:off x="1265475" y="1018700"/>
              <a:ext cx="4767200" cy="4229150"/>
            </a:xfrm>
            <a:custGeom>
              <a:avLst/>
              <a:gdLst/>
              <a:ahLst/>
              <a:cxnLst/>
              <a:rect l="l" t="t" r="r" b="b"/>
              <a:pathLst>
                <a:path w="190688" h="169166" extrusionOk="0">
                  <a:moveTo>
                    <a:pt x="71610" y="3542"/>
                  </a:moveTo>
                  <a:lnTo>
                    <a:pt x="71795" y="3555"/>
                  </a:lnTo>
                  <a:lnTo>
                    <a:pt x="71966" y="3581"/>
                  </a:lnTo>
                  <a:lnTo>
                    <a:pt x="72124" y="3608"/>
                  </a:lnTo>
                  <a:lnTo>
                    <a:pt x="72295" y="3647"/>
                  </a:lnTo>
                  <a:lnTo>
                    <a:pt x="72453" y="3700"/>
                  </a:lnTo>
                  <a:lnTo>
                    <a:pt x="72611" y="3752"/>
                  </a:lnTo>
                  <a:lnTo>
                    <a:pt x="72769" y="3805"/>
                  </a:lnTo>
                  <a:lnTo>
                    <a:pt x="72927" y="3871"/>
                  </a:lnTo>
                  <a:lnTo>
                    <a:pt x="73071" y="3950"/>
                  </a:lnTo>
                  <a:lnTo>
                    <a:pt x="73216" y="4042"/>
                  </a:lnTo>
                  <a:lnTo>
                    <a:pt x="73348" y="4121"/>
                  </a:lnTo>
                  <a:lnTo>
                    <a:pt x="73611" y="4318"/>
                  </a:lnTo>
                  <a:lnTo>
                    <a:pt x="73861" y="4542"/>
                  </a:lnTo>
                  <a:lnTo>
                    <a:pt x="74072" y="4779"/>
                  </a:lnTo>
                  <a:lnTo>
                    <a:pt x="74269" y="5042"/>
                  </a:lnTo>
                  <a:lnTo>
                    <a:pt x="74361" y="5187"/>
                  </a:lnTo>
                  <a:lnTo>
                    <a:pt x="74440" y="5332"/>
                  </a:lnTo>
                  <a:lnTo>
                    <a:pt x="74519" y="5477"/>
                  </a:lnTo>
                  <a:lnTo>
                    <a:pt x="74585" y="5635"/>
                  </a:lnTo>
                  <a:lnTo>
                    <a:pt x="74651" y="5780"/>
                  </a:lnTo>
                  <a:lnTo>
                    <a:pt x="74704" y="5938"/>
                  </a:lnTo>
                  <a:lnTo>
                    <a:pt x="74756" y="6109"/>
                  </a:lnTo>
                  <a:lnTo>
                    <a:pt x="74796" y="6267"/>
                  </a:lnTo>
                  <a:lnTo>
                    <a:pt x="74822" y="6438"/>
                  </a:lnTo>
                  <a:lnTo>
                    <a:pt x="74849" y="6609"/>
                  </a:lnTo>
                  <a:lnTo>
                    <a:pt x="74862" y="6780"/>
                  </a:lnTo>
                  <a:lnTo>
                    <a:pt x="74862" y="6964"/>
                  </a:lnTo>
                  <a:lnTo>
                    <a:pt x="74862" y="7135"/>
                  </a:lnTo>
                  <a:lnTo>
                    <a:pt x="74849" y="7307"/>
                  </a:lnTo>
                  <a:lnTo>
                    <a:pt x="74822" y="7478"/>
                  </a:lnTo>
                  <a:lnTo>
                    <a:pt x="74796" y="7649"/>
                  </a:lnTo>
                  <a:lnTo>
                    <a:pt x="74756" y="7807"/>
                  </a:lnTo>
                  <a:lnTo>
                    <a:pt x="74704" y="7978"/>
                  </a:lnTo>
                  <a:lnTo>
                    <a:pt x="74651" y="8136"/>
                  </a:lnTo>
                  <a:lnTo>
                    <a:pt x="74585" y="8294"/>
                  </a:lnTo>
                  <a:lnTo>
                    <a:pt x="74519" y="8439"/>
                  </a:lnTo>
                  <a:lnTo>
                    <a:pt x="74440" y="8583"/>
                  </a:lnTo>
                  <a:lnTo>
                    <a:pt x="74361" y="8728"/>
                  </a:lnTo>
                  <a:lnTo>
                    <a:pt x="74269" y="8873"/>
                  </a:lnTo>
                  <a:lnTo>
                    <a:pt x="74072" y="9136"/>
                  </a:lnTo>
                  <a:lnTo>
                    <a:pt x="73861" y="9373"/>
                  </a:lnTo>
                  <a:lnTo>
                    <a:pt x="73611" y="9597"/>
                  </a:lnTo>
                  <a:lnTo>
                    <a:pt x="73348" y="9795"/>
                  </a:lnTo>
                  <a:lnTo>
                    <a:pt x="73216" y="9887"/>
                  </a:lnTo>
                  <a:lnTo>
                    <a:pt x="73071" y="9966"/>
                  </a:lnTo>
                  <a:lnTo>
                    <a:pt x="72927" y="10045"/>
                  </a:lnTo>
                  <a:lnTo>
                    <a:pt x="72769" y="10110"/>
                  </a:lnTo>
                  <a:lnTo>
                    <a:pt x="72611" y="10176"/>
                  </a:lnTo>
                  <a:lnTo>
                    <a:pt x="72453" y="10229"/>
                  </a:lnTo>
                  <a:lnTo>
                    <a:pt x="72295" y="10268"/>
                  </a:lnTo>
                  <a:lnTo>
                    <a:pt x="72124" y="10308"/>
                  </a:lnTo>
                  <a:lnTo>
                    <a:pt x="71966" y="10334"/>
                  </a:lnTo>
                  <a:lnTo>
                    <a:pt x="71795" y="10361"/>
                  </a:lnTo>
                  <a:lnTo>
                    <a:pt x="71610" y="10374"/>
                  </a:lnTo>
                  <a:lnTo>
                    <a:pt x="71268" y="10374"/>
                  </a:lnTo>
                  <a:lnTo>
                    <a:pt x="71097" y="10361"/>
                  </a:lnTo>
                  <a:lnTo>
                    <a:pt x="70926" y="10334"/>
                  </a:lnTo>
                  <a:lnTo>
                    <a:pt x="70755" y="10308"/>
                  </a:lnTo>
                  <a:lnTo>
                    <a:pt x="70584" y="10268"/>
                  </a:lnTo>
                  <a:lnTo>
                    <a:pt x="70426" y="10229"/>
                  </a:lnTo>
                  <a:lnTo>
                    <a:pt x="70268" y="10176"/>
                  </a:lnTo>
                  <a:lnTo>
                    <a:pt x="70110" y="10110"/>
                  </a:lnTo>
                  <a:lnTo>
                    <a:pt x="69965" y="10045"/>
                  </a:lnTo>
                  <a:lnTo>
                    <a:pt x="69807" y="9966"/>
                  </a:lnTo>
                  <a:lnTo>
                    <a:pt x="69662" y="9887"/>
                  </a:lnTo>
                  <a:lnTo>
                    <a:pt x="69530" y="9795"/>
                  </a:lnTo>
                  <a:lnTo>
                    <a:pt x="69267" y="9597"/>
                  </a:lnTo>
                  <a:lnTo>
                    <a:pt x="69017" y="9373"/>
                  </a:lnTo>
                  <a:lnTo>
                    <a:pt x="68806" y="9136"/>
                  </a:lnTo>
                  <a:lnTo>
                    <a:pt x="68609" y="8873"/>
                  </a:lnTo>
                  <a:lnTo>
                    <a:pt x="68517" y="8728"/>
                  </a:lnTo>
                  <a:lnTo>
                    <a:pt x="68438" y="8583"/>
                  </a:lnTo>
                  <a:lnTo>
                    <a:pt x="68359" y="8439"/>
                  </a:lnTo>
                  <a:lnTo>
                    <a:pt x="68293" y="8294"/>
                  </a:lnTo>
                  <a:lnTo>
                    <a:pt x="68227" y="8136"/>
                  </a:lnTo>
                  <a:lnTo>
                    <a:pt x="68175" y="7978"/>
                  </a:lnTo>
                  <a:lnTo>
                    <a:pt x="68122" y="7807"/>
                  </a:lnTo>
                  <a:lnTo>
                    <a:pt x="68096" y="7649"/>
                  </a:lnTo>
                  <a:lnTo>
                    <a:pt x="68056" y="7478"/>
                  </a:lnTo>
                  <a:lnTo>
                    <a:pt x="68043" y="7307"/>
                  </a:lnTo>
                  <a:lnTo>
                    <a:pt x="68030" y="7135"/>
                  </a:lnTo>
                  <a:lnTo>
                    <a:pt x="68017" y="6964"/>
                  </a:lnTo>
                  <a:lnTo>
                    <a:pt x="68030" y="6780"/>
                  </a:lnTo>
                  <a:lnTo>
                    <a:pt x="68043" y="6609"/>
                  </a:lnTo>
                  <a:lnTo>
                    <a:pt x="68056" y="6438"/>
                  </a:lnTo>
                  <a:lnTo>
                    <a:pt x="68096" y="6267"/>
                  </a:lnTo>
                  <a:lnTo>
                    <a:pt x="68122" y="6109"/>
                  </a:lnTo>
                  <a:lnTo>
                    <a:pt x="68175" y="5938"/>
                  </a:lnTo>
                  <a:lnTo>
                    <a:pt x="68227" y="5780"/>
                  </a:lnTo>
                  <a:lnTo>
                    <a:pt x="68293" y="5635"/>
                  </a:lnTo>
                  <a:lnTo>
                    <a:pt x="68359" y="5477"/>
                  </a:lnTo>
                  <a:lnTo>
                    <a:pt x="68438" y="5332"/>
                  </a:lnTo>
                  <a:lnTo>
                    <a:pt x="68517" y="5187"/>
                  </a:lnTo>
                  <a:lnTo>
                    <a:pt x="68609" y="5042"/>
                  </a:lnTo>
                  <a:lnTo>
                    <a:pt x="68806" y="4779"/>
                  </a:lnTo>
                  <a:lnTo>
                    <a:pt x="69017" y="4542"/>
                  </a:lnTo>
                  <a:lnTo>
                    <a:pt x="69267" y="4318"/>
                  </a:lnTo>
                  <a:lnTo>
                    <a:pt x="69530" y="4121"/>
                  </a:lnTo>
                  <a:lnTo>
                    <a:pt x="69662" y="4042"/>
                  </a:lnTo>
                  <a:lnTo>
                    <a:pt x="69807" y="3950"/>
                  </a:lnTo>
                  <a:lnTo>
                    <a:pt x="69965" y="3871"/>
                  </a:lnTo>
                  <a:lnTo>
                    <a:pt x="70110" y="3805"/>
                  </a:lnTo>
                  <a:lnTo>
                    <a:pt x="70268" y="3752"/>
                  </a:lnTo>
                  <a:lnTo>
                    <a:pt x="70426" y="3700"/>
                  </a:lnTo>
                  <a:lnTo>
                    <a:pt x="70584" y="3647"/>
                  </a:lnTo>
                  <a:lnTo>
                    <a:pt x="70755" y="3608"/>
                  </a:lnTo>
                  <a:lnTo>
                    <a:pt x="70926" y="3581"/>
                  </a:lnTo>
                  <a:lnTo>
                    <a:pt x="71097" y="3555"/>
                  </a:lnTo>
                  <a:lnTo>
                    <a:pt x="71268" y="3542"/>
                  </a:lnTo>
                  <a:close/>
                  <a:moveTo>
                    <a:pt x="163847" y="5609"/>
                  </a:moveTo>
                  <a:lnTo>
                    <a:pt x="164018" y="5622"/>
                  </a:lnTo>
                  <a:lnTo>
                    <a:pt x="164189" y="5635"/>
                  </a:lnTo>
                  <a:lnTo>
                    <a:pt x="164360" y="5648"/>
                  </a:lnTo>
                  <a:lnTo>
                    <a:pt x="164531" y="5687"/>
                  </a:lnTo>
                  <a:lnTo>
                    <a:pt x="164702" y="5727"/>
                  </a:lnTo>
                  <a:lnTo>
                    <a:pt x="164860" y="5766"/>
                  </a:lnTo>
                  <a:lnTo>
                    <a:pt x="165018" y="5819"/>
                  </a:lnTo>
                  <a:lnTo>
                    <a:pt x="165176" y="5885"/>
                  </a:lnTo>
                  <a:lnTo>
                    <a:pt x="165321" y="5951"/>
                  </a:lnTo>
                  <a:lnTo>
                    <a:pt x="165479" y="6030"/>
                  </a:lnTo>
                  <a:lnTo>
                    <a:pt x="165611" y="6109"/>
                  </a:lnTo>
                  <a:lnTo>
                    <a:pt x="165756" y="6201"/>
                  </a:lnTo>
                  <a:lnTo>
                    <a:pt x="166019" y="6398"/>
                  </a:lnTo>
                  <a:lnTo>
                    <a:pt x="166256" y="6622"/>
                  </a:lnTo>
                  <a:lnTo>
                    <a:pt x="166480" y="6859"/>
                  </a:lnTo>
                  <a:lnTo>
                    <a:pt x="166677" y="7122"/>
                  </a:lnTo>
                  <a:lnTo>
                    <a:pt x="166769" y="7267"/>
                  </a:lnTo>
                  <a:lnTo>
                    <a:pt x="166848" y="7399"/>
                  </a:lnTo>
                  <a:lnTo>
                    <a:pt x="166927" y="7557"/>
                  </a:lnTo>
                  <a:lnTo>
                    <a:pt x="166993" y="7702"/>
                  </a:lnTo>
                  <a:lnTo>
                    <a:pt x="167059" y="7859"/>
                  </a:lnTo>
                  <a:lnTo>
                    <a:pt x="167111" y="8017"/>
                  </a:lnTo>
                  <a:lnTo>
                    <a:pt x="167151" y="8175"/>
                  </a:lnTo>
                  <a:lnTo>
                    <a:pt x="167190" y="8347"/>
                  </a:lnTo>
                  <a:lnTo>
                    <a:pt x="167230" y="8518"/>
                  </a:lnTo>
                  <a:lnTo>
                    <a:pt x="167243" y="8689"/>
                  </a:lnTo>
                  <a:lnTo>
                    <a:pt x="167256" y="8860"/>
                  </a:lnTo>
                  <a:lnTo>
                    <a:pt x="167269" y="9031"/>
                  </a:lnTo>
                  <a:lnTo>
                    <a:pt x="167256" y="9202"/>
                  </a:lnTo>
                  <a:lnTo>
                    <a:pt x="167243" y="9386"/>
                  </a:lnTo>
                  <a:lnTo>
                    <a:pt x="167230" y="9558"/>
                  </a:lnTo>
                  <a:lnTo>
                    <a:pt x="167190" y="9716"/>
                  </a:lnTo>
                  <a:lnTo>
                    <a:pt x="167151" y="9887"/>
                  </a:lnTo>
                  <a:lnTo>
                    <a:pt x="167111" y="10045"/>
                  </a:lnTo>
                  <a:lnTo>
                    <a:pt x="167059" y="10203"/>
                  </a:lnTo>
                  <a:lnTo>
                    <a:pt x="166993" y="10361"/>
                  </a:lnTo>
                  <a:lnTo>
                    <a:pt x="166927" y="10519"/>
                  </a:lnTo>
                  <a:lnTo>
                    <a:pt x="166848" y="10663"/>
                  </a:lnTo>
                  <a:lnTo>
                    <a:pt x="166769" y="10808"/>
                  </a:lnTo>
                  <a:lnTo>
                    <a:pt x="166677" y="10940"/>
                  </a:lnTo>
                  <a:lnTo>
                    <a:pt x="166480" y="11203"/>
                  </a:lnTo>
                  <a:lnTo>
                    <a:pt x="166256" y="11453"/>
                  </a:lnTo>
                  <a:lnTo>
                    <a:pt x="166019" y="11677"/>
                  </a:lnTo>
                  <a:lnTo>
                    <a:pt x="165756" y="11861"/>
                  </a:lnTo>
                  <a:lnTo>
                    <a:pt x="165611" y="11953"/>
                  </a:lnTo>
                  <a:lnTo>
                    <a:pt x="165479" y="12045"/>
                  </a:lnTo>
                  <a:lnTo>
                    <a:pt x="165321" y="12111"/>
                  </a:lnTo>
                  <a:lnTo>
                    <a:pt x="165176" y="12177"/>
                  </a:lnTo>
                  <a:lnTo>
                    <a:pt x="165018" y="12243"/>
                  </a:lnTo>
                  <a:lnTo>
                    <a:pt x="164860" y="12296"/>
                  </a:lnTo>
                  <a:lnTo>
                    <a:pt x="164702" y="12348"/>
                  </a:lnTo>
                  <a:lnTo>
                    <a:pt x="164531" y="12388"/>
                  </a:lnTo>
                  <a:lnTo>
                    <a:pt x="164360" y="12414"/>
                  </a:lnTo>
                  <a:lnTo>
                    <a:pt x="164189" y="12440"/>
                  </a:lnTo>
                  <a:lnTo>
                    <a:pt x="164018" y="12454"/>
                  </a:lnTo>
                  <a:lnTo>
                    <a:pt x="163663" y="12454"/>
                  </a:lnTo>
                  <a:lnTo>
                    <a:pt x="163491" y="12440"/>
                  </a:lnTo>
                  <a:lnTo>
                    <a:pt x="163320" y="12414"/>
                  </a:lnTo>
                  <a:lnTo>
                    <a:pt x="163162" y="12388"/>
                  </a:lnTo>
                  <a:lnTo>
                    <a:pt x="162991" y="12348"/>
                  </a:lnTo>
                  <a:lnTo>
                    <a:pt x="162833" y="12296"/>
                  </a:lnTo>
                  <a:lnTo>
                    <a:pt x="162675" y="12243"/>
                  </a:lnTo>
                  <a:lnTo>
                    <a:pt x="162517" y="12177"/>
                  </a:lnTo>
                  <a:lnTo>
                    <a:pt x="162359" y="12111"/>
                  </a:lnTo>
                  <a:lnTo>
                    <a:pt x="162215" y="12045"/>
                  </a:lnTo>
                  <a:lnTo>
                    <a:pt x="162070" y="11953"/>
                  </a:lnTo>
                  <a:lnTo>
                    <a:pt x="161938" y="11861"/>
                  </a:lnTo>
                  <a:lnTo>
                    <a:pt x="161675" y="11677"/>
                  </a:lnTo>
                  <a:lnTo>
                    <a:pt x="161425" y="11453"/>
                  </a:lnTo>
                  <a:lnTo>
                    <a:pt x="161201" y="11203"/>
                  </a:lnTo>
                  <a:lnTo>
                    <a:pt x="161004" y="10940"/>
                  </a:lnTo>
                  <a:lnTo>
                    <a:pt x="160925" y="10808"/>
                  </a:lnTo>
                  <a:lnTo>
                    <a:pt x="160832" y="10663"/>
                  </a:lnTo>
                  <a:lnTo>
                    <a:pt x="160767" y="10519"/>
                  </a:lnTo>
                  <a:lnTo>
                    <a:pt x="160688" y="10361"/>
                  </a:lnTo>
                  <a:lnTo>
                    <a:pt x="160635" y="10203"/>
                  </a:lnTo>
                  <a:lnTo>
                    <a:pt x="160582" y="10045"/>
                  </a:lnTo>
                  <a:lnTo>
                    <a:pt x="160530" y="9887"/>
                  </a:lnTo>
                  <a:lnTo>
                    <a:pt x="160490" y="9716"/>
                  </a:lnTo>
                  <a:lnTo>
                    <a:pt x="160464" y="9558"/>
                  </a:lnTo>
                  <a:lnTo>
                    <a:pt x="160437" y="9386"/>
                  </a:lnTo>
                  <a:lnTo>
                    <a:pt x="160424" y="9202"/>
                  </a:lnTo>
                  <a:lnTo>
                    <a:pt x="160424" y="9031"/>
                  </a:lnTo>
                  <a:lnTo>
                    <a:pt x="160424" y="8860"/>
                  </a:lnTo>
                  <a:lnTo>
                    <a:pt x="160437" y="8689"/>
                  </a:lnTo>
                  <a:lnTo>
                    <a:pt x="160464" y="8518"/>
                  </a:lnTo>
                  <a:lnTo>
                    <a:pt x="160490" y="8347"/>
                  </a:lnTo>
                  <a:lnTo>
                    <a:pt x="160530" y="8175"/>
                  </a:lnTo>
                  <a:lnTo>
                    <a:pt x="160582" y="8017"/>
                  </a:lnTo>
                  <a:lnTo>
                    <a:pt x="160635" y="7859"/>
                  </a:lnTo>
                  <a:lnTo>
                    <a:pt x="160688" y="7702"/>
                  </a:lnTo>
                  <a:lnTo>
                    <a:pt x="160767" y="7557"/>
                  </a:lnTo>
                  <a:lnTo>
                    <a:pt x="160832" y="7399"/>
                  </a:lnTo>
                  <a:lnTo>
                    <a:pt x="160925" y="7267"/>
                  </a:lnTo>
                  <a:lnTo>
                    <a:pt x="161004" y="7122"/>
                  </a:lnTo>
                  <a:lnTo>
                    <a:pt x="161201" y="6859"/>
                  </a:lnTo>
                  <a:lnTo>
                    <a:pt x="161425" y="6622"/>
                  </a:lnTo>
                  <a:lnTo>
                    <a:pt x="161675" y="6398"/>
                  </a:lnTo>
                  <a:lnTo>
                    <a:pt x="161938" y="6201"/>
                  </a:lnTo>
                  <a:lnTo>
                    <a:pt x="162070" y="6109"/>
                  </a:lnTo>
                  <a:lnTo>
                    <a:pt x="162215" y="6030"/>
                  </a:lnTo>
                  <a:lnTo>
                    <a:pt x="162359" y="5951"/>
                  </a:lnTo>
                  <a:lnTo>
                    <a:pt x="162517" y="5885"/>
                  </a:lnTo>
                  <a:lnTo>
                    <a:pt x="162675" y="5819"/>
                  </a:lnTo>
                  <a:lnTo>
                    <a:pt x="162833" y="5766"/>
                  </a:lnTo>
                  <a:lnTo>
                    <a:pt x="162991" y="5727"/>
                  </a:lnTo>
                  <a:lnTo>
                    <a:pt x="163162" y="5687"/>
                  </a:lnTo>
                  <a:lnTo>
                    <a:pt x="163320" y="5648"/>
                  </a:lnTo>
                  <a:lnTo>
                    <a:pt x="163491" y="5635"/>
                  </a:lnTo>
                  <a:lnTo>
                    <a:pt x="163663" y="5622"/>
                  </a:lnTo>
                  <a:lnTo>
                    <a:pt x="163847" y="5609"/>
                  </a:lnTo>
                  <a:close/>
                  <a:moveTo>
                    <a:pt x="155054" y="48298"/>
                  </a:moveTo>
                  <a:lnTo>
                    <a:pt x="155225" y="48311"/>
                  </a:lnTo>
                  <a:lnTo>
                    <a:pt x="155396" y="48337"/>
                  </a:lnTo>
                  <a:lnTo>
                    <a:pt x="155567" y="48364"/>
                  </a:lnTo>
                  <a:lnTo>
                    <a:pt x="155738" y="48403"/>
                  </a:lnTo>
                  <a:lnTo>
                    <a:pt x="155896" y="48443"/>
                  </a:lnTo>
                  <a:lnTo>
                    <a:pt x="156054" y="48508"/>
                  </a:lnTo>
                  <a:lnTo>
                    <a:pt x="156212" y="48561"/>
                  </a:lnTo>
                  <a:lnTo>
                    <a:pt x="156357" y="48627"/>
                  </a:lnTo>
                  <a:lnTo>
                    <a:pt x="156515" y="48706"/>
                  </a:lnTo>
                  <a:lnTo>
                    <a:pt x="156646" y="48785"/>
                  </a:lnTo>
                  <a:lnTo>
                    <a:pt x="156791" y="48877"/>
                  </a:lnTo>
                  <a:lnTo>
                    <a:pt x="157054" y="49074"/>
                  </a:lnTo>
                  <a:lnTo>
                    <a:pt x="157291" y="49298"/>
                  </a:lnTo>
                  <a:lnTo>
                    <a:pt x="157515" y="49535"/>
                  </a:lnTo>
                  <a:lnTo>
                    <a:pt x="157713" y="49798"/>
                  </a:lnTo>
                  <a:lnTo>
                    <a:pt x="157805" y="49943"/>
                  </a:lnTo>
                  <a:lnTo>
                    <a:pt x="157884" y="50088"/>
                  </a:lnTo>
                  <a:lnTo>
                    <a:pt x="157963" y="50233"/>
                  </a:lnTo>
                  <a:lnTo>
                    <a:pt x="158029" y="50391"/>
                  </a:lnTo>
                  <a:lnTo>
                    <a:pt x="158094" y="50536"/>
                  </a:lnTo>
                  <a:lnTo>
                    <a:pt x="158147" y="50694"/>
                  </a:lnTo>
                  <a:lnTo>
                    <a:pt x="158187" y="50865"/>
                  </a:lnTo>
                  <a:lnTo>
                    <a:pt x="158226" y="51023"/>
                  </a:lnTo>
                  <a:lnTo>
                    <a:pt x="158266" y="51194"/>
                  </a:lnTo>
                  <a:lnTo>
                    <a:pt x="158279" y="51365"/>
                  </a:lnTo>
                  <a:lnTo>
                    <a:pt x="158292" y="51536"/>
                  </a:lnTo>
                  <a:lnTo>
                    <a:pt x="158305" y="51720"/>
                  </a:lnTo>
                  <a:lnTo>
                    <a:pt x="158292" y="51891"/>
                  </a:lnTo>
                  <a:lnTo>
                    <a:pt x="158279" y="52063"/>
                  </a:lnTo>
                  <a:lnTo>
                    <a:pt x="158266" y="52234"/>
                  </a:lnTo>
                  <a:lnTo>
                    <a:pt x="158226" y="52405"/>
                  </a:lnTo>
                  <a:lnTo>
                    <a:pt x="158187" y="52563"/>
                  </a:lnTo>
                  <a:lnTo>
                    <a:pt x="158147" y="52734"/>
                  </a:lnTo>
                  <a:lnTo>
                    <a:pt x="158094" y="52892"/>
                  </a:lnTo>
                  <a:lnTo>
                    <a:pt x="158029" y="53050"/>
                  </a:lnTo>
                  <a:lnTo>
                    <a:pt x="157963" y="53195"/>
                  </a:lnTo>
                  <a:lnTo>
                    <a:pt x="157884" y="53339"/>
                  </a:lnTo>
                  <a:lnTo>
                    <a:pt x="157805" y="53484"/>
                  </a:lnTo>
                  <a:lnTo>
                    <a:pt x="157713" y="53629"/>
                  </a:lnTo>
                  <a:lnTo>
                    <a:pt x="157515" y="53892"/>
                  </a:lnTo>
                  <a:lnTo>
                    <a:pt x="157291" y="54129"/>
                  </a:lnTo>
                  <a:lnTo>
                    <a:pt x="157054" y="54353"/>
                  </a:lnTo>
                  <a:lnTo>
                    <a:pt x="156791" y="54550"/>
                  </a:lnTo>
                  <a:lnTo>
                    <a:pt x="156646" y="54643"/>
                  </a:lnTo>
                  <a:lnTo>
                    <a:pt x="156515" y="54722"/>
                  </a:lnTo>
                  <a:lnTo>
                    <a:pt x="156357" y="54801"/>
                  </a:lnTo>
                  <a:lnTo>
                    <a:pt x="156212" y="54866"/>
                  </a:lnTo>
                  <a:lnTo>
                    <a:pt x="156054" y="54932"/>
                  </a:lnTo>
                  <a:lnTo>
                    <a:pt x="155896" y="54985"/>
                  </a:lnTo>
                  <a:lnTo>
                    <a:pt x="155738" y="55024"/>
                  </a:lnTo>
                  <a:lnTo>
                    <a:pt x="155567" y="55064"/>
                  </a:lnTo>
                  <a:lnTo>
                    <a:pt x="155396" y="55090"/>
                  </a:lnTo>
                  <a:lnTo>
                    <a:pt x="155225" y="55117"/>
                  </a:lnTo>
                  <a:lnTo>
                    <a:pt x="155054" y="55130"/>
                  </a:lnTo>
                  <a:lnTo>
                    <a:pt x="154698" y="55130"/>
                  </a:lnTo>
                  <a:lnTo>
                    <a:pt x="154527" y="55117"/>
                  </a:lnTo>
                  <a:lnTo>
                    <a:pt x="154356" y="55090"/>
                  </a:lnTo>
                  <a:lnTo>
                    <a:pt x="154198" y="55064"/>
                  </a:lnTo>
                  <a:lnTo>
                    <a:pt x="154027" y="55024"/>
                  </a:lnTo>
                  <a:lnTo>
                    <a:pt x="153869" y="54985"/>
                  </a:lnTo>
                  <a:lnTo>
                    <a:pt x="153711" y="54932"/>
                  </a:lnTo>
                  <a:lnTo>
                    <a:pt x="153553" y="54866"/>
                  </a:lnTo>
                  <a:lnTo>
                    <a:pt x="153395" y="54801"/>
                  </a:lnTo>
                  <a:lnTo>
                    <a:pt x="153250" y="54722"/>
                  </a:lnTo>
                  <a:lnTo>
                    <a:pt x="153105" y="54643"/>
                  </a:lnTo>
                  <a:lnTo>
                    <a:pt x="152974" y="54550"/>
                  </a:lnTo>
                  <a:lnTo>
                    <a:pt x="152711" y="54353"/>
                  </a:lnTo>
                  <a:lnTo>
                    <a:pt x="152460" y="54129"/>
                  </a:lnTo>
                  <a:lnTo>
                    <a:pt x="152237" y="53892"/>
                  </a:lnTo>
                  <a:lnTo>
                    <a:pt x="152039" y="53629"/>
                  </a:lnTo>
                  <a:lnTo>
                    <a:pt x="151960" y="53484"/>
                  </a:lnTo>
                  <a:lnTo>
                    <a:pt x="151868" y="53339"/>
                  </a:lnTo>
                  <a:lnTo>
                    <a:pt x="151802" y="53195"/>
                  </a:lnTo>
                  <a:lnTo>
                    <a:pt x="151723" y="53050"/>
                  </a:lnTo>
                  <a:lnTo>
                    <a:pt x="151671" y="52892"/>
                  </a:lnTo>
                  <a:lnTo>
                    <a:pt x="151618" y="52734"/>
                  </a:lnTo>
                  <a:lnTo>
                    <a:pt x="151565" y="52563"/>
                  </a:lnTo>
                  <a:lnTo>
                    <a:pt x="151526" y="52405"/>
                  </a:lnTo>
                  <a:lnTo>
                    <a:pt x="151499" y="52234"/>
                  </a:lnTo>
                  <a:lnTo>
                    <a:pt x="151473" y="52063"/>
                  </a:lnTo>
                  <a:lnTo>
                    <a:pt x="151460" y="51891"/>
                  </a:lnTo>
                  <a:lnTo>
                    <a:pt x="151460" y="51720"/>
                  </a:lnTo>
                  <a:lnTo>
                    <a:pt x="151460" y="51536"/>
                  </a:lnTo>
                  <a:lnTo>
                    <a:pt x="151473" y="51365"/>
                  </a:lnTo>
                  <a:lnTo>
                    <a:pt x="151499" y="51194"/>
                  </a:lnTo>
                  <a:lnTo>
                    <a:pt x="151526" y="51023"/>
                  </a:lnTo>
                  <a:lnTo>
                    <a:pt x="151565" y="50865"/>
                  </a:lnTo>
                  <a:lnTo>
                    <a:pt x="151618" y="50694"/>
                  </a:lnTo>
                  <a:lnTo>
                    <a:pt x="151671" y="50536"/>
                  </a:lnTo>
                  <a:lnTo>
                    <a:pt x="151723" y="50391"/>
                  </a:lnTo>
                  <a:lnTo>
                    <a:pt x="151802" y="50233"/>
                  </a:lnTo>
                  <a:lnTo>
                    <a:pt x="151868" y="50088"/>
                  </a:lnTo>
                  <a:lnTo>
                    <a:pt x="151960" y="49943"/>
                  </a:lnTo>
                  <a:lnTo>
                    <a:pt x="152039" y="49798"/>
                  </a:lnTo>
                  <a:lnTo>
                    <a:pt x="152237" y="49535"/>
                  </a:lnTo>
                  <a:lnTo>
                    <a:pt x="152460" y="49298"/>
                  </a:lnTo>
                  <a:lnTo>
                    <a:pt x="152711" y="49074"/>
                  </a:lnTo>
                  <a:lnTo>
                    <a:pt x="152974" y="48877"/>
                  </a:lnTo>
                  <a:lnTo>
                    <a:pt x="153105" y="48785"/>
                  </a:lnTo>
                  <a:lnTo>
                    <a:pt x="153250" y="48706"/>
                  </a:lnTo>
                  <a:lnTo>
                    <a:pt x="153395" y="48627"/>
                  </a:lnTo>
                  <a:lnTo>
                    <a:pt x="153553" y="48561"/>
                  </a:lnTo>
                  <a:lnTo>
                    <a:pt x="153711" y="48508"/>
                  </a:lnTo>
                  <a:lnTo>
                    <a:pt x="153869" y="48443"/>
                  </a:lnTo>
                  <a:lnTo>
                    <a:pt x="154027" y="48403"/>
                  </a:lnTo>
                  <a:lnTo>
                    <a:pt x="154198" y="48364"/>
                  </a:lnTo>
                  <a:lnTo>
                    <a:pt x="154356" y="48337"/>
                  </a:lnTo>
                  <a:lnTo>
                    <a:pt x="154527" y="48311"/>
                  </a:lnTo>
                  <a:lnTo>
                    <a:pt x="154698" y="48298"/>
                  </a:lnTo>
                  <a:close/>
                  <a:moveTo>
                    <a:pt x="7136" y="50641"/>
                  </a:moveTo>
                  <a:lnTo>
                    <a:pt x="7307" y="50654"/>
                  </a:lnTo>
                  <a:lnTo>
                    <a:pt x="7478" y="50680"/>
                  </a:lnTo>
                  <a:lnTo>
                    <a:pt x="7649" y="50707"/>
                  </a:lnTo>
                  <a:lnTo>
                    <a:pt x="7820" y="50746"/>
                  </a:lnTo>
                  <a:lnTo>
                    <a:pt x="7978" y="50786"/>
                  </a:lnTo>
                  <a:lnTo>
                    <a:pt x="8136" y="50838"/>
                  </a:lnTo>
                  <a:lnTo>
                    <a:pt x="8294" y="50904"/>
                  </a:lnTo>
                  <a:lnTo>
                    <a:pt x="8439" y="50970"/>
                  </a:lnTo>
                  <a:lnTo>
                    <a:pt x="8584" y="51049"/>
                  </a:lnTo>
                  <a:lnTo>
                    <a:pt x="8728" y="51128"/>
                  </a:lnTo>
                  <a:lnTo>
                    <a:pt x="8873" y="51220"/>
                  </a:lnTo>
                  <a:lnTo>
                    <a:pt x="9136" y="51418"/>
                  </a:lnTo>
                  <a:lnTo>
                    <a:pt x="9373" y="51641"/>
                  </a:lnTo>
                  <a:lnTo>
                    <a:pt x="9597" y="51878"/>
                  </a:lnTo>
                  <a:lnTo>
                    <a:pt x="9795" y="52142"/>
                  </a:lnTo>
                  <a:lnTo>
                    <a:pt x="9887" y="52286"/>
                  </a:lnTo>
                  <a:lnTo>
                    <a:pt x="9966" y="52431"/>
                  </a:lnTo>
                  <a:lnTo>
                    <a:pt x="10045" y="52576"/>
                  </a:lnTo>
                  <a:lnTo>
                    <a:pt x="10111" y="52721"/>
                  </a:lnTo>
                  <a:lnTo>
                    <a:pt x="10176" y="52879"/>
                  </a:lnTo>
                  <a:lnTo>
                    <a:pt x="10229" y="53037"/>
                  </a:lnTo>
                  <a:lnTo>
                    <a:pt x="10268" y="53208"/>
                  </a:lnTo>
                  <a:lnTo>
                    <a:pt x="10308" y="53366"/>
                  </a:lnTo>
                  <a:lnTo>
                    <a:pt x="10334" y="53537"/>
                  </a:lnTo>
                  <a:lnTo>
                    <a:pt x="10361" y="53708"/>
                  </a:lnTo>
                  <a:lnTo>
                    <a:pt x="10374" y="53879"/>
                  </a:lnTo>
                  <a:lnTo>
                    <a:pt x="10374" y="54050"/>
                  </a:lnTo>
                  <a:lnTo>
                    <a:pt x="10374" y="54235"/>
                  </a:lnTo>
                  <a:lnTo>
                    <a:pt x="10361" y="54406"/>
                  </a:lnTo>
                  <a:lnTo>
                    <a:pt x="10334" y="54577"/>
                  </a:lnTo>
                  <a:lnTo>
                    <a:pt x="10308" y="54748"/>
                  </a:lnTo>
                  <a:lnTo>
                    <a:pt x="10268" y="54906"/>
                  </a:lnTo>
                  <a:lnTo>
                    <a:pt x="10229" y="55077"/>
                  </a:lnTo>
                  <a:lnTo>
                    <a:pt x="10176" y="55235"/>
                  </a:lnTo>
                  <a:lnTo>
                    <a:pt x="10111" y="55380"/>
                  </a:lnTo>
                  <a:lnTo>
                    <a:pt x="10045" y="55538"/>
                  </a:lnTo>
                  <a:lnTo>
                    <a:pt x="9966" y="55683"/>
                  </a:lnTo>
                  <a:lnTo>
                    <a:pt x="9887" y="55827"/>
                  </a:lnTo>
                  <a:lnTo>
                    <a:pt x="9795" y="55972"/>
                  </a:lnTo>
                  <a:lnTo>
                    <a:pt x="9597" y="56235"/>
                  </a:lnTo>
                  <a:lnTo>
                    <a:pt x="9373" y="56472"/>
                  </a:lnTo>
                  <a:lnTo>
                    <a:pt x="9136" y="56696"/>
                  </a:lnTo>
                  <a:lnTo>
                    <a:pt x="8873" y="56894"/>
                  </a:lnTo>
                  <a:lnTo>
                    <a:pt x="8728" y="56986"/>
                  </a:lnTo>
                  <a:lnTo>
                    <a:pt x="8584" y="57065"/>
                  </a:lnTo>
                  <a:lnTo>
                    <a:pt x="8439" y="57144"/>
                  </a:lnTo>
                  <a:lnTo>
                    <a:pt x="8294" y="57209"/>
                  </a:lnTo>
                  <a:lnTo>
                    <a:pt x="8136" y="57262"/>
                  </a:lnTo>
                  <a:lnTo>
                    <a:pt x="7978" y="57328"/>
                  </a:lnTo>
                  <a:lnTo>
                    <a:pt x="7820" y="57367"/>
                  </a:lnTo>
                  <a:lnTo>
                    <a:pt x="7649" y="57407"/>
                  </a:lnTo>
                  <a:lnTo>
                    <a:pt x="7478" y="57433"/>
                  </a:lnTo>
                  <a:lnTo>
                    <a:pt x="7307" y="57460"/>
                  </a:lnTo>
                  <a:lnTo>
                    <a:pt x="7136" y="57473"/>
                  </a:lnTo>
                  <a:lnTo>
                    <a:pt x="6780" y="57473"/>
                  </a:lnTo>
                  <a:lnTo>
                    <a:pt x="6609" y="57460"/>
                  </a:lnTo>
                  <a:lnTo>
                    <a:pt x="6438" y="57433"/>
                  </a:lnTo>
                  <a:lnTo>
                    <a:pt x="6267" y="57407"/>
                  </a:lnTo>
                  <a:lnTo>
                    <a:pt x="6109" y="57367"/>
                  </a:lnTo>
                  <a:lnTo>
                    <a:pt x="5938" y="57328"/>
                  </a:lnTo>
                  <a:lnTo>
                    <a:pt x="5780" y="57262"/>
                  </a:lnTo>
                  <a:lnTo>
                    <a:pt x="5635" y="57209"/>
                  </a:lnTo>
                  <a:lnTo>
                    <a:pt x="5477" y="57144"/>
                  </a:lnTo>
                  <a:lnTo>
                    <a:pt x="5332" y="57065"/>
                  </a:lnTo>
                  <a:lnTo>
                    <a:pt x="5187" y="56986"/>
                  </a:lnTo>
                  <a:lnTo>
                    <a:pt x="5043" y="56894"/>
                  </a:lnTo>
                  <a:lnTo>
                    <a:pt x="4779" y="56696"/>
                  </a:lnTo>
                  <a:lnTo>
                    <a:pt x="4542" y="56472"/>
                  </a:lnTo>
                  <a:lnTo>
                    <a:pt x="4319" y="56235"/>
                  </a:lnTo>
                  <a:lnTo>
                    <a:pt x="4121" y="55972"/>
                  </a:lnTo>
                  <a:lnTo>
                    <a:pt x="4042" y="55827"/>
                  </a:lnTo>
                  <a:lnTo>
                    <a:pt x="3950" y="55683"/>
                  </a:lnTo>
                  <a:lnTo>
                    <a:pt x="3884" y="55538"/>
                  </a:lnTo>
                  <a:lnTo>
                    <a:pt x="3805" y="55380"/>
                  </a:lnTo>
                  <a:lnTo>
                    <a:pt x="3753" y="55235"/>
                  </a:lnTo>
                  <a:lnTo>
                    <a:pt x="3700" y="55077"/>
                  </a:lnTo>
                  <a:lnTo>
                    <a:pt x="3647" y="54906"/>
                  </a:lnTo>
                  <a:lnTo>
                    <a:pt x="3608" y="54748"/>
                  </a:lnTo>
                  <a:lnTo>
                    <a:pt x="3581" y="54577"/>
                  </a:lnTo>
                  <a:lnTo>
                    <a:pt x="3555" y="54406"/>
                  </a:lnTo>
                  <a:lnTo>
                    <a:pt x="3542" y="54235"/>
                  </a:lnTo>
                  <a:lnTo>
                    <a:pt x="3542" y="54050"/>
                  </a:lnTo>
                  <a:lnTo>
                    <a:pt x="3542" y="53879"/>
                  </a:lnTo>
                  <a:lnTo>
                    <a:pt x="3555" y="53708"/>
                  </a:lnTo>
                  <a:lnTo>
                    <a:pt x="3581" y="53537"/>
                  </a:lnTo>
                  <a:lnTo>
                    <a:pt x="3608" y="53366"/>
                  </a:lnTo>
                  <a:lnTo>
                    <a:pt x="3647" y="53208"/>
                  </a:lnTo>
                  <a:lnTo>
                    <a:pt x="3700" y="53037"/>
                  </a:lnTo>
                  <a:lnTo>
                    <a:pt x="3753" y="52879"/>
                  </a:lnTo>
                  <a:lnTo>
                    <a:pt x="3805" y="52721"/>
                  </a:lnTo>
                  <a:lnTo>
                    <a:pt x="3884" y="52576"/>
                  </a:lnTo>
                  <a:lnTo>
                    <a:pt x="3950" y="52431"/>
                  </a:lnTo>
                  <a:lnTo>
                    <a:pt x="4042" y="52286"/>
                  </a:lnTo>
                  <a:lnTo>
                    <a:pt x="4121" y="52142"/>
                  </a:lnTo>
                  <a:lnTo>
                    <a:pt x="4319" y="51878"/>
                  </a:lnTo>
                  <a:lnTo>
                    <a:pt x="4542" y="51641"/>
                  </a:lnTo>
                  <a:lnTo>
                    <a:pt x="4779" y="51418"/>
                  </a:lnTo>
                  <a:lnTo>
                    <a:pt x="5043" y="51220"/>
                  </a:lnTo>
                  <a:lnTo>
                    <a:pt x="5187" y="51128"/>
                  </a:lnTo>
                  <a:lnTo>
                    <a:pt x="5332" y="51049"/>
                  </a:lnTo>
                  <a:lnTo>
                    <a:pt x="5477" y="50970"/>
                  </a:lnTo>
                  <a:lnTo>
                    <a:pt x="5635" y="50904"/>
                  </a:lnTo>
                  <a:lnTo>
                    <a:pt x="5780" y="50838"/>
                  </a:lnTo>
                  <a:lnTo>
                    <a:pt x="5938" y="50786"/>
                  </a:lnTo>
                  <a:lnTo>
                    <a:pt x="6109" y="50746"/>
                  </a:lnTo>
                  <a:lnTo>
                    <a:pt x="6267" y="50707"/>
                  </a:lnTo>
                  <a:lnTo>
                    <a:pt x="6438" y="50680"/>
                  </a:lnTo>
                  <a:lnTo>
                    <a:pt x="6609" y="50654"/>
                  </a:lnTo>
                  <a:lnTo>
                    <a:pt x="6780" y="50641"/>
                  </a:lnTo>
                  <a:close/>
                  <a:moveTo>
                    <a:pt x="183724" y="65595"/>
                  </a:moveTo>
                  <a:lnTo>
                    <a:pt x="183895" y="65608"/>
                  </a:lnTo>
                  <a:lnTo>
                    <a:pt x="184066" y="65621"/>
                  </a:lnTo>
                  <a:lnTo>
                    <a:pt x="184237" y="65634"/>
                  </a:lnTo>
                  <a:lnTo>
                    <a:pt x="184408" y="65660"/>
                  </a:lnTo>
                  <a:lnTo>
                    <a:pt x="184579" y="65700"/>
                  </a:lnTo>
                  <a:lnTo>
                    <a:pt x="184737" y="65753"/>
                  </a:lnTo>
                  <a:lnTo>
                    <a:pt x="184895" y="65805"/>
                  </a:lnTo>
                  <a:lnTo>
                    <a:pt x="185053" y="65871"/>
                  </a:lnTo>
                  <a:lnTo>
                    <a:pt x="185198" y="65937"/>
                  </a:lnTo>
                  <a:lnTo>
                    <a:pt x="185356" y="66016"/>
                  </a:lnTo>
                  <a:lnTo>
                    <a:pt x="185488" y="66095"/>
                  </a:lnTo>
                  <a:lnTo>
                    <a:pt x="185632" y="66187"/>
                  </a:lnTo>
                  <a:lnTo>
                    <a:pt x="185896" y="66384"/>
                  </a:lnTo>
                  <a:lnTo>
                    <a:pt x="186133" y="66595"/>
                  </a:lnTo>
                  <a:lnTo>
                    <a:pt x="186356" y="66845"/>
                  </a:lnTo>
                  <a:lnTo>
                    <a:pt x="186554" y="67108"/>
                  </a:lnTo>
                  <a:lnTo>
                    <a:pt x="186646" y="67240"/>
                  </a:lnTo>
                  <a:lnTo>
                    <a:pt x="186725" y="67385"/>
                  </a:lnTo>
                  <a:lnTo>
                    <a:pt x="186804" y="67530"/>
                  </a:lnTo>
                  <a:lnTo>
                    <a:pt x="186870" y="67688"/>
                  </a:lnTo>
                  <a:lnTo>
                    <a:pt x="186936" y="67846"/>
                  </a:lnTo>
                  <a:lnTo>
                    <a:pt x="186988" y="68004"/>
                  </a:lnTo>
                  <a:lnTo>
                    <a:pt x="187028" y="68162"/>
                  </a:lnTo>
                  <a:lnTo>
                    <a:pt x="187067" y="68333"/>
                  </a:lnTo>
                  <a:lnTo>
                    <a:pt x="187107" y="68491"/>
                  </a:lnTo>
                  <a:lnTo>
                    <a:pt x="187120" y="68662"/>
                  </a:lnTo>
                  <a:lnTo>
                    <a:pt x="187133" y="68846"/>
                  </a:lnTo>
                  <a:lnTo>
                    <a:pt x="187146" y="69017"/>
                  </a:lnTo>
                  <a:lnTo>
                    <a:pt x="187133" y="69188"/>
                  </a:lnTo>
                  <a:lnTo>
                    <a:pt x="187120" y="69373"/>
                  </a:lnTo>
                  <a:lnTo>
                    <a:pt x="187107" y="69544"/>
                  </a:lnTo>
                  <a:lnTo>
                    <a:pt x="187067" y="69702"/>
                  </a:lnTo>
                  <a:lnTo>
                    <a:pt x="187028" y="69873"/>
                  </a:lnTo>
                  <a:lnTo>
                    <a:pt x="186988" y="70031"/>
                  </a:lnTo>
                  <a:lnTo>
                    <a:pt x="186936" y="70189"/>
                  </a:lnTo>
                  <a:lnTo>
                    <a:pt x="186870" y="70347"/>
                  </a:lnTo>
                  <a:lnTo>
                    <a:pt x="186804" y="70505"/>
                  </a:lnTo>
                  <a:lnTo>
                    <a:pt x="186725" y="70649"/>
                  </a:lnTo>
                  <a:lnTo>
                    <a:pt x="186646" y="70794"/>
                  </a:lnTo>
                  <a:lnTo>
                    <a:pt x="186554" y="70926"/>
                  </a:lnTo>
                  <a:lnTo>
                    <a:pt x="186356" y="71189"/>
                  </a:lnTo>
                  <a:lnTo>
                    <a:pt x="186133" y="71439"/>
                  </a:lnTo>
                  <a:lnTo>
                    <a:pt x="185896" y="71650"/>
                  </a:lnTo>
                  <a:lnTo>
                    <a:pt x="185632" y="71847"/>
                  </a:lnTo>
                  <a:lnTo>
                    <a:pt x="185488" y="71939"/>
                  </a:lnTo>
                  <a:lnTo>
                    <a:pt x="185356" y="72018"/>
                  </a:lnTo>
                  <a:lnTo>
                    <a:pt x="185198" y="72097"/>
                  </a:lnTo>
                  <a:lnTo>
                    <a:pt x="185053" y="72163"/>
                  </a:lnTo>
                  <a:lnTo>
                    <a:pt x="184895" y="72229"/>
                  </a:lnTo>
                  <a:lnTo>
                    <a:pt x="184737" y="72282"/>
                  </a:lnTo>
                  <a:lnTo>
                    <a:pt x="184579" y="72334"/>
                  </a:lnTo>
                  <a:lnTo>
                    <a:pt x="184408" y="72374"/>
                  </a:lnTo>
                  <a:lnTo>
                    <a:pt x="184237" y="72400"/>
                  </a:lnTo>
                  <a:lnTo>
                    <a:pt x="184066" y="72413"/>
                  </a:lnTo>
                  <a:lnTo>
                    <a:pt x="183895" y="72427"/>
                  </a:lnTo>
                  <a:lnTo>
                    <a:pt x="183724" y="72440"/>
                  </a:lnTo>
                  <a:lnTo>
                    <a:pt x="183539" y="72427"/>
                  </a:lnTo>
                  <a:lnTo>
                    <a:pt x="183368" y="72413"/>
                  </a:lnTo>
                  <a:lnTo>
                    <a:pt x="183197" y="72400"/>
                  </a:lnTo>
                  <a:lnTo>
                    <a:pt x="183026" y="72374"/>
                  </a:lnTo>
                  <a:lnTo>
                    <a:pt x="182868" y="72334"/>
                  </a:lnTo>
                  <a:lnTo>
                    <a:pt x="182710" y="72282"/>
                  </a:lnTo>
                  <a:lnTo>
                    <a:pt x="182552" y="72229"/>
                  </a:lnTo>
                  <a:lnTo>
                    <a:pt x="182394" y="72163"/>
                  </a:lnTo>
                  <a:lnTo>
                    <a:pt x="182236" y="72097"/>
                  </a:lnTo>
                  <a:lnTo>
                    <a:pt x="182091" y="72018"/>
                  </a:lnTo>
                  <a:lnTo>
                    <a:pt x="181947" y="71939"/>
                  </a:lnTo>
                  <a:lnTo>
                    <a:pt x="181815" y="71847"/>
                  </a:lnTo>
                  <a:lnTo>
                    <a:pt x="181552" y="71650"/>
                  </a:lnTo>
                  <a:lnTo>
                    <a:pt x="181302" y="71439"/>
                  </a:lnTo>
                  <a:lnTo>
                    <a:pt x="181078" y="71189"/>
                  </a:lnTo>
                  <a:lnTo>
                    <a:pt x="180880" y="70926"/>
                  </a:lnTo>
                  <a:lnTo>
                    <a:pt x="180801" y="70794"/>
                  </a:lnTo>
                  <a:lnTo>
                    <a:pt x="180709" y="70649"/>
                  </a:lnTo>
                  <a:lnTo>
                    <a:pt x="180643" y="70505"/>
                  </a:lnTo>
                  <a:lnTo>
                    <a:pt x="180564" y="70347"/>
                  </a:lnTo>
                  <a:lnTo>
                    <a:pt x="180512" y="70189"/>
                  </a:lnTo>
                  <a:lnTo>
                    <a:pt x="180459" y="70031"/>
                  </a:lnTo>
                  <a:lnTo>
                    <a:pt x="180406" y="69873"/>
                  </a:lnTo>
                  <a:lnTo>
                    <a:pt x="180367" y="69702"/>
                  </a:lnTo>
                  <a:lnTo>
                    <a:pt x="180341" y="69544"/>
                  </a:lnTo>
                  <a:lnTo>
                    <a:pt x="180314" y="69373"/>
                  </a:lnTo>
                  <a:lnTo>
                    <a:pt x="180301" y="69188"/>
                  </a:lnTo>
                  <a:lnTo>
                    <a:pt x="180301" y="69017"/>
                  </a:lnTo>
                  <a:lnTo>
                    <a:pt x="180301" y="68846"/>
                  </a:lnTo>
                  <a:lnTo>
                    <a:pt x="180314" y="68662"/>
                  </a:lnTo>
                  <a:lnTo>
                    <a:pt x="180341" y="68491"/>
                  </a:lnTo>
                  <a:lnTo>
                    <a:pt x="180367" y="68333"/>
                  </a:lnTo>
                  <a:lnTo>
                    <a:pt x="180406" y="68162"/>
                  </a:lnTo>
                  <a:lnTo>
                    <a:pt x="180459" y="68004"/>
                  </a:lnTo>
                  <a:lnTo>
                    <a:pt x="180512" y="67846"/>
                  </a:lnTo>
                  <a:lnTo>
                    <a:pt x="180564" y="67688"/>
                  </a:lnTo>
                  <a:lnTo>
                    <a:pt x="180643" y="67530"/>
                  </a:lnTo>
                  <a:lnTo>
                    <a:pt x="180709" y="67385"/>
                  </a:lnTo>
                  <a:lnTo>
                    <a:pt x="180801" y="67240"/>
                  </a:lnTo>
                  <a:lnTo>
                    <a:pt x="180880" y="67108"/>
                  </a:lnTo>
                  <a:lnTo>
                    <a:pt x="181078" y="66845"/>
                  </a:lnTo>
                  <a:lnTo>
                    <a:pt x="181302" y="66595"/>
                  </a:lnTo>
                  <a:lnTo>
                    <a:pt x="181552" y="66384"/>
                  </a:lnTo>
                  <a:lnTo>
                    <a:pt x="181815" y="66187"/>
                  </a:lnTo>
                  <a:lnTo>
                    <a:pt x="181947" y="66095"/>
                  </a:lnTo>
                  <a:lnTo>
                    <a:pt x="182091" y="66016"/>
                  </a:lnTo>
                  <a:lnTo>
                    <a:pt x="182236" y="65937"/>
                  </a:lnTo>
                  <a:lnTo>
                    <a:pt x="182394" y="65871"/>
                  </a:lnTo>
                  <a:lnTo>
                    <a:pt x="182552" y="65805"/>
                  </a:lnTo>
                  <a:lnTo>
                    <a:pt x="182710" y="65753"/>
                  </a:lnTo>
                  <a:lnTo>
                    <a:pt x="182868" y="65700"/>
                  </a:lnTo>
                  <a:lnTo>
                    <a:pt x="183026" y="65660"/>
                  </a:lnTo>
                  <a:lnTo>
                    <a:pt x="183197" y="65634"/>
                  </a:lnTo>
                  <a:lnTo>
                    <a:pt x="183368" y="65621"/>
                  </a:lnTo>
                  <a:lnTo>
                    <a:pt x="183539" y="65608"/>
                  </a:lnTo>
                  <a:lnTo>
                    <a:pt x="183724" y="65595"/>
                  </a:lnTo>
                  <a:close/>
                  <a:moveTo>
                    <a:pt x="54774" y="71860"/>
                  </a:moveTo>
                  <a:lnTo>
                    <a:pt x="54945" y="71874"/>
                  </a:lnTo>
                  <a:lnTo>
                    <a:pt x="55116" y="71900"/>
                  </a:lnTo>
                  <a:lnTo>
                    <a:pt x="55288" y="71926"/>
                  </a:lnTo>
                  <a:lnTo>
                    <a:pt x="55446" y="71966"/>
                  </a:lnTo>
                  <a:lnTo>
                    <a:pt x="55617" y="72018"/>
                  </a:lnTo>
                  <a:lnTo>
                    <a:pt x="55775" y="72071"/>
                  </a:lnTo>
                  <a:lnTo>
                    <a:pt x="55933" y="72124"/>
                  </a:lnTo>
                  <a:lnTo>
                    <a:pt x="56077" y="72203"/>
                  </a:lnTo>
                  <a:lnTo>
                    <a:pt x="56222" y="72269"/>
                  </a:lnTo>
                  <a:lnTo>
                    <a:pt x="56367" y="72361"/>
                  </a:lnTo>
                  <a:lnTo>
                    <a:pt x="56512" y="72440"/>
                  </a:lnTo>
                  <a:lnTo>
                    <a:pt x="56775" y="72637"/>
                  </a:lnTo>
                  <a:lnTo>
                    <a:pt x="57012" y="72861"/>
                  </a:lnTo>
                  <a:lnTo>
                    <a:pt x="57236" y="73111"/>
                  </a:lnTo>
                  <a:lnTo>
                    <a:pt x="57433" y="73374"/>
                  </a:lnTo>
                  <a:lnTo>
                    <a:pt x="57525" y="73506"/>
                  </a:lnTo>
                  <a:lnTo>
                    <a:pt x="57604" y="73651"/>
                  </a:lnTo>
                  <a:lnTo>
                    <a:pt x="57683" y="73796"/>
                  </a:lnTo>
                  <a:lnTo>
                    <a:pt x="57749" y="73953"/>
                  </a:lnTo>
                  <a:lnTo>
                    <a:pt x="57815" y="74111"/>
                  </a:lnTo>
                  <a:lnTo>
                    <a:pt x="57868" y="74269"/>
                  </a:lnTo>
                  <a:lnTo>
                    <a:pt x="57907" y="74427"/>
                  </a:lnTo>
                  <a:lnTo>
                    <a:pt x="57947" y="74585"/>
                  </a:lnTo>
                  <a:lnTo>
                    <a:pt x="57973" y="74756"/>
                  </a:lnTo>
                  <a:lnTo>
                    <a:pt x="57999" y="74928"/>
                  </a:lnTo>
                  <a:lnTo>
                    <a:pt x="58012" y="75099"/>
                  </a:lnTo>
                  <a:lnTo>
                    <a:pt x="58012" y="75283"/>
                  </a:lnTo>
                  <a:lnTo>
                    <a:pt x="58012" y="75454"/>
                  </a:lnTo>
                  <a:lnTo>
                    <a:pt x="57999" y="75625"/>
                  </a:lnTo>
                  <a:lnTo>
                    <a:pt x="57973" y="75796"/>
                  </a:lnTo>
                  <a:lnTo>
                    <a:pt x="57947" y="75968"/>
                  </a:lnTo>
                  <a:lnTo>
                    <a:pt x="57907" y="76139"/>
                  </a:lnTo>
                  <a:lnTo>
                    <a:pt x="57868" y="76297"/>
                  </a:lnTo>
                  <a:lnTo>
                    <a:pt x="57815" y="76455"/>
                  </a:lnTo>
                  <a:lnTo>
                    <a:pt x="57749" y="76613"/>
                  </a:lnTo>
                  <a:lnTo>
                    <a:pt x="57683" y="76757"/>
                  </a:lnTo>
                  <a:lnTo>
                    <a:pt x="57604" y="76902"/>
                  </a:lnTo>
                  <a:lnTo>
                    <a:pt x="57525" y="77047"/>
                  </a:lnTo>
                  <a:lnTo>
                    <a:pt x="57433" y="77192"/>
                  </a:lnTo>
                  <a:lnTo>
                    <a:pt x="57236" y="77455"/>
                  </a:lnTo>
                  <a:lnTo>
                    <a:pt x="57012" y="77692"/>
                  </a:lnTo>
                  <a:lnTo>
                    <a:pt x="56775" y="77916"/>
                  </a:lnTo>
                  <a:lnTo>
                    <a:pt x="56512" y="78113"/>
                  </a:lnTo>
                  <a:lnTo>
                    <a:pt x="56367" y="78205"/>
                  </a:lnTo>
                  <a:lnTo>
                    <a:pt x="56222" y="78284"/>
                  </a:lnTo>
                  <a:lnTo>
                    <a:pt x="56077" y="78363"/>
                  </a:lnTo>
                  <a:lnTo>
                    <a:pt x="55933" y="78429"/>
                  </a:lnTo>
                  <a:lnTo>
                    <a:pt x="55775" y="78495"/>
                  </a:lnTo>
                  <a:lnTo>
                    <a:pt x="55617" y="78548"/>
                  </a:lnTo>
                  <a:lnTo>
                    <a:pt x="55446" y="78587"/>
                  </a:lnTo>
                  <a:lnTo>
                    <a:pt x="55288" y="78627"/>
                  </a:lnTo>
                  <a:lnTo>
                    <a:pt x="55116" y="78666"/>
                  </a:lnTo>
                  <a:lnTo>
                    <a:pt x="54945" y="78679"/>
                  </a:lnTo>
                  <a:lnTo>
                    <a:pt x="54774" y="78692"/>
                  </a:lnTo>
                  <a:lnTo>
                    <a:pt x="54603" y="78706"/>
                  </a:lnTo>
                  <a:lnTo>
                    <a:pt x="54419" y="78692"/>
                  </a:lnTo>
                  <a:lnTo>
                    <a:pt x="54248" y="78679"/>
                  </a:lnTo>
                  <a:lnTo>
                    <a:pt x="54077" y="78666"/>
                  </a:lnTo>
                  <a:lnTo>
                    <a:pt x="53905" y="78627"/>
                  </a:lnTo>
                  <a:lnTo>
                    <a:pt x="53747" y="78587"/>
                  </a:lnTo>
                  <a:lnTo>
                    <a:pt x="53576" y="78548"/>
                  </a:lnTo>
                  <a:lnTo>
                    <a:pt x="53418" y="78495"/>
                  </a:lnTo>
                  <a:lnTo>
                    <a:pt x="53274" y="78429"/>
                  </a:lnTo>
                  <a:lnTo>
                    <a:pt x="53116" y="78363"/>
                  </a:lnTo>
                  <a:lnTo>
                    <a:pt x="52971" y="78284"/>
                  </a:lnTo>
                  <a:lnTo>
                    <a:pt x="52826" y="78205"/>
                  </a:lnTo>
                  <a:lnTo>
                    <a:pt x="52681" y="78113"/>
                  </a:lnTo>
                  <a:lnTo>
                    <a:pt x="52418" y="77916"/>
                  </a:lnTo>
                  <a:lnTo>
                    <a:pt x="52181" y="77692"/>
                  </a:lnTo>
                  <a:lnTo>
                    <a:pt x="51957" y="77455"/>
                  </a:lnTo>
                  <a:lnTo>
                    <a:pt x="51760" y="77192"/>
                  </a:lnTo>
                  <a:lnTo>
                    <a:pt x="51668" y="77047"/>
                  </a:lnTo>
                  <a:lnTo>
                    <a:pt x="51589" y="76902"/>
                  </a:lnTo>
                  <a:lnTo>
                    <a:pt x="51510" y="76757"/>
                  </a:lnTo>
                  <a:lnTo>
                    <a:pt x="51444" y="76613"/>
                  </a:lnTo>
                  <a:lnTo>
                    <a:pt x="51391" y="76455"/>
                  </a:lnTo>
                  <a:lnTo>
                    <a:pt x="51339" y="76297"/>
                  </a:lnTo>
                  <a:lnTo>
                    <a:pt x="51286" y="76139"/>
                  </a:lnTo>
                  <a:lnTo>
                    <a:pt x="51246" y="75968"/>
                  </a:lnTo>
                  <a:lnTo>
                    <a:pt x="51220" y="75796"/>
                  </a:lnTo>
                  <a:lnTo>
                    <a:pt x="51194" y="75625"/>
                  </a:lnTo>
                  <a:lnTo>
                    <a:pt x="51181" y="75454"/>
                  </a:lnTo>
                  <a:lnTo>
                    <a:pt x="51181" y="75283"/>
                  </a:lnTo>
                  <a:lnTo>
                    <a:pt x="51181" y="75099"/>
                  </a:lnTo>
                  <a:lnTo>
                    <a:pt x="51194" y="74928"/>
                  </a:lnTo>
                  <a:lnTo>
                    <a:pt x="51220" y="74756"/>
                  </a:lnTo>
                  <a:lnTo>
                    <a:pt x="51246" y="74585"/>
                  </a:lnTo>
                  <a:lnTo>
                    <a:pt x="51286" y="74427"/>
                  </a:lnTo>
                  <a:lnTo>
                    <a:pt x="51339" y="74269"/>
                  </a:lnTo>
                  <a:lnTo>
                    <a:pt x="51391" y="74111"/>
                  </a:lnTo>
                  <a:lnTo>
                    <a:pt x="51444" y="73953"/>
                  </a:lnTo>
                  <a:lnTo>
                    <a:pt x="51510" y="73796"/>
                  </a:lnTo>
                  <a:lnTo>
                    <a:pt x="51589" y="73651"/>
                  </a:lnTo>
                  <a:lnTo>
                    <a:pt x="51668" y="73506"/>
                  </a:lnTo>
                  <a:lnTo>
                    <a:pt x="51760" y="73374"/>
                  </a:lnTo>
                  <a:lnTo>
                    <a:pt x="51957" y="73111"/>
                  </a:lnTo>
                  <a:lnTo>
                    <a:pt x="52181" y="72861"/>
                  </a:lnTo>
                  <a:lnTo>
                    <a:pt x="52418" y="72637"/>
                  </a:lnTo>
                  <a:lnTo>
                    <a:pt x="52681" y="72440"/>
                  </a:lnTo>
                  <a:lnTo>
                    <a:pt x="52826" y="72361"/>
                  </a:lnTo>
                  <a:lnTo>
                    <a:pt x="52971" y="72269"/>
                  </a:lnTo>
                  <a:lnTo>
                    <a:pt x="53116" y="72203"/>
                  </a:lnTo>
                  <a:lnTo>
                    <a:pt x="53274" y="72124"/>
                  </a:lnTo>
                  <a:lnTo>
                    <a:pt x="53418" y="72071"/>
                  </a:lnTo>
                  <a:lnTo>
                    <a:pt x="53576" y="72018"/>
                  </a:lnTo>
                  <a:lnTo>
                    <a:pt x="53747" y="71966"/>
                  </a:lnTo>
                  <a:lnTo>
                    <a:pt x="53905" y="71926"/>
                  </a:lnTo>
                  <a:lnTo>
                    <a:pt x="54077" y="71900"/>
                  </a:lnTo>
                  <a:lnTo>
                    <a:pt x="54248" y="71874"/>
                  </a:lnTo>
                  <a:lnTo>
                    <a:pt x="54419" y="71860"/>
                  </a:lnTo>
                  <a:close/>
                  <a:moveTo>
                    <a:pt x="125330" y="92303"/>
                  </a:moveTo>
                  <a:lnTo>
                    <a:pt x="125633" y="92317"/>
                  </a:lnTo>
                  <a:lnTo>
                    <a:pt x="125923" y="92356"/>
                  </a:lnTo>
                  <a:lnTo>
                    <a:pt x="126212" y="92422"/>
                  </a:lnTo>
                  <a:lnTo>
                    <a:pt x="126489" y="92501"/>
                  </a:lnTo>
                  <a:lnTo>
                    <a:pt x="126752" y="92619"/>
                  </a:lnTo>
                  <a:lnTo>
                    <a:pt x="127002" y="92738"/>
                  </a:lnTo>
                  <a:lnTo>
                    <a:pt x="127252" y="92896"/>
                  </a:lnTo>
                  <a:lnTo>
                    <a:pt x="127476" y="93067"/>
                  </a:lnTo>
                  <a:lnTo>
                    <a:pt x="127687" y="93251"/>
                  </a:lnTo>
                  <a:lnTo>
                    <a:pt x="127884" y="93462"/>
                  </a:lnTo>
                  <a:lnTo>
                    <a:pt x="128068" y="93672"/>
                  </a:lnTo>
                  <a:lnTo>
                    <a:pt x="128226" y="93909"/>
                  </a:lnTo>
                  <a:lnTo>
                    <a:pt x="128371" y="94159"/>
                  </a:lnTo>
                  <a:lnTo>
                    <a:pt x="128490" y="94423"/>
                  </a:lnTo>
                  <a:lnTo>
                    <a:pt x="128582" y="94686"/>
                  </a:lnTo>
                  <a:lnTo>
                    <a:pt x="128661" y="94976"/>
                  </a:lnTo>
                  <a:lnTo>
                    <a:pt x="128661" y="96476"/>
                  </a:lnTo>
                  <a:lnTo>
                    <a:pt x="128582" y="96753"/>
                  </a:lnTo>
                  <a:lnTo>
                    <a:pt x="128490" y="97029"/>
                  </a:lnTo>
                  <a:lnTo>
                    <a:pt x="128371" y="97279"/>
                  </a:lnTo>
                  <a:lnTo>
                    <a:pt x="128226" y="97529"/>
                  </a:lnTo>
                  <a:lnTo>
                    <a:pt x="128068" y="97766"/>
                  </a:lnTo>
                  <a:lnTo>
                    <a:pt x="127884" y="97990"/>
                  </a:lnTo>
                  <a:lnTo>
                    <a:pt x="127687" y="98188"/>
                  </a:lnTo>
                  <a:lnTo>
                    <a:pt x="127476" y="98372"/>
                  </a:lnTo>
                  <a:lnTo>
                    <a:pt x="127252" y="98543"/>
                  </a:lnTo>
                  <a:lnTo>
                    <a:pt x="127002" y="98701"/>
                  </a:lnTo>
                  <a:lnTo>
                    <a:pt x="126752" y="98833"/>
                  </a:lnTo>
                  <a:lnTo>
                    <a:pt x="126489" y="98938"/>
                  </a:lnTo>
                  <a:lnTo>
                    <a:pt x="126212" y="99030"/>
                  </a:lnTo>
                  <a:lnTo>
                    <a:pt x="125923" y="99083"/>
                  </a:lnTo>
                  <a:lnTo>
                    <a:pt x="125633" y="99122"/>
                  </a:lnTo>
                  <a:lnTo>
                    <a:pt x="125330" y="99135"/>
                  </a:lnTo>
                  <a:lnTo>
                    <a:pt x="125146" y="99135"/>
                  </a:lnTo>
                  <a:lnTo>
                    <a:pt x="124975" y="99122"/>
                  </a:lnTo>
                  <a:lnTo>
                    <a:pt x="124804" y="99096"/>
                  </a:lnTo>
                  <a:lnTo>
                    <a:pt x="124633" y="99069"/>
                  </a:lnTo>
                  <a:lnTo>
                    <a:pt x="124475" y="99030"/>
                  </a:lnTo>
                  <a:lnTo>
                    <a:pt x="124304" y="98991"/>
                  </a:lnTo>
                  <a:lnTo>
                    <a:pt x="124146" y="98938"/>
                  </a:lnTo>
                  <a:lnTo>
                    <a:pt x="124001" y="98872"/>
                  </a:lnTo>
                  <a:lnTo>
                    <a:pt x="123843" y="98806"/>
                  </a:lnTo>
                  <a:lnTo>
                    <a:pt x="123698" y="98727"/>
                  </a:lnTo>
                  <a:lnTo>
                    <a:pt x="123553" y="98648"/>
                  </a:lnTo>
                  <a:lnTo>
                    <a:pt x="123409" y="98556"/>
                  </a:lnTo>
                  <a:lnTo>
                    <a:pt x="123145" y="98359"/>
                  </a:lnTo>
                  <a:lnTo>
                    <a:pt x="122908" y="98135"/>
                  </a:lnTo>
                  <a:lnTo>
                    <a:pt x="122685" y="97898"/>
                  </a:lnTo>
                  <a:lnTo>
                    <a:pt x="122487" y="97635"/>
                  </a:lnTo>
                  <a:lnTo>
                    <a:pt x="122395" y="97490"/>
                  </a:lnTo>
                  <a:lnTo>
                    <a:pt x="122316" y="97345"/>
                  </a:lnTo>
                  <a:lnTo>
                    <a:pt x="122237" y="97200"/>
                  </a:lnTo>
                  <a:lnTo>
                    <a:pt x="122171" y="97055"/>
                  </a:lnTo>
                  <a:lnTo>
                    <a:pt x="122119" y="96898"/>
                  </a:lnTo>
                  <a:lnTo>
                    <a:pt x="122053" y="96740"/>
                  </a:lnTo>
                  <a:lnTo>
                    <a:pt x="122013" y="96568"/>
                  </a:lnTo>
                  <a:lnTo>
                    <a:pt x="121974" y="96410"/>
                  </a:lnTo>
                  <a:lnTo>
                    <a:pt x="121947" y="96239"/>
                  </a:lnTo>
                  <a:lnTo>
                    <a:pt x="121921" y="96068"/>
                  </a:lnTo>
                  <a:lnTo>
                    <a:pt x="121908" y="95897"/>
                  </a:lnTo>
                  <a:lnTo>
                    <a:pt x="121908" y="95726"/>
                  </a:lnTo>
                  <a:lnTo>
                    <a:pt x="121908" y="95542"/>
                  </a:lnTo>
                  <a:lnTo>
                    <a:pt x="121921" y="95371"/>
                  </a:lnTo>
                  <a:lnTo>
                    <a:pt x="121947" y="95199"/>
                  </a:lnTo>
                  <a:lnTo>
                    <a:pt x="121974" y="95028"/>
                  </a:lnTo>
                  <a:lnTo>
                    <a:pt x="122013" y="94870"/>
                  </a:lnTo>
                  <a:lnTo>
                    <a:pt x="122053" y="94699"/>
                  </a:lnTo>
                  <a:lnTo>
                    <a:pt x="122119" y="94541"/>
                  </a:lnTo>
                  <a:lnTo>
                    <a:pt x="122171" y="94396"/>
                  </a:lnTo>
                  <a:lnTo>
                    <a:pt x="122237" y="94238"/>
                  </a:lnTo>
                  <a:lnTo>
                    <a:pt x="122316" y="94094"/>
                  </a:lnTo>
                  <a:lnTo>
                    <a:pt x="122395" y="93949"/>
                  </a:lnTo>
                  <a:lnTo>
                    <a:pt x="122487" y="93804"/>
                  </a:lnTo>
                  <a:lnTo>
                    <a:pt x="122685" y="93541"/>
                  </a:lnTo>
                  <a:lnTo>
                    <a:pt x="122908" y="93304"/>
                  </a:lnTo>
                  <a:lnTo>
                    <a:pt x="123145" y="93080"/>
                  </a:lnTo>
                  <a:lnTo>
                    <a:pt x="123409" y="92883"/>
                  </a:lnTo>
                  <a:lnTo>
                    <a:pt x="123553" y="92790"/>
                  </a:lnTo>
                  <a:lnTo>
                    <a:pt x="123698" y="92712"/>
                  </a:lnTo>
                  <a:lnTo>
                    <a:pt x="123843" y="92633"/>
                  </a:lnTo>
                  <a:lnTo>
                    <a:pt x="124001" y="92567"/>
                  </a:lnTo>
                  <a:lnTo>
                    <a:pt x="124146" y="92514"/>
                  </a:lnTo>
                  <a:lnTo>
                    <a:pt x="124304" y="92461"/>
                  </a:lnTo>
                  <a:lnTo>
                    <a:pt x="124475" y="92409"/>
                  </a:lnTo>
                  <a:lnTo>
                    <a:pt x="124633" y="92369"/>
                  </a:lnTo>
                  <a:lnTo>
                    <a:pt x="124804" y="92343"/>
                  </a:lnTo>
                  <a:lnTo>
                    <a:pt x="124975" y="92317"/>
                  </a:lnTo>
                  <a:lnTo>
                    <a:pt x="125146" y="92303"/>
                  </a:lnTo>
                  <a:close/>
                  <a:moveTo>
                    <a:pt x="10742" y="117472"/>
                  </a:moveTo>
                  <a:lnTo>
                    <a:pt x="10913" y="117485"/>
                  </a:lnTo>
                  <a:lnTo>
                    <a:pt x="11085" y="117512"/>
                  </a:lnTo>
                  <a:lnTo>
                    <a:pt x="11256" y="117538"/>
                  </a:lnTo>
                  <a:lnTo>
                    <a:pt x="11427" y="117577"/>
                  </a:lnTo>
                  <a:lnTo>
                    <a:pt x="11585" y="117630"/>
                  </a:lnTo>
                  <a:lnTo>
                    <a:pt x="11743" y="117683"/>
                  </a:lnTo>
                  <a:lnTo>
                    <a:pt x="11901" y="117749"/>
                  </a:lnTo>
                  <a:lnTo>
                    <a:pt x="12046" y="117814"/>
                  </a:lnTo>
                  <a:lnTo>
                    <a:pt x="12190" y="117880"/>
                  </a:lnTo>
                  <a:lnTo>
                    <a:pt x="12335" y="117972"/>
                  </a:lnTo>
                  <a:lnTo>
                    <a:pt x="12480" y="118064"/>
                  </a:lnTo>
                  <a:lnTo>
                    <a:pt x="12743" y="118249"/>
                  </a:lnTo>
                  <a:lnTo>
                    <a:pt x="12980" y="118473"/>
                  </a:lnTo>
                  <a:lnTo>
                    <a:pt x="13204" y="118723"/>
                  </a:lnTo>
                  <a:lnTo>
                    <a:pt x="13401" y="118986"/>
                  </a:lnTo>
                  <a:lnTo>
                    <a:pt x="13494" y="119118"/>
                  </a:lnTo>
                  <a:lnTo>
                    <a:pt x="13573" y="119262"/>
                  </a:lnTo>
                  <a:lnTo>
                    <a:pt x="13651" y="119407"/>
                  </a:lnTo>
                  <a:lnTo>
                    <a:pt x="13717" y="119565"/>
                  </a:lnTo>
                  <a:lnTo>
                    <a:pt x="13783" y="119723"/>
                  </a:lnTo>
                  <a:lnTo>
                    <a:pt x="13836" y="119881"/>
                  </a:lnTo>
                  <a:lnTo>
                    <a:pt x="13875" y="120039"/>
                  </a:lnTo>
                  <a:lnTo>
                    <a:pt x="13915" y="120210"/>
                  </a:lnTo>
                  <a:lnTo>
                    <a:pt x="13941" y="120368"/>
                  </a:lnTo>
                  <a:lnTo>
                    <a:pt x="13967" y="120539"/>
                  </a:lnTo>
                  <a:lnTo>
                    <a:pt x="13981" y="120723"/>
                  </a:lnTo>
                  <a:lnTo>
                    <a:pt x="13981" y="120895"/>
                  </a:lnTo>
                  <a:lnTo>
                    <a:pt x="13981" y="121066"/>
                  </a:lnTo>
                  <a:lnTo>
                    <a:pt x="13967" y="121237"/>
                  </a:lnTo>
                  <a:lnTo>
                    <a:pt x="13941" y="121408"/>
                  </a:lnTo>
                  <a:lnTo>
                    <a:pt x="13915" y="121579"/>
                  </a:lnTo>
                  <a:lnTo>
                    <a:pt x="13875" y="121750"/>
                  </a:lnTo>
                  <a:lnTo>
                    <a:pt x="13836" y="121908"/>
                  </a:lnTo>
                  <a:lnTo>
                    <a:pt x="13783" y="122066"/>
                  </a:lnTo>
                  <a:lnTo>
                    <a:pt x="13717" y="122224"/>
                  </a:lnTo>
                  <a:lnTo>
                    <a:pt x="13651" y="122369"/>
                  </a:lnTo>
                  <a:lnTo>
                    <a:pt x="13573" y="122527"/>
                  </a:lnTo>
                  <a:lnTo>
                    <a:pt x="13494" y="122659"/>
                  </a:lnTo>
                  <a:lnTo>
                    <a:pt x="13401" y="122803"/>
                  </a:lnTo>
                  <a:lnTo>
                    <a:pt x="13204" y="123067"/>
                  </a:lnTo>
                  <a:lnTo>
                    <a:pt x="12980" y="123304"/>
                  </a:lnTo>
                  <a:lnTo>
                    <a:pt x="12743" y="123527"/>
                  </a:lnTo>
                  <a:lnTo>
                    <a:pt x="12480" y="123725"/>
                  </a:lnTo>
                  <a:lnTo>
                    <a:pt x="12335" y="123817"/>
                  </a:lnTo>
                  <a:lnTo>
                    <a:pt x="12190" y="123896"/>
                  </a:lnTo>
                  <a:lnTo>
                    <a:pt x="12046" y="123975"/>
                  </a:lnTo>
                  <a:lnTo>
                    <a:pt x="11901" y="124041"/>
                  </a:lnTo>
                  <a:lnTo>
                    <a:pt x="11743" y="124106"/>
                  </a:lnTo>
                  <a:lnTo>
                    <a:pt x="11585" y="124159"/>
                  </a:lnTo>
                  <a:lnTo>
                    <a:pt x="11427" y="124199"/>
                  </a:lnTo>
                  <a:lnTo>
                    <a:pt x="11256" y="124238"/>
                  </a:lnTo>
                  <a:lnTo>
                    <a:pt x="11085" y="124278"/>
                  </a:lnTo>
                  <a:lnTo>
                    <a:pt x="10913" y="124291"/>
                  </a:lnTo>
                  <a:lnTo>
                    <a:pt x="10742" y="124304"/>
                  </a:lnTo>
                  <a:lnTo>
                    <a:pt x="10571" y="124317"/>
                  </a:lnTo>
                  <a:lnTo>
                    <a:pt x="10387" y="124304"/>
                  </a:lnTo>
                  <a:lnTo>
                    <a:pt x="10216" y="124291"/>
                  </a:lnTo>
                  <a:lnTo>
                    <a:pt x="10045" y="124278"/>
                  </a:lnTo>
                  <a:lnTo>
                    <a:pt x="9874" y="124238"/>
                  </a:lnTo>
                  <a:lnTo>
                    <a:pt x="9716" y="124199"/>
                  </a:lnTo>
                  <a:lnTo>
                    <a:pt x="9544" y="124159"/>
                  </a:lnTo>
                  <a:lnTo>
                    <a:pt x="9387" y="124106"/>
                  </a:lnTo>
                  <a:lnTo>
                    <a:pt x="9242" y="124041"/>
                  </a:lnTo>
                  <a:lnTo>
                    <a:pt x="9084" y="123975"/>
                  </a:lnTo>
                  <a:lnTo>
                    <a:pt x="8939" y="123896"/>
                  </a:lnTo>
                  <a:lnTo>
                    <a:pt x="8794" y="123817"/>
                  </a:lnTo>
                  <a:lnTo>
                    <a:pt x="8649" y="123725"/>
                  </a:lnTo>
                  <a:lnTo>
                    <a:pt x="8386" y="123527"/>
                  </a:lnTo>
                  <a:lnTo>
                    <a:pt x="8149" y="123304"/>
                  </a:lnTo>
                  <a:lnTo>
                    <a:pt x="7925" y="123067"/>
                  </a:lnTo>
                  <a:lnTo>
                    <a:pt x="7728" y="122803"/>
                  </a:lnTo>
                  <a:lnTo>
                    <a:pt x="7649" y="122659"/>
                  </a:lnTo>
                  <a:lnTo>
                    <a:pt x="7557" y="122527"/>
                  </a:lnTo>
                  <a:lnTo>
                    <a:pt x="7491" y="122369"/>
                  </a:lnTo>
                  <a:lnTo>
                    <a:pt x="7412" y="122224"/>
                  </a:lnTo>
                  <a:lnTo>
                    <a:pt x="7359" y="122066"/>
                  </a:lnTo>
                  <a:lnTo>
                    <a:pt x="7307" y="121908"/>
                  </a:lnTo>
                  <a:lnTo>
                    <a:pt x="7254" y="121750"/>
                  </a:lnTo>
                  <a:lnTo>
                    <a:pt x="7215" y="121579"/>
                  </a:lnTo>
                  <a:lnTo>
                    <a:pt x="7188" y="121408"/>
                  </a:lnTo>
                  <a:lnTo>
                    <a:pt x="7162" y="121237"/>
                  </a:lnTo>
                  <a:lnTo>
                    <a:pt x="7149" y="121066"/>
                  </a:lnTo>
                  <a:lnTo>
                    <a:pt x="7149" y="120895"/>
                  </a:lnTo>
                  <a:lnTo>
                    <a:pt x="7149" y="120723"/>
                  </a:lnTo>
                  <a:lnTo>
                    <a:pt x="7162" y="120539"/>
                  </a:lnTo>
                  <a:lnTo>
                    <a:pt x="7188" y="120368"/>
                  </a:lnTo>
                  <a:lnTo>
                    <a:pt x="7215" y="120210"/>
                  </a:lnTo>
                  <a:lnTo>
                    <a:pt x="7254" y="120039"/>
                  </a:lnTo>
                  <a:lnTo>
                    <a:pt x="7307" y="119881"/>
                  </a:lnTo>
                  <a:lnTo>
                    <a:pt x="7359" y="119723"/>
                  </a:lnTo>
                  <a:lnTo>
                    <a:pt x="7412" y="119565"/>
                  </a:lnTo>
                  <a:lnTo>
                    <a:pt x="7491" y="119407"/>
                  </a:lnTo>
                  <a:lnTo>
                    <a:pt x="7557" y="119262"/>
                  </a:lnTo>
                  <a:lnTo>
                    <a:pt x="7649" y="119118"/>
                  </a:lnTo>
                  <a:lnTo>
                    <a:pt x="7728" y="118986"/>
                  </a:lnTo>
                  <a:lnTo>
                    <a:pt x="7925" y="118723"/>
                  </a:lnTo>
                  <a:lnTo>
                    <a:pt x="8149" y="118473"/>
                  </a:lnTo>
                  <a:lnTo>
                    <a:pt x="8386" y="118249"/>
                  </a:lnTo>
                  <a:lnTo>
                    <a:pt x="8649" y="118064"/>
                  </a:lnTo>
                  <a:lnTo>
                    <a:pt x="8794" y="117972"/>
                  </a:lnTo>
                  <a:lnTo>
                    <a:pt x="8939" y="117880"/>
                  </a:lnTo>
                  <a:lnTo>
                    <a:pt x="9084" y="117814"/>
                  </a:lnTo>
                  <a:lnTo>
                    <a:pt x="9242" y="117749"/>
                  </a:lnTo>
                  <a:lnTo>
                    <a:pt x="9387" y="117683"/>
                  </a:lnTo>
                  <a:lnTo>
                    <a:pt x="9544" y="117630"/>
                  </a:lnTo>
                  <a:lnTo>
                    <a:pt x="9716" y="117577"/>
                  </a:lnTo>
                  <a:lnTo>
                    <a:pt x="9874" y="117538"/>
                  </a:lnTo>
                  <a:lnTo>
                    <a:pt x="10045" y="117512"/>
                  </a:lnTo>
                  <a:lnTo>
                    <a:pt x="10216" y="117485"/>
                  </a:lnTo>
                  <a:lnTo>
                    <a:pt x="10387" y="117472"/>
                  </a:lnTo>
                  <a:close/>
                  <a:moveTo>
                    <a:pt x="71136" y="1"/>
                  </a:moveTo>
                  <a:lnTo>
                    <a:pt x="70847" y="27"/>
                  </a:lnTo>
                  <a:lnTo>
                    <a:pt x="70544" y="54"/>
                  </a:lnTo>
                  <a:lnTo>
                    <a:pt x="70254" y="93"/>
                  </a:lnTo>
                  <a:lnTo>
                    <a:pt x="69965" y="146"/>
                  </a:lnTo>
                  <a:lnTo>
                    <a:pt x="69688" y="225"/>
                  </a:lnTo>
                  <a:lnTo>
                    <a:pt x="69412" y="304"/>
                  </a:lnTo>
                  <a:lnTo>
                    <a:pt x="69136" y="383"/>
                  </a:lnTo>
                  <a:lnTo>
                    <a:pt x="68872" y="488"/>
                  </a:lnTo>
                  <a:lnTo>
                    <a:pt x="68609" y="593"/>
                  </a:lnTo>
                  <a:lnTo>
                    <a:pt x="68346" y="725"/>
                  </a:lnTo>
                  <a:lnTo>
                    <a:pt x="68096" y="856"/>
                  </a:lnTo>
                  <a:lnTo>
                    <a:pt x="67859" y="988"/>
                  </a:lnTo>
                  <a:lnTo>
                    <a:pt x="67609" y="1146"/>
                  </a:lnTo>
                  <a:lnTo>
                    <a:pt x="67385" y="1304"/>
                  </a:lnTo>
                  <a:lnTo>
                    <a:pt x="67161" y="1475"/>
                  </a:lnTo>
                  <a:lnTo>
                    <a:pt x="66937" y="1646"/>
                  </a:lnTo>
                  <a:lnTo>
                    <a:pt x="66727" y="1831"/>
                  </a:lnTo>
                  <a:lnTo>
                    <a:pt x="66529" y="2028"/>
                  </a:lnTo>
                  <a:lnTo>
                    <a:pt x="66332" y="2239"/>
                  </a:lnTo>
                  <a:lnTo>
                    <a:pt x="66147" y="2449"/>
                  </a:lnTo>
                  <a:lnTo>
                    <a:pt x="65963" y="2660"/>
                  </a:lnTo>
                  <a:lnTo>
                    <a:pt x="65792" y="2884"/>
                  </a:lnTo>
                  <a:lnTo>
                    <a:pt x="65634" y="3121"/>
                  </a:lnTo>
                  <a:lnTo>
                    <a:pt x="65489" y="3358"/>
                  </a:lnTo>
                  <a:lnTo>
                    <a:pt x="65344" y="3594"/>
                  </a:lnTo>
                  <a:lnTo>
                    <a:pt x="65213" y="3845"/>
                  </a:lnTo>
                  <a:lnTo>
                    <a:pt x="65081" y="4108"/>
                  </a:lnTo>
                  <a:lnTo>
                    <a:pt x="64976" y="4371"/>
                  </a:lnTo>
                  <a:lnTo>
                    <a:pt x="64871" y="4634"/>
                  </a:lnTo>
                  <a:lnTo>
                    <a:pt x="64778" y="4911"/>
                  </a:lnTo>
                  <a:lnTo>
                    <a:pt x="64699" y="5187"/>
                  </a:lnTo>
                  <a:lnTo>
                    <a:pt x="58342" y="5187"/>
                  </a:lnTo>
                  <a:lnTo>
                    <a:pt x="57920" y="5200"/>
                  </a:lnTo>
                  <a:lnTo>
                    <a:pt x="57512" y="5227"/>
                  </a:lnTo>
                  <a:lnTo>
                    <a:pt x="57104" y="5266"/>
                  </a:lnTo>
                  <a:lnTo>
                    <a:pt x="56696" y="5332"/>
                  </a:lnTo>
                  <a:lnTo>
                    <a:pt x="56301" y="5411"/>
                  </a:lnTo>
                  <a:lnTo>
                    <a:pt x="55906" y="5503"/>
                  </a:lnTo>
                  <a:lnTo>
                    <a:pt x="55538" y="5609"/>
                  </a:lnTo>
                  <a:lnTo>
                    <a:pt x="55156" y="5740"/>
                  </a:lnTo>
                  <a:lnTo>
                    <a:pt x="54801" y="5872"/>
                  </a:lnTo>
                  <a:lnTo>
                    <a:pt x="54445" y="6030"/>
                  </a:lnTo>
                  <a:lnTo>
                    <a:pt x="54103" y="6201"/>
                  </a:lnTo>
                  <a:lnTo>
                    <a:pt x="53774" y="6385"/>
                  </a:lnTo>
                  <a:lnTo>
                    <a:pt x="53458" y="6569"/>
                  </a:lnTo>
                  <a:lnTo>
                    <a:pt x="53142" y="6780"/>
                  </a:lnTo>
                  <a:lnTo>
                    <a:pt x="52839" y="7004"/>
                  </a:lnTo>
                  <a:lnTo>
                    <a:pt x="52563" y="7228"/>
                  </a:lnTo>
                  <a:lnTo>
                    <a:pt x="52286" y="7478"/>
                  </a:lnTo>
                  <a:lnTo>
                    <a:pt x="52036" y="7728"/>
                  </a:lnTo>
                  <a:lnTo>
                    <a:pt x="51786" y="7991"/>
                  </a:lnTo>
                  <a:lnTo>
                    <a:pt x="51562" y="8268"/>
                  </a:lnTo>
                  <a:lnTo>
                    <a:pt x="51352" y="8544"/>
                  </a:lnTo>
                  <a:lnTo>
                    <a:pt x="51154" y="8847"/>
                  </a:lnTo>
                  <a:lnTo>
                    <a:pt x="50970" y="9150"/>
                  </a:lnTo>
                  <a:lnTo>
                    <a:pt x="50812" y="9452"/>
                  </a:lnTo>
                  <a:lnTo>
                    <a:pt x="50654" y="9768"/>
                  </a:lnTo>
                  <a:lnTo>
                    <a:pt x="50536" y="10097"/>
                  </a:lnTo>
                  <a:lnTo>
                    <a:pt x="50417" y="10426"/>
                  </a:lnTo>
                  <a:lnTo>
                    <a:pt x="50325" y="10755"/>
                  </a:lnTo>
                  <a:lnTo>
                    <a:pt x="50259" y="11111"/>
                  </a:lnTo>
                  <a:lnTo>
                    <a:pt x="50206" y="11453"/>
                  </a:lnTo>
                  <a:lnTo>
                    <a:pt x="50180" y="11809"/>
                  </a:lnTo>
                  <a:lnTo>
                    <a:pt x="50167" y="12164"/>
                  </a:lnTo>
                  <a:lnTo>
                    <a:pt x="50167" y="39044"/>
                  </a:lnTo>
                  <a:lnTo>
                    <a:pt x="36240" y="39044"/>
                  </a:lnTo>
                  <a:lnTo>
                    <a:pt x="35871" y="39057"/>
                  </a:lnTo>
                  <a:lnTo>
                    <a:pt x="35529" y="39097"/>
                  </a:lnTo>
                  <a:lnTo>
                    <a:pt x="35174" y="39149"/>
                  </a:lnTo>
                  <a:lnTo>
                    <a:pt x="34832" y="39215"/>
                  </a:lnTo>
                  <a:lnTo>
                    <a:pt x="34489" y="39307"/>
                  </a:lnTo>
                  <a:lnTo>
                    <a:pt x="34160" y="39412"/>
                  </a:lnTo>
                  <a:lnTo>
                    <a:pt x="33844" y="39544"/>
                  </a:lnTo>
                  <a:lnTo>
                    <a:pt x="33528" y="39689"/>
                  </a:lnTo>
                  <a:lnTo>
                    <a:pt x="33212" y="39860"/>
                  </a:lnTo>
                  <a:lnTo>
                    <a:pt x="32910" y="40044"/>
                  </a:lnTo>
                  <a:lnTo>
                    <a:pt x="32620" y="40242"/>
                  </a:lnTo>
                  <a:lnTo>
                    <a:pt x="32344" y="40452"/>
                  </a:lnTo>
                  <a:lnTo>
                    <a:pt x="32067" y="40676"/>
                  </a:lnTo>
                  <a:lnTo>
                    <a:pt x="31804" y="40913"/>
                  </a:lnTo>
                  <a:lnTo>
                    <a:pt x="31541" y="41176"/>
                  </a:lnTo>
                  <a:lnTo>
                    <a:pt x="31304" y="41453"/>
                  </a:lnTo>
                  <a:lnTo>
                    <a:pt x="31067" y="41729"/>
                  </a:lnTo>
                  <a:lnTo>
                    <a:pt x="30856" y="42032"/>
                  </a:lnTo>
                  <a:lnTo>
                    <a:pt x="30646" y="42335"/>
                  </a:lnTo>
                  <a:lnTo>
                    <a:pt x="30448" y="42664"/>
                  </a:lnTo>
                  <a:lnTo>
                    <a:pt x="30264" y="42993"/>
                  </a:lnTo>
                  <a:lnTo>
                    <a:pt x="30106" y="43335"/>
                  </a:lnTo>
                  <a:lnTo>
                    <a:pt x="29948" y="43691"/>
                  </a:lnTo>
                  <a:lnTo>
                    <a:pt x="29803" y="44046"/>
                  </a:lnTo>
                  <a:lnTo>
                    <a:pt x="29685" y="44415"/>
                  </a:lnTo>
                  <a:lnTo>
                    <a:pt x="29566" y="44796"/>
                  </a:lnTo>
                  <a:lnTo>
                    <a:pt x="29474" y="45191"/>
                  </a:lnTo>
                  <a:lnTo>
                    <a:pt x="29395" y="45586"/>
                  </a:lnTo>
                  <a:lnTo>
                    <a:pt x="29342" y="45981"/>
                  </a:lnTo>
                  <a:lnTo>
                    <a:pt x="29290" y="46389"/>
                  </a:lnTo>
                  <a:lnTo>
                    <a:pt x="29263" y="46810"/>
                  </a:lnTo>
                  <a:lnTo>
                    <a:pt x="29263" y="47232"/>
                  </a:lnTo>
                  <a:lnTo>
                    <a:pt x="29263" y="51457"/>
                  </a:lnTo>
                  <a:lnTo>
                    <a:pt x="29263" y="56907"/>
                  </a:lnTo>
                  <a:lnTo>
                    <a:pt x="29263" y="66384"/>
                  </a:lnTo>
                  <a:lnTo>
                    <a:pt x="29263" y="72663"/>
                  </a:lnTo>
                  <a:lnTo>
                    <a:pt x="12164" y="72663"/>
                  </a:lnTo>
                  <a:lnTo>
                    <a:pt x="11993" y="72650"/>
                  </a:lnTo>
                  <a:lnTo>
                    <a:pt x="11822" y="72637"/>
                  </a:lnTo>
                  <a:lnTo>
                    <a:pt x="11651" y="72611"/>
                  </a:lnTo>
                  <a:lnTo>
                    <a:pt x="11480" y="72571"/>
                  </a:lnTo>
                  <a:lnTo>
                    <a:pt x="11322" y="72519"/>
                  </a:lnTo>
                  <a:lnTo>
                    <a:pt x="11164" y="72453"/>
                  </a:lnTo>
                  <a:lnTo>
                    <a:pt x="11006" y="72374"/>
                  </a:lnTo>
                  <a:lnTo>
                    <a:pt x="10848" y="72295"/>
                  </a:lnTo>
                  <a:lnTo>
                    <a:pt x="10690" y="72190"/>
                  </a:lnTo>
                  <a:lnTo>
                    <a:pt x="10545" y="72097"/>
                  </a:lnTo>
                  <a:lnTo>
                    <a:pt x="10400" y="71979"/>
                  </a:lnTo>
                  <a:lnTo>
                    <a:pt x="10255" y="71860"/>
                  </a:lnTo>
                  <a:lnTo>
                    <a:pt x="10124" y="71729"/>
                  </a:lnTo>
                  <a:lnTo>
                    <a:pt x="9992" y="71584"/>
                  </a:lnTo>
                  <a:lnTo>
                    <a:pt x="9874" y="71439"/>
                  </a:lnTo>
                  <a:lnTo>
                    <a:pt x="9755" y="71281"/>
                  </a:lnTo>
                  <a:lnTo>
                    <a:pt x="9637" y="71123"/>
                  </a:lnTo>
                  <a:lnTo>
                    <a:pt x="9531" y="70952"/>
                  </a:lnTo>
                  <a:lnTo>
                    <a:pt x="9426" y="70781"/>
                  </a:lnTo>
                  <a:lnTo>
                    <a:pt x="9334" y="70597"/>
                  </a:lnTo>
                  <a:lnTo>
                    <a:pt x="9242" y="70413"/>
                  </a:lnTo>
                  <a:lnTo>
                    <a:pt x="9150" y="70215"/>
                  </a:lnTo>
                  <a:lnTo>
                    <a:pt x="9071" y="70018"/>
                  </a:lnTo>
                  <a:lnTo>
                    <a:pt x="9005" y="69807"/>
                  </a:lnTo>
                  <a:lnTo>
                    <a:pt x="8939" y="69596"/>
                  </a:lnTo>
                  <a:lnTo>
                    <a:pt x="8886" y="69386"/>
                  </a:lnTo>
                  <a:lnTo>
                    <a:pt x="8847" y="69175"/>
                  </a:lnTo>
                  <a:lnTo>
                    <a:pt x="8807" y="68951"/>
                  </a:lnTo>
                  <a:lnTo>
                    <a:pt x="8768" y="68728"/>
                  </a:lnTo>
                  <a:lnTo>
                    <a:pt x="8755" y="68491"/>
                  </a:lnTo>
                  <a:lnTo>
                    <a:pt x="8742" y="68267"/>
                  </a:lnTo>
                  <a:lnTo>
                    <a:pt x="8728" y="68030"/>
                  </a:lnTo>
                  <a:lnTo>
                    <a:pt x="8728" y="60790"/>
                  </a:lnTo>
                  <a:lnTo>
                    <a:pt x="9005" y="60711"/>
                  </a:lnTo>
                  <a:lnTo>
                    <a:pt x="9281" y="60619"/>
                  </a:lnTo>
                  <a:lnTo>
                    <a:pt x="9544" y="60527"/>
                  </a:lnTo>
                  <a:lnTo>
                    <a:pt x="9808" y="60408"/>
                  </a:lnTo>
                  <a:lnTo>
                    <a:pt x="10071" y="60290"/>
                  </a:lnTo>
                  <a:lnTo>
                    <a:pt x="10321" y="60158"/>
                  </a:lnTo>
                  <a:lnTo>
                    <a:pt x="10558" y="60013"/>
                  </a:lnTo>
                  <a:lnTo>
                    <a:pt x="10808" y="59855"/>
                  </a:lnTo>
                  <a:lnTo>
                    <a:pt x="11032" y="59697"/>
                  </a:lnTo>
                  <a:lnTo>
                    <a:pt x="11256" y="59526"/>
                  </a:lnTo>
                  <a:lnTo>
                    <a:pt x="11480" y="59355"/>
                  </a:lnTo>
                  <a:lnTo>
                    <a:pt x="11690" y="59171"/>
                  </a:lnTo>
                  <a:lnTo>
                    <a:pt x="11888" y="58973"/>
                  </a:lnTo>
                  <a:lnTo>
                    <a:pt x="12085" y="58763"/>
                  </a:lnTo>
                  <a:lnTo>
                    <a:pt x="12269" y="58552"/>
                  </a:lnTo>
                  <a:lnTo>
                    <a:pt x="12454" y="58342"/>
                  </a:lnTo>
                  <a:lnTo>
                    <a:pt x="12612" y="58118"/>
                  </a:lnTo>
                  <a:lnTo>
                    <a:pt x="12770" y="57881"/>
                  </a:lnTo>
                  <a:lnTo>
                    <a:pt x="12927" y="57644"/>
                  </a:lnTo>
                  <a:lnTo>
                    <a:pt x="13072" y="57394"/>
                  </a:lnTo>
                  <a:lnTo>
                    <a:pt x="13204" y="57144"/>
                  </a:lnTo>
                  <a:lnTo>
                    <a:pt x="13322" y="56894"/>
                  </a:lnTo>
                  <a:lnTo>
                    <a:pt x="13428" y="56630"/>
                  </a:lnTo>
                  <a:lnTo>
                    <a:pt x="13533" y="56354"/>
                  </a:lnTo>
                  <a:lnTo>
                    <a:pt x="13625" y="56091"/>
                  </a:lnTo>
                  <a:lnTo>
                    <a:pt x="13704" y="55814"/>
                  </a:lnTo>
                  <a:lnTo>
                    <a:pt x="13770" y="55525"/>
                  </a:lnTo>
                  <a:lnTo>
                    <a:pt x="13823" y="55235"/>
                  </a:lnTo>
                  <a:lnTo>
                    <a:pt x="13862" y="54945"/>
                  </a:lnTo>
                  <a:lnTo>
                    <a:pt x="13902" y="54656"/>
                  </a:lnTo>
                  <a:lnTo>
                    <a:pt x="13915" y="54353"/>
                  </a:lnTo>
                  <a:lnTo>
                    <a:pt x="13928" y="54050"/>
                  </a:lnTo>
                  <a:lnTo>
                    <a:pt x="13915" y="53695"/>
                  </a:lnTo>
                  <a:lnTo>
                    <a:pt x="13888" y="53339"/>
                  </a:lnTo>
                  <a:lnTo>
                    <a:pt x="13849" y="52997"/>
                  </a:lnTo>
                  <a:lnTo>
                    <a:pt x="13783" y="52655"/>
                  </a:lnTo>
                  <a:lnTo>
                    <a:pt x="13704" y="52313"/>
                  </a:lnTo>
                  <a:lnTo>
                    <a:pt x="13612" y="51984"/>
                  </a:lnTo>
                  <a:lnTo>
                    <a:pt x="13507" y="51668"/>
                  </a:lnTo>
                  <a:lnTo>
                    <a:pt x="13375" y="51352"/>
                  </a:lnTo>
                  <a:lnTo>
                    <a:pt x="13230" y="51036"/>
                  </a:lnTo>
                  <a:lnTo>
                    <a:pt x="13085" y="50733"/>
                  </a:lnTo>
                  <a:lnTo>
                    <a:pt x="12914" y="50443"/>
                  </a:lnTo>
                  <a:lnTo>
                    <a:pt x="12730" y="50167"/>
                  </a:lnTo>
                  <a:lnTo>
                    <a:pt x="12533" y="49891"/>
                  </a:lnTo>
                  <a:lnTo>
                    <a:pt x="12335" y="49627"/>
                  </a:lnTo>
                  <a:lnTo>
                    <a:pt x="12111" y="49377"/>
                  </a:lnTo>
                  <a:lnTo>
                    <a:pt x="11888" y="49140"/>
                  </a:lnTo>
                  <a:lnTo>
                    <a:pt x="11637" y="48903"/>
                  </a:lnTo>
                  <a:lnTo>
                    <a:pt x="11387" y="48680"/>
                  </a:lnTo>
                  <a:lnTo>
                    <a:pt x="11124" y="48482"/>
                  </a:lnTo>
                  <a:lnTo>
                    <a:pt x="10848" y="48285"/>
                  </a:lnTo>
                  <a:lnTo>
                    <a:pt x="10571" y="48100"/>
                  </a:lnTo>
                  <a:lnTo>
                    <a:pt x="10282" y="47929"/>
                  </a:lnTo>
                  <a:lnTo>
                    <a:pt x="9979" y="47784"/>
                  </a:lnTo>
                  <a:lnTo>
                    <a:pt x="9663" y="47640"/>
                  </a:lnTo>
                  <a:lnTo>
                    <a:pt x="9347" y="47521"/>
                  </a:lnTo>
                  <a:lnTo>
                    <a:pt x="9031" y="47403"/>
                  </a:lnTo>
                  <a:lnTo>
                    <a:pt x="8702" y="47311"/>
                  </a:lnTo>
                  <a:lnTo>
                    <a:pt x="8360" y="47232"/>
                  </a:lnTo>
                  <a:lnTo>
                    <a:pt x="8018" y="47179"/>
                  </a:lnTo>
                  <a:lnTo>
                    <a:pt x="7675" y="47126"/>
                  </a:lnTo>
                  <a:lnTo>
                    <a:pt x="7320" y="47100"/>
                  </a:lnTo>
                  <a:lnTo>
                    <a:pt x="6964" y="47087"/>
                  </a:lnTo>
                  <a:lnTo>
                    <a:pt x="6596" y="47100"/>
                  </a:lnTo>
                  <a:lnTo>
                    <a:pt x="6254" y="47126"/>
                  </a:lnTo>
                  <a:lnTo>
                    <a:pt x="5898" y="47179"/>
                  </a:lnTo>
                  <a:lnTo>
                    <a:pt x="5556" y="47232"/>
                  </a:lnTo>
                  <a:lnTo>
                    <a:pt x="5227" y="47311"/>
                  </a:lnTo>
                  <a:lnTo>
                    <a:pt x="4898" y="47403"/>
                  </a:lnTo>
                  <a:lnTo>
                    <a:pt x="4569" y="47521"/>
                  </a:lnTo>
                  <a:lnTo>
                    <a:pt x="4253" y="47640"/>
                  </a:lnTo>
                  <a:lnTo>
                    <a:pt x="3950" y="47784"/>
                  </a:lnTo>
                  <a:lnTo>
                    <a:pt x="3647" y="47929"/>
                  </a:lnTo>
                  <a:lnTo>
                    <a:pt x="3358" y="48100"/>
                  </a:lnTo>
                  <a:lnTo>
                    <a:pt x="3068" y="48285"/>
                  </a:lnTo>
                  <a:lnTo>
                    <a:pt x="2792" y="48482"/>
                  </a:lnTo>
                  <a:lnTo>
                    <a:pt x="2528" y="48680"/>
                  </a:lnTo>
                  <a:lnTo>
                    <a:pt x="2278" y="48903"/>
                  </a:lnTo>
                  <a:lnTo>
                    <a:pt x="2041" y="49140"/>
                  </a:lnTo>
                  <a:lnTo>
                    <a:pt x="1804" y="49377"/>
                  </a:lnTo>
                  <a:lnTo>
                    <a:pt x="1594" y="49627"/>
                  </a:lnTo>
                  <a:lnTo>
                    <a:pt x="1383" y="49891"/>
                  </a:lnTo>
                  <a:lnTo>
                    <a:pt x="1186" y="50167"/>
                  </a:lnTo>
                  <a:lnTo>
                    <a:pt x="1001" y="50443"/>
                  </a:lnTo>
                  <a:lnTo>
                    <a:pt x="843" y="50733"/>
                  </a:lnTo>
                  <a:lnTo>
                    <a:pt x="685" y="51036"/>
                  </a:lnTo>
                  <a:lnTo>
                    <a:pt x="541" y="51352"/>
                  </a:lnTo>
                  <a:lnTo>
                    <a:pt x="422" y="51668"/>
                  </a:lnTo>
                  <a:lnTo>
                    <a:pt x="304" y="51984"/>
                  </a:lnTo>
                  <a:lnTo>
                    <a:pt x="212" y="52313"/>
                  </a:lnTo>
                  <a:lnTo>
                    <a:pt x="133" y="52655"/>
                  </a:lnTo>
                  <a:lnTo>
                    <a:pt x="80" y="52997"/>
                  </a:lnTo>
                  <a:lnTo>
                    <a:pt x="27" y="53339"/>
                  </a:lnTo>
                  <a:lnTo>
                    <a:pt x="1" y="53695"/>
                  </a:lnTo>
                  <a:lnTo>
                    <a:pt x="1" y="54050"/>
                  </a:lnTo>
                  <a:lnTo>
                    <a:pt x="1" y="54353"/>
                  </a:lnTo>
                  <a:lnTo>
                    <a:pt x="27" y="54656"/>
                  </a:lnTo>
                  <a:lnTo>
                    <a:pt x="54" y="54945"/>
                  </a:lnTo>
                  <a:lnTo>
                    <a:pt x="93" y="55235"/>
                  </a:lnTo>
                  <a:lnTo>
                    <a:pt x="146" y="55525"/>
                  </a:lnTo>
                  <a:lnTo>
                    <a:pt x="225" y="55814"/>
                  </a:lnTo>
                  <a:lnTo>
                    <a:pt x="304" y="56091"/>
                  </a:lnTo>
                  <a:lnTo>
                    <a:pt x="383" y="56354"/>
                  </a:lnTo>
                  <a:lnTo>
                    <a:pt x="488" y="56630"/>
                  </a:lnTo>
                  <a:lnTo>
                    <a:pt x="593" y="56894"/>
                  </a:lnTo>
                  <a:lnTo>
                    <a:pt x="725" y="57144"/>
                  </a:lnTo>
                  <a:lnTo>
                    <a:pt x="857" y="57394"/>
                  </a:lnTo>
                  <a:lnTo>
                    <a:pt x="988" y="57644"/>
                  </a:lnTo>
                  <a:lnTo>
                    <a:pt x="1146" y="57881"/>
                  </a:lnTo>
                  <a:lnTo>
                    <a:pt x="1304" y="58118"/>
                  </a:lnTo>
                  <a:lnTo>
                    <a:pt x="1475" y="58342"/>
                  </a:lnTo>
                  <a:lnTo>
                    <a:pt x="1646" y="58552"/>
                  </a:lnTo>
                  <a:lnTo>
                    <a:pt x="1831" y="58763"/>
                  </a:lnTo>
                  <a:lnTo>
                    <a:pt x="2028" y="58973"/>
                  </a:lnTo>
                  <a:lnTo>
                    <a:pt x="2239" y="59171"/>
                  </a:lnTo>
                  <a:lnTo>
                    <a:pt x="2449" y="59355"/>
                  </a:lnTo>
                  <a:lnTo>
                    <a:pt x="2660" y="59526"/>
                  </a:lnTo>
                  <a:lnTo>
                    <a:pt x="2884" y="59697"/>
                  </a:lnTo>
                  <a:lnTo>
                    <a:pt x="3121" y="59855"/>
                  </a:lnTo>
                  <a:lnTo>
                    <a:pt x="3358" y="60013"/>
                  </a:lnTo>
                  <a:lnTo>
                    <a:pt x="3595" y="60158"/>
                  </a:lnTo>
                  <a:lnTo>
                    <a:pt x="3845" y="60290"/>
                  </a:lnTo>
                  <a:lnTo>
                    <a:pt x="4108" y="60408"/>
                  </a:lnTo>
                  <a:lnTo>
                    <a:pt x="4371" y="60527"/>
                  </a:lnTo>
                  <a:lnTo>
                    <a:pt x="4634" y="60619"/>
                  </a:lnTo>
                  <a:lnTo>
                    <a:pt x="4911" y="60711"/>
                  </a:lnTo>
                  <a:lnTo>
                    <a:pt x="5187" y="60790"/>
                  </a:lnTo>
                  <a:lnTo>
                    <a:pt x="5187" y="68030"/>
                  </a:lnTo>
                  <a:lnTo>
                    <a:pt x="5201" y="68451"/>
                  </a:lnTo>
                  <a:lnTo>
                    <a:pt x="5227" y="68859"/>
                  </a:lnTo>
                  <a:lnTo>
                    <a:pt x="5266" y="69267"/>
                  </a:lnTo>
                  <a:lnTo>
                    <a:pt x="5332" y="69675"/>
                  </a:lnTo>
                  <a:lnTo>
                    <a:pt x="5411" y="70070"/>
                  </a:lnTo>
                  <a:lnTo>
                    <a:pt x="5503" y="70452"/>
                  </a:lnTo>
                  <a:lnTo>
                    <a:pt x="5609" y="70834"/>
                  </a:lnTo>
                  <a:lnTo>
                    <a:pt x="5740" y="71202"/>
                  </a:lnTo>
                  <a:lnTo>
                    <a:pt x="5872" y="71571"/>
                  </a:lnTo>
                  <a:lnTo>
                    <a:pt x="6030" y="71926"/>
                  </a:lnTo>
                  <a:lnTo>
                    <a:pt x="6201" y="72269"/>
                  </a:lnTo>
                  <a:lnTo>
                    <a:pt x="6385" y="72598"/>
                  </a:lnTo>
                  <a:lnTo>
                    <a:pt x="6570" y="72914"/>
                  </a:lnTo>
                  <a:lnTo>
                    <a:pt x="6780" y="73229"/>
                  </a:lnTo>
                  <a:lnTo>
                    <a:pt x="7004" y="73519"/>
                  </a:lnTo>
                  <a:lnTo>
                    <a:pt x="7228" y="73809"/>
                  </a:lnTo>
                  <a:lnTo>
                    <a:pt x="7478" y="74072"/>
                  </a:lnTo>
                  <a:lnTo>
                    <a:pt x="7728" y="74335"/>
                  </a:lnTo>
                  <a:lnTo>
                    <a:pt x="7991" y="74572"/>
                  </a:lnTo>
                  <a:lnTo>
                    <a:pt x="8268" y="74809"/>
                  </a:lnTo>
                  <a:lnTo>
                    <a:pt x="8544" y="75020"/>
                  </a:lnTo>
                  <a:lnTo>
                    <a:pt x="8847" y="75217"/>
                  </a:lnTo>
                  <a:lnTo>
                    <a:pt x="9150" y="75401"/>
                  </a:lnTo>
                  <a:lnTo>
                    <a:pt x="9452" y="75559"/>
                  </a:lnTo>
                  <a:lnTo>
                    <a:pt x="9768" y="75704"/>
                  </a:lnTo>
                  <a:lnTo>
                    <a:pt x="10097" y="75836"/>
                  </a:lnTo>
                  <a:lnTo>
                    <a:pt x="10426" y="75941"/>
                  </a:lnTo>
                  <a:lnTo>
                    <a:pt x="10756" y="76033"/>
                  </a:lnTo>
                  <a:lnTo>
                    <a:pt x="11111" y="76112"/>
                  </a:lnTo>
                  <a:lnTo>
                    <a:pt x="11453" y="76165"/>
                  </a:lnTo>
                  <a:lnTo>
                    <a:pt x="11809" y="76191"/>
                  </a:lnTo>
                  <a:lnTo>
                    <a:pt x="12164" y="76204"/>
                  </a:lnTo>
                  <a:lnTo>
                    <a:pt x="29263" y="76204"/>
                  </a:lnTo>
                  <a:lnTo>
                    <a:pt x="29263" y="100754"/>
                  </a:lnTo>
                  <a:lnTo>
                    <a:pt x="29263" y="115682"/>
                  </a:lnTo>
                  <a:lnTo>
                    <a:pt x="29250" y="115866"/>
                  </a:lnTo>
                  <a:lnTo>
                    <a:pt x="29237" y="116037"/>
                  </a:lnTo>
                  <a:lnTo>
                    <a:pt x="29198" y="116208"/>
                  </a:lnTo>
                  <a:lnTo>
                    <a:pt x="29158" y="116366"/>
                  </a:lnTo>
                  <a:lnTo>
                    <a:pt x="29105" y="116537"/>
                  </a:lnTo>
                  <a:lnTo>
                    <a:pt x="29040" y="116695"/>
                  </a:lnTo>
                  <a:lnTo>
                    <a:pt x="28974" y="116853"/>
                  </a:lnTo>
                  <a:lnTo>
                    <a:pt x="28882" y="117011"/>
                  </a:lnTo>
                  <a:lnTo>
                    <a:pt x="28789" y="117156"/>
                  </a:lnTo>
                  <a:lnTo>
                    <a:pt x="28684" y="117314"/>
                  </a:lnTo>
                  <a:lnTo>
                    <a:pt x="28579" y="117446"/>
                  </a:lnTo>
                  <a:lnTo>
                    <a:pt x="28460" y="117591"/>
                  </a:lnTo>
                  <a:lnTo>
                    <a:pt x="28329" y="117722"/>
                  </a:lnTo>
                  <a:lnTo>
                    <a:pt x="28184" y="117854"/>
                  </a:lnTo>
                  <a:lnTo>
                    <a:pt x="28039" y="117985"/>
                  </a:lnTo>
                  <a:lnTo>
                    <a:pt x="27881" y="118104"/>
                  </a:lnTo>
                  <a:lnTo>
                    <a:pt x="27723" y="118222"/>
                  </a:lnTo>
                  <a:lnTo>
                    <a:pt x="27552" y="118328"/>
                  </a:lnTo>
                  <a:lnTo>
                    <a:pt x="27381" y="118433"/>
                  </a:lnTo>
                  <a:lnTo>
                    <a:pt x="27197" y="118525"/>
                  </a:lnTo>
                  <a:lnTo>
                    <a:pt x="27012" y="118617"/>
                  </a:lnTo>
                  <a:lnTo>
                    <a:pt x="26815" y="118696"/>
                  </a:lnTo>
                  <a:lnTo>
                    <a:pt x="26618" y="118775"/>
                  </a:lnTo>
                  <a:lnTo>
                    <a:pt x="26407" y="118841"/>
                  </a:lnTo>
                  <a:lnTo>
                    <a:pt x="26196" y="118907"/>
                  </a:lnTo>
                  <a:lnTo>
                    <a:pt x="25986" y="118960"/>
                  </a:lnTo>
                  <a:lnTo>
                    <a:pt x="25762" y="119012"/>
                  </a:lnTo>
                  <a:lnTo>
                    <a:pt x="25538" y="119052"/>
                  </a:lnTo>
                  <a:lnTo>
                    <a:pt x="25314" y="119078"/>
                  </a:lnTo>
                  <a:lnTo>
                    <a:pt x="25091" y="119104"/>
                  </a:lnTo>
                  <a:lnTo>
                    <a:pt x="24854" y="119118"/>
                  </a:lnTo>
                  <a:lnTo>
                    <a:pt x="17298" y="119118"/>
                  </a:lnTo>
                  <a:lnTo>
                    <a:pt x="17219" y="118841"/>
                  </a:lnTo>
                  <a:lnTo>
                    <a:pt x="17127" y="118565"/>
                  </a:lnTo>
                  <a:lnTo>
                    <a:pt x="17034" y="118301"/>
                  </a:lnTo>
                  <a:lnTo>
                    <a:pt x="16916" y="118038"/>
                  </a:lnTo>
                  <a:lnTo>
                    <a:pt x="16798" y="117788"/>
                  </a:lnTo>
                  <a:lnTo>
                    <a:pt x="16666" y="117538"/>
                  </a:lnTo>
                  <a:lnTo>
                    <a:pt x="16521" y="117288"/>
                  </a:lnTo>
                  <a:lnTo>
                    <a:pt x="16376" y="117051"/>
                  </a:lnTo>
                  <a:lnTo>
                    <a:pt x="16205" y="116814"/>
                  </a:lnTo>
                  <a:lnTo>
                    <a:pt x="16047" y="116590"/>
                  </a:lnTo>
                  <a:lnTo>
                    <a:pt x="15863" y="116380"/>
                  </a:lnTo>
                  <a:lnTo>
                    <a:pt x="15679" y="116169"/>
                  </a:lnTo>
                  <a:lnTo>
                    <a:pt x="15481" y="115958"/>
                  </a:lnTo>
                  <a:lnTo>
                    <a:pt x="15284" y="115774"/>
                  </a:lnTo>
                  <a:lnTo>
                    <a:pt x="15073" y="115590"/>
                  </a:lnTo>
                  <a:lnTo>
                    <a:pt x="14849" y="115405"/>
                  </a:lnTo>
                  <a:lnTo>
                    <a:pt x="14626" y="115234"/>
                  </a:lnTo>
                  <a:lnTo>
                    <a:pt x="14389" y="115076"/>
                  </a:lnTo>
                  <a:lnTo>
                    <a:pt x="14152" y="114932"/>
                  </a:lnTo>
                  <a:lnTo>
                    <a:pt x="13915" y="114787"/>
                  </a:lnTo>
                  <a:lnTo>
                    <a:pt x="13651" y="114655"/>
                  </a:lnTo>
                  <a:lnTo>
                    <a:pt x="13401" y="114537"/>
                  </a:lnTo>
                  <a:lnTo>
                    <a:pt x="13138" y="114418"/>
                  </a:lnTo>
                  <a:lnTo>
                    <a:pt x="12875" y="114326"/>
                  </a:lnTo>
                  <a:lnTo>
                    <a:pt x="12598" y="114234"/>
                  </a:lnTo>
                  <a:lnTo>
                    <a:pt x="12322" y="114155"/>
                  </a:lnTo>
                  <a:lnTo>
                    <a:pt x="12032" y="114089"/>
                  </a:lnTo>
                  <a:lnTo>
                    <a:pt x="11756" y="114023"/>
                  </a:lnTo>
                  <a:lnTo>
                    <a:pt x="11466" y="113984"/>
                  </a:lnTo>
                  <a:lnTo>
                    <a:pt x="11164" y="113957"/>
                  </a:lnTo>
                  <a:lnTo>
                    <a:pt x="10874" y="113931"/>
                  </a:lnTo>
                  <a:lnTo>
                    <a:pt x="10571" y="113931"/>
                  </a:lnTo>
                  <a:lnTo>
                    <a:pt x="10203" y="113944"/>
                  </a:lnTo>
                  <a:lnTo>
                    <a:pt x="9860" y="113971"/>
                  </a:lnTo>
                  <a:lnTo>
                    <a:pt x="9505" y="114010"/>
                  </a:lnTo>
                  <a:lnTo>
                    <a:pt x="9163" y="114076"/>
                  </a:lnTo>
                  <a:lnTo>
                    <a:pt x="8834" y="114155"/>
                  </a:lnTo>
                  <a:lnTo>
                    <a:pt x="8505" y="114247"/>
                  </a:lnTo>
                  <a:lnTo>
                    <a:pt x="8175" y="114352"/>
                  </a:lnTo>
                  <a:lnTo>
                    <a:pt x="7860" y="114471"/>
                  </a:lnTo>
                  <a:lnTo>
                    <a:pt x="7557" y="114616"/>
                  </a:lnTo>
                  <a:lnTo>
                    <a:pt x="7254" y="114774"/>
                  </a:lnTo>
                  <a:lnTo>
                    <a:pt x="6964" y="114945"/>
                  </a:lnTo>
                  <a:lnTo>
                    <a:pt x="6675" y="115116"/>
                  </a:lnTo>
                  <a:lnTo>
                    <a:pt x="6398" y="115313"/>
                  </a:lnTo>
                  <a:lnTo>
                    <a:pt x="6135" y="115524"/>
                  </a:lnTo>
                  <a:lnTo>
                    <a:pt x="5885" y="115734"/>
                  </a:lnTo>
                  <a:lnTo>
                    <a:pt x="5648" y="115971"/>
                  </a:lnTo>
                  <a:lnTo>
                    <a:pt x="5411" y="116208"/>
                  </a:lnTo>
                  <a:lnTo>
                    <a:pt x="5201" y="116472"/>
                  </a:lnTo>
                  <a:lnTo>
                    <a:pt x="4990" y="116735"/>
                  </a:lnTo>
                  <a:lnTo>
                    <a:pt x="4792" y="116998"/>
                  </a:lnTo>
                  <a:lnTo>
                    <a:pt x="4608" y="117288"/>
                  </a:lnTo>
                  <a:lnTo>
                    <a:pt x="4450" y="117577"/>
                  </a:lnTo>
                  <a:lnTo>
                    <a:pt x="4292" y="117880"/>
                  </a:lnTo>
                  <a:lnTo>
                    <a:pt x="4147" y="118183"/>
                  </a:lnTo>
                  <a:lnTo>
                    <a:pt x="4029" y="118499"/>
                  </a:lnTo>
                  <a:lnTo>
                    <a:pt x="3911" y="118828"/>
                  </a:lnTo>
                  <a:lnTo>
                    <a:pt x="3818" y="119157"/>
                  </a:lnTo>
                  <a:lnTo>
                    <a:pt x="3739" y="119486"/>
                  </a:lnTo>
                  <a:lnTo>
                    <a:pt x="3687" y="119828"/>
                  </a:lnTo>
                  <a:lnTo>
                    <a:pt x="3634" y="120184"/>
                  </a:lnTo>
                  <a:lnTo>
                    <a:pt x="3608" y="120539"/>
                  </a:lnTo>
                  <a:lnTo>
                    <a:pt x="3608" y="120895"/>
                  </a:lnTo>
                  <a:lnTo>
                    <a:pt x="3608" y="121250"/>
                  </a:lnTo>
                  <a:lnTo>
                    <a:pt x="3634" y="121605"/>
                  </a:lnTo>
                  <a:lnTo>
                    <a:pt x="3687" y="121948"/>
                  </a:lnTo>
                  <a:lnTo>
                    <a:pt x="3739" y="122290"/>
                  </a:lnTo>
                  <a:lnTo>
                    <a:pt x="3818" y="122632"/>
                  </a:lnTo>
                  <a:lnTo>
                    <a:pt x="3911" y="122961"/>
                  </a:lnTo>
                  <a:lnTo>
                    <a:pt x="4029" y="123290"/>
                  </a:lnTo>
                  <a:lnTo>
                    <a:pt x="4147" y="123606"/>
                  </a:lnTo>
                  <a:lnTo>
                    <a:pt x="4292" y="123909"/>
                  </a:lnTo>
                  <a:lnTo>
                    <a:pt x="4450" y="124212"/>
                  </a:lnTo>
                  <a:lnTo>
                    <a:pt x="4608" y="124501"/>
                  </a:lnTo>
                  <a:lnTo>
                    <a:pt x="4792" y="124778"/>
                  </a:lnTo>
                  <a:lnTo>
                    <a:pt x="4990" y="125054"/>
                  </a:lnTo>
                  <a:lnTo>
                    <a:pt x="5201" y="125318"/>
                  </a:lnTo>
                  <a:lnTo>
                    <a:pt x="5411" y="125568"/>
                  </a:lnTo>
                  <a:lnTo>
                    <a:pt x="5648" y="125818"/>
                  </a:lnTo>
                  <a:lnTo>
                    <a:pt x="5885" y="126042"/>
                  </a:lnTo>
                  <a:lnTo>
                    <a:pt x="6135" y="126265"/>
                  </a:lnTo>
                  <a:lnTo>
                    <a:pt x="6398" y="126476"/>
                  </a:lnTo>
                  <a:lnTo>
                    <a:pt x="6675" y="126660"/>
                  </a:lnTo>
                  <a:lnTo>
                    <a:pt x="6964" y="126844"/>
                  </a:lnTo>
                  <a:lnTo>
                    <a:pt x="7254" y="127016"/>
                  </a:lnTo>
                  <a:lnTo>
                    <a:pt x="7557" y="127174"/>
                  </a:lnTo>
                  <a:lnTo>
                    <a:pt x="7860" y="127305"/>
                  </a:lnTo>
                  <a:lnTo>
                    <a:pt x="8175" y="127437"/>
                  </a:lnTo>
                  <a:lnTo>
                    <a:pt x="8505" y="127542"/>
                  </a:lnTo>
                  <a:lnTo>
                    <a:pt x="8834" y="127634"/>
                  </a:lnTo>
                  <a:lnTo>
                    <a:pt x="9163" y="127713"/>
                  </a:lnTo>
                  <a:lnTo>
                    <a:pt x="9505" y="127779"/>
                  </a:lnTo>
                  <a:lnTo>
                    <a:pt x="9860" y="127819"/>
                  </a:lnTo>
                  <a:lnTo>
                    <a:pt x="10203" y="127845"/>
                  </a:lnTo>
                  <a:lnTo>
                    <a:pt x="10571" y="127858"/>
                  </a:lnTo>
                  <a:lnTo>
                    <a:pt x="10874" y="127845"/>
                  </a:lnTo>
                  <a:lnTo>
                    <a:pt x="11164" y="127832"/>
                  </a:lnTo>
                  <a:lnTo>
                    <a:pt x="11466" y="127805"/>
                  </a:lnTo>
                  <a:lnTo>
                    <a:pt x="11756" y="127753"/>
                  </a:lnTo>
                  <a:lnTo>
                    <a:pt x="12032" y="127700"/>
                  </a:lnTo>
                  <a:lnTo>
                    <a:pt x="12322" y="127634"/>
                  </a:lnTo>
                  <a:lnTo>
                    <a:pt x="12598" y="127555"/>
                  </a:lnTo>
                  <a:lnTo>
                    <a:pt x="12875" y="127463"/>
                  </a:lnTo>
                  <a:lnTo>
                    <a:pt x="13138" y="127371"/>
                  </a:lnTo>
                  <a:lnTo>
                    <a:pt x="13401" y="127253"/>
                  </a:lnTo>
                  <a:lnTo>
                    <a:pt x="13651" y="127134"/>
                  </a:lnTo>
                  <a:lnTo>
                    <a:pt x="13915" y="127002"/>
                  </a:lnTo>
                  <a:lnTo>
                    <a:pt x="14152" y="126858"/>
                  </a:lnTo>
                  <a:lnTo>
                    <a:pt x="14389" y="126713"/>
                  </a:lnTo>
                  <a:lnTo>
                    <a:pt x="14626" y="126555"/>
                  </a:lnTo>
                  <a:lnTo>
                    <a:pt x="14849" y="126384"/>
                  </a:lnTo>
                  <a:lnTo>
                    <a:pt x="15073" y="126199"/>
                  </a:lnTo>
                  <a:lnTo>
                    <a:pt x="15284" y="126015"/>
                  </a:lnTo>
                  <a:lnTo>
                    <a:pt x="15481" y="125818"/>
                  </a:lnTo>
                  <a:lnTo>
                    <a:pt x="15679" y="125620"/>
                  </a:lnTo>
                  <a:lnTo>
                    <a:pt x="15863" y="125410"/>
                  </a:lnTo>
                  <a:lnTo>
                    <a:pt x="16047" y="125186"/>
                  </a:lnTo>
                  <a:lnTo>
                    <a:pt x="16205" y="124962"/>
                  </a:lnTo>
                  <a:lnTo>
                    <a:pt x="16376" y="124738"/>
                  </a:lnTo>
                  <a:lnTo>
                    <a:pt x="16521" y="124501"/>
                  </a:lnTo>
                  <a:lnTo>
                    <a:pt x="16666" y="124251"/>
                  </a:lnTo>
                  <a:lnTo>
                    <a:pt x="16798" y="124001"/>
                  </a:lnTo>
                  <a:lnTo>
                    <a:pt x="16916" y="123751"/>
                  </a:lnTo>
                  <a:lnTo>
                    <a:pt x="17034" y="123488"/>
                  </a:lnTo>
                  <a:lnTo>
                    <a:pt x="17127" y="123211"/>
                  </a:lnTo>
                  <a:lnTo>
                    <a:pt x="17219" y="122948"/>
                  </a:lnTo>
                  <a:lnTo>
                    <a:pt x="17298" y="122672"/>
                  </a:lnTo>
                  <a:lnTo>
                    <a:pt x="24630" y="122672"/>
                  </a:lnTo>
                  <a:lnTo>
                    <a:pt x="25038" y="122659"/>
                  </a:lnTo>
                  <a:lnTo>
                    <a:pt x="25459" y="122632"/>
                  </a:lnTo>
                  <a:lnTo>
                    <a:pt x="25867" y="122580"/>
                  </a:lnTo>
                  <a:lnTo>
                    <a:pt x="26275" y="122527"/>
                  </a:lnTo>
                  <a:lnTo>
                    <a:pt x="26670" y="122448"/>
                  </a:lnTo>
                  <a:lnTo>
                    <a:pt x="27052" y="122356"/>
                  </a:lnTo>
                  <a:lnTo>
                    <a:pt x="27434" y="122237"/>
                  </a:lnTo>
                  <a:lnTo>
                    <a:pt x="27802" y="122119"/>
                  </a:lnTo>
                  <a:lnTo>
                    <a:pt x="28171" y="121974"/>
                  </a:lnTo>
                  <a:lnTo>
                    <a:pt x="28513" y="121816"/>
                  </a:lnTo>
                  <a:lnTo>
                    <a:pt x="28855" y="121658"/>
                  </a:lnTo>
                  <a:lnTo>
                    <a:pt x="29198" y="121474"/>
                  </a:lnTo>
                  <a:lnTo>
                    <a:pt x="29513" y="121276"/>
                  </a:lnTo>
                  <a:lnTo>
                    <a:pt x="29829" y="121066"/>
                  </a:lnTo>
                  <a:lnTo>
                    <a:pt x="30119" y="120855"/>
                  </a:lnTo>
                  <a:lnTo>
                    <a:pt x="30409" y="120618"/>
                  </a:lnTo>
                  <a:lnTo>
                    <a:pt x="30672" y="120381"/>
                  </a:lnTo>
                  <a:lnTo>
                    <a:pt x="30935" y="120118"/>
                  </a:lnTo>
                  <a:lnTo>
                    <a:pt x="31172" y="119855"/>
                  </a:lnTo>
                  <a:lnTo>
                    <a:pt x="31409" y="119591"/>
                  </a:lnTo>
                  <a:lnTo>
                    <a:pt x="31620" y="119302"/>
                  </a:lnTo>
                  <a:lnTo>
                    <a:pt x="31817" y="119012"/>
                  </a:lnTo>
                  <a:lnTo>
                    <a:pt x="31988" y="118709"/>
                  </a:lnTo>
                  <a:lnTo>
                    <a:pt x="32159" y="118407"/>
                  </a:lnTo>
                  <a:lnTo>
                    <a:pt x="32304" y="118078"/>
                  </a:lnTo>
                  <a:lnTo>
                    <a:pt x="32436" y="117762"/>
                  </a:lnTo>
                  <a:lnTo>
                    <a:pt x="32541" y="117433"/>
                  </a:lnTo>
                  <a:lnTo>
                    <a:pt x="32633" y="117090"/>
                  </a:lnTo>
                  <a:lnTo>
                    <a:pt x="32712" y="116748"/>
                  </a:lnTo>
                  <a:lnTo>
                    <a:pt x="32765" y="116406"/>
                  </a:lnTo>
                  <a:lnTo>
                    <a:pt x="32791" y="116050"/>
                  </a:lnTo>
                  <a:lnTo>
                    <a:pt x="32804" y="115682"/>
                  </a:lnTo>
                  <a:lnTo>
                    <a:pt x="32804" y="106507"/>
                  </a:lnTo>
                  <a:lnTo>
                    <a:pt x="33054" y="106639"/>
                  </a:lnTo>
                  <a:lnTo>
                    <a:pt x="33305" y="106783"/>
                  </a:lnTo>
                  <a:lnTo>
                    <a:pt x="33568" y="106902"/>
                  </a:lnTo>
                  <a:lnTo>
                    <a:pt x="33844" y="107020"/>
                  </a:lnTo>
                  <a:lnTo>
                    <a:pt x="34121" y="107126"/>
                  </a:lnTo>
                  <a:lnTo>
                    <a:pt x="34397" y="107231"/>
                  </a:lnTo>
                  <a:lnTo>
                    <a:pt x="34674" y="107323"/>
                  </a:lnTo>
                  <a:lnTo>
                    <a:pt x="34963" y="107402"/>
                  </a:lnTo>
                  <a:lnTo>
                    <a:pt x="35266" y="107481"/>
                  </a:lnTo>
                  <a:lnTo>
                    <a:pt x="35556" y="107547"/>
                  </a:lnTo>
                  <a:lnTo>
                    <a:pt x="35871" y="107599"/>
                  </a:lnTo>
                  <a:lnTo>
                    <a:pt x="36174" y="107652"/>
                  </a:lnTo>
                  <a:lnTo>
                    <a:pt x="36477" y="107692"/>
                  </a:lnTo>
                  <a:lnTo>
                    <a:pt x="36793" y="107718"/>
                  </a:lnTo>
                  <a:lnTo>
                    <a:pt x="37109" y="107731"/>
                  </a:lnTo>
                  <a:lnTo>
                    <a:pt x="51273" y="107731"/>
                  </a:lnTo>
                  <a:lnTo>
                    <a:pt x="51510" y="107757"/>
                  </a:lnTo>
                  <a:lnTo>
                    <a:pt x="51733" y="107771"/>
                  </a:lnTo>
                  <a:lnTo>
                    <a:pt x="51957" y="107810"/>
                  </a:lnTo>
                  <a:lnTo>
                    <a:pt x="52181" y="107850"/>
                  </a:lnTo>
                  <a:lnTo>
                    <a:pt x="52405" y="107889"/>
                  </a:lnTo>
                  <a:lnTo>
                    <a:pt x="52615" y="107942"/>
                  </a:lnTo>
                  <a:lnTo>
                    <a:pt x="52826" y="108008"/>
                  </a:lnTo>
                  <a:lnTo>
                    <a:pt x="53037" y="108073"/>
                  </a:lnTo>
                  <a:lnTo>
                    <a:pt x="53234" y="108152"/>
                  </a:lnTo>
                  <a:lnTo>
                    <a:pt x="53418" y="108244"/>
                  </a:lnTo>
                  <a:lnTo>
                    <a:pt x="53616" y="108323"/>
                  </a:lnTo>
                  <a:lnTo>
                    <a:pt x="53800" y="108429"/>
                  </a:lnTo>
                  <a:lnTo>
                    <a:pt x="53971" y="108534"/>
                  </a:lnTo>
                  <a:lnTo>
                    <a:pt x="54142" y="108639"/>
                  </a:lnTo>
                  <a:lnTo>
                    <a:pt x="54300" y="108758"/>
                  </a:lnTo>
                  <a:lnTo>
                    <a:pt x="54458" y="108876"/>
                  </a:lnTo>
                  <a:lnTo>
                    <a:pt x="54603" y="108995"/>
                  </a:lnTo>
                  <a:lnTo>
                    <a:pt x="54748" y="109126"/>
                  </a:lnTo>
                  <a:lnTo>
                    <a:pt x="54866" y="109258"/>
                  </a:lnTo>
                  <a:lnTo>
                    <a:pt x="54998" y="109403"/>
                  </a:lnTo>
                  <a:lnTo>
                    <a:pt x="55103" y="109548"/>
                  </a:lnTo>
                  <a:lnTo>
                    <a:pt x="55209" y="109692"/>
                  </a:lnTo>
                  <a:lnTo>
                    <a:pt x="55301" y="109850"/>
                  </a:lnTo>
                  <a:lnTo>
                    <a:pt x="55393" y="109995"/>
                  </a:lnTo>
                  <a:lnTo>
                    <a:pt x="55459" y="110153"/>
                  </a:lnTo>
                  <a:lnTo>
                    <a:pt x="55525" y="110324"/>
                  </a:lnTo>
                  <a:lnTo>
                    <a:pt x="55577" y="110482"/>
                  </a:lnTo>
                  <a:lnTo>
                    <a:pt x="55617" y="110653"/>
                  </a:lnTo>
                  <a:lnTo>
                    <a:pt x="55656" y="110825"/>
                  </a:lnTo>
                  <a:lnTo>
                    <a:pt x="55669" y="110996"/>
                  </a:lnTo>
                  <a:lnTo>
                    <a:pt x="55682" y="111167"/>
                  </a:lnTo>
                  <a:lnTo>
                    <a:pt x="55682" y="169165"/>
                  </a:lnTo>
                  <a:lnTo>
                    <a:pt x="59223" y="169165"/>
                  </a:lnTo>
                  <a:lnTo>
                    <a:pt x="59223" y="111167"/>
                  </a:lnTo>
                  <a:lnTo>
                    <a:pt x="59210" y="110811"/>
                  </a:lnTo>
                  <a:lnTo>
                    <a:pt x="59184" y="110456"/>
                  </a:lnTo>
                  <a:lnTo>
                    <a:pt x="59131" y="110101"/>
                  </a:lnTo>
                  <a:lnTo>
                    <a:pt x="59052" y="109758"/>
                  </a:lnTo>
                  <a:lnTo>
                    <a:pt x="58960" y="109429"/>
                  </a:lnTo>
                  <a:lnTo>
                    <a:pt x="58855" y="109100"/>
                  </a:lnTo>
                  <a:lnTo>
                    <a:pt x="58723" y="108771"/>
                  </a:lnTo>
                  <a:lnTo>
                    <a:pt x="58578" y="108455"/>
                  </a:lnTo>
                  <a:lnTo>
                    <a:pt x="58407" y="108139"/>
                  </a:lnTo>
                  <a:lnTo>
                    <a:pt x="58236" y="107850"/>
                  </a:lnTo>
                  <a:lnTo>
                    <a:pt x="58039" y="107547"/>
                  </a:lnTo>
                  <a:lnTo>
                    <a:pt x="57828" y="107270"/>
                  </a:lnTo>
                  <a:lnTo>
                    <a:pt x="57591" y="106994"/>
                  </a:lnTo>
                  <a:lnTo>
                    <a:pt x="57354" y="106731"/>
                  </a:lnTo>
                  <a:lnTo>
                    <a:pt x="57091" y="106481"/>
                  </a:lnTo>
                  <a:lnTo>
                    <a:pt x="56828" y="106230"/>
                  </a:lnTo>
                  <a:lnTo>
                    <a:pt x="56538" y="106007"/>
                  </a:lnTo>
                  <a:lnTo>
                    <a:pt x="56235" y="105783"/>
                  </a:lnTo>
                  <a:lnTo>
                    <a:pt x="55933" y="105572"/>
                  </a:lnTo>
                  <a:lnTo>
                    <a:pt x="55617" y="105388"/>
                  </a:lnTo>
                  <a:lnTo>
                    <a:pt x="55274" y="105204"/>
                  </a:lnTo>
                  <a:lnTo>
                    <a:pt x="54932" y="105033"/>
                  </a:lnTo>
                  <a:lnTo>
                    <a:pt x="54590" y="104875"/>
                  </a:lnTo>
                  <a:lnTo>
                    <a:pt x="54221" y="104743"/>
                  </a:lnTo>
                  <a:lnTo>
                    <a:pt x="53853" y="104611"/>
                  </a:lnTo>
                  <a:lnTo>
                    <a:pt x="53471" y="104506"/>
                  </a:lnTo>
                  <a:lnTo>
                    <a:pt x="53089" y="104414"/>
                  </a:lnTo>
                  <a:lnTo>
                    <a:pt x="52694" y="104335"/>
                  </a:lnTo>
                  <a:lnTo>
                    <a:pt x="52286" y="104269"/>
                  </a:lnTo>
                  <a:lnTo>
                    <a:pt x="51878" y="104230"/>
                  </a:lnTo>
                  <a:lnTo>
                    <a:pt x="51457" y="104203"/>
                  </a:lnTo>
                  <a:lnTo>
                    <a:pt x="51049" y="104190"/>
                  </a:lnTo>
                  <a:lnTo>
                    <a:pt x="37201" y="104190"/>
                  </a:lnTo>
                  <a:lnTo>
                    <a:pt x="36964" y="104177"/>
                  </a:lnTo>
                  <a:lnTo>
                    <a:pt x="36740" y="104151"/>
                  </a:lnTo>
                  <a:lnTo>
                    <a:pt x="36516" y="104124"/>
                  </a:lnTo>
                  <a:lnTo>
                    <a:pt x="36293" y="104085"/>
                  </a:lnTo>
                  <a:lnTo>
                    <a:pt x="36082" y="104032"/>
                  </a:lnTo>
                  <a:lnTo>
                    <a:pt x="35858" y="103979"/>
                  </a:lnTo>
                  <a:lnTo>
                    <a:pt x="35648" y="103914"/>
                  </a:lnTo>
                  <a:lnTo>
                    <a:pt x="35450" y="103848"/>
                  </a:lnTo>
                  <a:lnTo>
                    <a:pt x="35253" y="103769"/>
                  </a:lnTo>
                  <a:lnTo>
                    <a:pt x="35055" y="103690"/>
                  </a:lnTo>
                  <a:lnTo>
                    <a:pt x="34871" y="103598"/>
                  </a:lnTo>
                  <a:lnTo>
                    <a:pt x="34687" y="103492"/>
                  </a:lnTo>
                  <a:lnTo>
                    <a:pt x="34502" y="103387"/>
                  </a:lnTo>
                  <a:lnTo>
                    <a:pt x="34344" y="103282"/>
                  </a:lnTo>
                  <a:lnTo>
                    <a:pt x="34173" y="103176"/>
                  </a:lnTo>
                  <a:lnTo>
                    <a:pt x="34029" y="103045"/>
                  </a:lnTo>
                  <a:lnTo>
                    <a:pt x="33871" y="102926"/>
                  </a:lnTo>
                  <a:lnTo>
                    <a:pt x="33739" y="102795"/>
                  </a:lnTo>
                  <a:lnTo>
                    <a:pt x="33607" y="102663"/>
                  </a:lnTo>
                  <a:lnTo>
                    <a:pt x="33489" y="102518"/>
                  </a:lnTo>
                  <a:lnTo>
                    <a:pt x="33370" y="102374"/>
                  </a:lnTo>
                  <a:lnTo>
                    <a:pt x="33265" y="102229"/>
                  </a:lnTo>
                  <a:lnTo>
                    <a:pt x="33173" y="102071"/>
                  </a:lnTo>
                  <a:lnTo>
                    <a:pt x="33094" y="101926"/>
                  </a:lnTo>
                  <a:lnTo>
                    <a:pt x="33015" y="101768"/>
                  </a:lnTo>
                  <a:lnTo>
                    <a:pt x="32949" y="101597"/>
                  </a:lnTo>
                  <a:lnTo>
                    <a:pt x="32896" y="101439"/>
                  </a:lnTo>
                  <a:lnTo>
                    <a:pt x="32857" y="101268"/>
                  </a:lnTo>
                  <a:lnTo>
                    <a:pt x="32831" y="101097"/>
                  </a:lnTo>
                  <a:lnTo>
                    <a:pt x="32804" y="100926"/>
                  </a:lnTo>
                  <a:lnTo>
                    <a:pt x="32804" y="100754"/>
                  </a:lnTo>
                  <a:lnTo>
                    <a:pt x="32804" y="66384"/>
                  </a:lnTo>
                  <a:lnTo>
                    <a:pt x="32804" y="56907"/>
                  </a:lnTo>
                  <a:lnTo>
                    <a:pt x="32804" y="51457"/>
                  </a:lnTo>
                  <a:lnTo>
                    <a:pt x="32804" y="47232"/>
                  </a:lnTo>
                  <a:lnTo>
                    <a:pt x="32804" y="46995"/>
                  </a:lnTo>
                  <a:lnTo>
                    <a:pt x="32818" y="46758"/>
                  </a:lnTo>
                  <a:lnTo>
                    <a:pt x="32844" y="46534"/>
                  </a:lnTo>
                  <a:lnTo>
                    <a:pt x="32870" y="46310"/>
                  </a:lnTo>
                  <a:lnTo>
                    <a:pt x="32910" y="46086"/>
                  </a:lnTo>
                  <a:lnTo>
                    <a:pt x="32962" y="45863"/>
                  </a:lnTo>
                  <a:lnTo>
                    <a:pt x="33015" y="45652"/>
                  </a:lnTo>
                  <a:lnTo>
                    <a:pt x="33081" y="45441"/>
                  </a:lnTo>
                  <a:lnTo>
                    <a:pt x="33147" y="45244"/>
                  </a:lnTo>
                  <a:lnTo>
                    <a:pt x="33226" y="45046"/>
                  </a:lnTo>
                  <a:lnTo>
                    <a:pt x="33305" y="44849"/>
                  </a:lnTo>
                  <a:lnTo>
                    <a:pt x="33397" y="44652"/>
                  </a:lnTo>
                  <a:lnTo>
                    <a:pt x="33489" y="44480"/>
                  </a:lnTo>
                  <a:lnTo>
                    <a:pt x="33594" y="44296"/>
                  </a:lnTo>
                  <a:lnTo>
                    <a:pt x="33713" y="44125"/>
                  </a:lnTo>
                  <a:lnTo>
                    <a:pt x="33818" y="43967"/>
                  </a:lnTo>
                  <a:lnTo>
                    <a:pt x="33936" y="43809"/>
                  </a:lnTo>
                  <a:lnTo>
                    <a:pt x="34068" y="43664"/>
                  </a:lnTo>
                  <a:lnTo>
                    <a:pt x="34200" y="43533"/>
                  </a:lnTo>
                  <a:lnTo>
                    <a:pt x="34331" y="43401"/>
                  </a:lnTo>
                  <a:lnTo>
                    <a:pt x="34476" y="43269"/>
                  </a:lnTo>
                  <a:lnTo>
                    <a:pt x="34621" y="43164"/>
                  </a:lnTo>
                  <a:lnTo>
                    <a:pt x="34766" y="43059"/>
                  </a:lnTo>
                  <a:lnTo>
                    <a:pt x="34911" y="42967"/>
                  </a:lnTo>
                  <a:lnTo>
                    <a:pt x="35068" y="42874"/>
                  </a:lnTo>
                  <a:lnTo>
                    <a:pt x="35226" y="42809"/>
                  </a:lnTo>
                  <a:lnTo>
                    <a:pt x="35384" y="42743"/>
                  </a:lnTo>
                  <a:lnTo>
                    <a:pt x="35556" y="42690"/>
                  </a:lnTo>
                  <a:lnTo>
                    <a:pt x="35727" y="42651"/>
                  </a:lnTo>
                  <a:lnTo>
                    <a:pt x="35885" y="42624"/>
                  </a:lnTo>
                  <a:lnTo>
                    <a:pt x="36069" y="42598"/>
                  </a:lnTo>
                  <a:lnTo>
                    <a:pt x="72519" y="42598"/>
                  </a:lnTo>
                  <a:lnTo>
                    <a:pt x="72519" y="70070"/>
                  </a:lnTo>
                  <a:lnTo>
                    <a:pt x="72505" y="70241"/>
                  </a:lnTo>
                  <a:lnTo>
                    <a:pt x="72492" y="70413"/>
                  </a:lnTo>
                  <a:lnTo>
                    <a:pt x="72466" y="70584"/>
                  </a:lnTo>
                  <a:lnTo>
                    <a:pt x="72426" y="70755"/>
                  </a:lnTo>
                  <a:lnTo>
                    <a:pt x="72374" y="70926"/>
                  </a:lnTo>
                  <a:lnTo>
                    <a:pt x="72308" y="71084"/>
                  </a:lnTo>
                  <a:lnTo>
                    <a:pt x="72229" y="71242"/>
                  </a:lnTo>
                  <a:lnTo>
                    <a:pt x="72150" y="71400"/>
                  </a:lnTo>
                  <a:lnTo>
                    <a:pt x="72058" y="71545"/>
                  </a:lnTo>
                  <a:lnTo>
                    <a:pt x="71953" y="71689"/>
                  </a:lnTo>
                  <a:lnTo>
                    <a:pt x="71834" y="71834"/>
                  </a:lnTo>
                  <a:lnTo>
                    <a:pt x="71716" y="71979"/>
                  </a:lnTo>
                  <a:lnTo>
                    <a:pt x="71584" y="72111"/>
                  </a:lnTo>
                  <a:lnTo>
                    <a:pt x="71439" y="72242"/>
                  </a:lnTo>
                  <a:lnTo>
                    <a:pt x="71294" y="72374"/>
                  </a:lnTo>
                  <a:lnTo>
                    <a:pt x="71150" y="72492"/>
                  </a:lnTo>
                  <a:lnTo>
                    <a:pt x="70978" y="72598"/>
                  </a:lnTo>
                  <a:lnTo>
                    <a:pt x="70807" y="72716"/>
                  </a:lnTo>
                  <a:lnTo>
                    <a:pt x="70636" y="72821"/>
                  </a:lnTo>
                  <a:lnTo>
                    <a:pt x="70452" y="72914"/>
                  </a:lnTo>
                  <a:lnTo>
                    <a:pt x="70268" y="73006"/>
                  </a:lnTo>
                  <a:lnTo>
                    <a:pt x="70070" y="73085"/>
                  </a:lnTo>
                  <a:lnTo>
                    <a:pt x="69873" y="73164"/>
                  </a:lnTo>
                  <a:lnTo>
                    <a:pt x="69662" y="73229"/>
                  </a:lnTo>
                  <a:lnTo>
                    <a:pt x="69465" y="73295"/>
                  </a:lnTo>
                  <a:lnTo>
                    <a:pt x="69241" y="73348"/>
                  </a:lnTo>
                  <a:lnTo>
                    <a:pt x="69030" y="73401"/>
                  </a:lnTo>
                  <a:lnTo>
                    <a:pt x="68806" y="73440"/>
                  </a:lnTo>
                  <a:lnTo>
                    <a:pt x="68583" y="73466"/>
                  </a:lnTo>
                  <a:lnTo>
                    <a:pt x="68346" y="73493"/>
                  </a:lnTo>
                  <a:lnTo>
                    <a:pt x="68122" y="73506"/>
                  </a:lnTo>
                  <a:lnTo>
                    <a:pt x="61330" y="73506"/>
                  </a:lnTo>
                  <a:lnTo>
                    <a:pt x="61251" y="73229"/>
                  </a:lnTo>
                  <a:lnTo>
                    <a:pt x="61158" y="72953"/>
                  </a:lnTo>
                  <a:lnTo>
                    <a:pt x="61066" y="72690"/>
                  </a:lnTo>
                  <a:lnTo>
                    <a:pt x="60948" y="72427"/>
                  </a:lnTo>
                  <a:lnTo>
                    <a:pt x="60829" y="72176"/>
                  </a:lnTo>
                  <a:lnTo>
                    <a:pt x="60698" y="71926"/>
                  </a:lnTo>
                  <a:lnTo>
                    <a:pt x="60553" y="71676"/>
                  </a:lnTo>
                  <a:lnTo>
                    <a:pt x="60408" y="71439"/>
                  </a:lnTo>
                  <a:lnTo>
                    <a:pt x="60237" y="71202"/>
                  </a:lnTo>
                  <a:lnTo>
                    <a:pt x="60079" y="70979"/>
                  </a:lnTo>
                  <a:lnTo>
                    <a:pt x="59895" y="70768"/>
                  </a:lnTo>
                  <a:lnTo>
                    <a:pt x="59711" y="70557"/>
                  </a:lnTo>
                  <a:lnTo>
                    <a:pt x="59513" y="70347"/>
                  </a:lnTo>
                  <a:lnTo>
                    <a:pt x="59316" y="70162"/>
                  </a:lnTo>
                  <a:lnTo>
                    <a:pt x="59105" y="69965"/>
                  </a:lnTo>
                  <a:lnTo>
                    <a:pt x="58881" y="69794"/>
                  </a:lnTo>
                  <a:lnTo>
                    <a:pt x="58657" y="69623"/>
                  </a:lnTo>
                  <a:lnTo>
                    <a:pt x="58420" y="69465"/>
                  </a:lnTo>
                  <a:lnTo>
                    <a:pt x="58184" y="69307"/>
                  </a:lnTo>
                  <a:lnTo>
                    <a:pt x="57947" y="69175"/>
                  </a:lnTo>
                  <a:lnTo>
                    <a:pt x="57683" y="69043"/>
                  </a:lnTo>
                  <a:lnTo>
                    <a:pt x="57433" y="68925"/>
                  </a:lnTo>
                  <a:lnTo>
                    <a:pt x="57170" y="68807"/>
                  </a:lnTo>
                  <a:lnTo>
                    <a:pt x="56907" y="68701"/>
                  </a:lnTo>
                  <a:lnTo>
                    <a:pt x="56630" y="68622"/>
                  </a:lnTo>
                  <a:lnTo>
                    <a:pt x="56354" y="68543"/>
                  </a:lnTo>
                  <a:lnTo>
                    <a:pt x="56064" y="68477"/>
                  </a:lnTo>
                  <a:lnTo>
                    <a:pt x="55788" y="68412"/>
                  </a:lnTo>
                  <a:lnTo>
                    <a:pt x="55485" y="68372"/>
                  </a:lnTo>
                  <a:lnTo>
                    <a:pt x="55195" y="68346"/>
                  </a:lnTo>
                  <a:lnTo>
                    <a:pt x="54906" y="68320"/>
                  </a:lnTo>
                  <a:lnTo>
                    <a:pt x="54235" y="68320"/>
                  </a:lnTo>
                  <a:lnTo>
                    <a:pt x="53892" y="68346"/>
                  </a:lnTo>
                  <a:lnTo>
                    <a:pt x="53537" y="68398"/>
                  </a:lnTo>
                  <a:lnTo>
                    <a:pt x="53195" y="68451"/>
                  </a:lnTo>
                  <a:lnTo>
                    <a:pt x="52866" y="68530"/>
                  </a:lnTo>
                  <a:lnTo>
                    <a:pt x="52523" y="68635"/>
                  </a:lnTo>
                  <a:lnTo>
                    <a:pt x="52207" y="68741"/>
                  </a:lnTo>
                  <a:lnTo>
                    <a:pt x="51891" y="68859"/>
                  </a:lnTo>
                  <a:lnTo>
                    <a:pt x="51575" y="69004"/>
                  </a:lnTo>
                  <a:lnTo>
                    <a:pt x="51286" y="69162"/>
                  </a:lnTo>
                  <a:lnTo>
                    <a:pt x="50996" y="69320"/>
                  </a:lnTo>
                  <a:lnTo>
                    <a:pt x="50707" y="69504"/>
                  </a:lnTo>
                  <a:lnTo>
                    <a:pt x="50430" y="69702"/>
                  </a:lnTo>
                  <a:lnTo>
                    <a:pt x="50167" y="69912"/>
                  </a:lnTo>
                  <a:lnTo>
                    <a:pt x="49917" y="70123"/>
                  </a:lnTo>
                  <a:lnTo>
                    <a:pt x="49680" y="70360"/>
                  </a:lnTo>
                  <a:lnTo>
                    <a:pt x="49443" y="70597"/>
                  </a:lnTo>
                  <a:lnTo>
                    <a:pt x="49232" y="70847"/>
                  </a:lnTo>
                  <a:lnTo>
                    <a:pt x="49022" y="71110"/>
                  </a:lnTo>
                  <a:lnTo>
                    <a:pt x="48824" y="71387"/>
                  </a:lnTo>
                  <a:lnTo>
                    <a:pt x="48640" y="71676"/>
                  </a:lnTo>
                  <a:lnTo>
                    <a:pt x="48482" y="71966"/>
                  </a:lnTo>
                  <a:lnTo>
                    <a:pt x="48324" y="72269"/>
                  </a:lnTo>
                  <a:lnTo>
                    <a:pt x="48179" y="72571"/>
                  </a:lnTo>
                  <a:lnTo>
                    <a:pt x="48061" y="72887"/>
                  </a:lnTo>
                  <a:lnTo>
                    <a:pt x="47942" y="73216"/>
                  </a:lnTo>
                  <a:lnTo>
                    <a:pt x="47850" y="73545"/>
                  </a:lnTo>
                  <a:lnTo>
                    <a:pt x="47771" y="73875"/>
                  </a:lnTo>
                  <a:lnTo>
                    <a:pt x="47719" y="74217"/>
                  </a:lnTo>
                  <a:lnTo>
                    <a:pt x="47666" y="74572"/>
                  </a:lnTo>
                  <a:lnTo>
                    <a:pt x="47640" y="74928"/>
                  </a:lnTo>
                  <a:lnTo>
                    <a:pt x="47640" y="75283"/>
                  </a:lnTo>
                  <a:lnTo>
                    <a:pt x="47640" y="75638"/>
                  </a:lnTo>
                  <a:lnTo>
                    <a:pt x="47666" y="75994"/>
                  </a:lnTo>
                  <a:lnTo>
                    <a:pt x="47719" y="76336"/>
                  </a:lnTo>
                  <a:lnTo>
                    <a:pt x="47771" y="76678"/>
                  </a:lnTo>
                  <a:lnTo>
                    <a:pt x="47850" y="77021"/>
                  </a:lnTo>
                  <a:lnTo>
                    <a:pt x="47942" y="77350"/>
                  </a:lnTo>
                  <a:lnTo>
                    <a:pt x="48061" y="77666"/>
                  </a:lnTo>
                  <a:lnTo>
                    <a:pt x="48179" y="77982"/>
                  </a:lnTo>
                  <a:lnTo>
                    <a:pt x="48324" y="78297"/>
                  </a:lnTo>
                  <a:lnTo>
                    <a:pt x="48482" y="78600"/>
                  </a:lnTo>
                  <a:lnTo>
                    <a:pt x="48640" y="78890"/>
                  </a:lnTo>
                  <a:lnTo>
                    <a:pt x="48824" y="79166"/>
                  </a:lnTo>
                  <a:lnTo>
                    <a:pt x="49022" y="79443"/>
                  </a:lnTo>
                  <a:lnTo>
                    <a:pt x="49232" y="79706"/>
                  </a:lnTo>
                  <a:lnTo>
                    <a:pt x="49443" y="79956"/>
                  </a:lnTo>
                  <a:lnTo>
                    <a:pt x="49680" y="80206"/>
                  </a:lnTo>
                  <a:lnTo>
                    <a:pt x="49917" y="80430"/>
                  </a:lnTo>
                  <a:lnTo>
                    <a:pt x="50167" y="80654"/>
                  </a:lnTo>
                  <a:lnTo>
                    <a:pt x="50430" y="80864"/>
                  </a:lnTo>
                  <a:lnTo>
                    <a:pt x="50707" y="81049"/>
                  </a:lnTo>
                  <a:lnTo>
                    <a:pt x="50996" y="81233"/>
                  </a:lnTo>
                  <a:lnTo>
                    <a:pt x="51286" y="81404"/>
                  </a:lnTo>
                  <a:lnTo>
                    <a:pt x="51575" y="81562"/>
                  </a:lnTo>
                  <a:lnTo>
                    <a:pt x="51891" y="81694"/>
                  </a:lnTo>
                  <a:lnTo>
                    <a:pt x="52207" y="81825"/>
                  </a:lnTo>
                  <a:lnTo>
                    <a:pt x="52523" y="81931"/>
                  </a:lnTo>
                  <a:lnTo>
                    <a:pt x="52866" y="82023"/>
                  </a:lnTo>
                  <a:lnTo>
                    <a:pt x="53195" y="82102"/>
                  </a:lnTo>
                  <a:lnTo>
                    <a:pt x="53537" y="82168"/>
                  </a:lnTo>
                  <a:lnTo>
                    <a:pt x="53892" y="82207"/>
                  </a:lnTo>
                  <a:lnTo>
                    <a:pt x="54235" y="82233"/>
                  </a:lnTo>
                  <a:lnTo>
                    <a:pt x="54603" y="82247"/>
                  </a:lnTo>
                  <a:lnTo>
                    <a:pt x="54906" y="82233"/>
                  </a:lnTo>
                  <a:lnTo>
                    <a:pt x="55195" y="82220"/>
                  </a:lnTo>
                  <a:lnTo>
                    <a:pt x="55485" y="82181"/>
                  </a:lnTo>
                  <a:lnTo>
                    <a:pt x="55788" y="82141"/>
                  </a:lnTo>
                  <a:lnTo>
                    <a:pt x="56064" y="82089"/>
                  </a:lnTo>
                  <a:lnTo>
                    <a:pt x="56354" y="82023"/>
                  </a:lnTo>
                  <a:lnTo>
                    <a:pt x="56630" y="81944"/>
                  </a:lnTo>
                  <a:lnTo>
                    <a:pt x="56907" y="81852"/>
                  </a:lnTo>
                  <a:lnTo>
                    <a:pt x="57170" y="81746"/>
                  </a:lnTo>
                  <a:lnTo>
                    <a:pt x="57433" y="81641"/>
                  </a:lnTo>
                  <a:lnTo>
                    <a:pt x="57683" y="81523"/>
                  </a:lnTo>
                  <a:lnTo>
                    <a:pt x="57947" y="81391"/>
                  </a:lnTo>
                  <a:lnTo>
                    <a:pt x="58184" y="81246"/>
                  </a:lnTo>
                  <a:lnTo>
                    <a:pt x="58420" y="81101"/>
                  </a:lnTo>
                  <a:lnTo>
                    <a:pt x="58657" y="80930"/>
                  </a:lnTo>
                  <a:lnTo>
                    <a:pt x="58881" y="80772"/>
                  </a:lnTo>
                  <a:lnTo>
                    <a:pt x="59105" y="80588"/>
                  </a:lnTo>
                  <a:lnTo>
                    <a:pt x="59316" y="80404"/>
                  </a:lnTo>
                  <a:lnTo>
                    <a:pt x="59513" y="80206"/>
                  </a:lnTo>
                  <a:lnTo>
                    <a:pt x="59711" y="80009"/>
                  </a:lnTo>
                  <a:lnTo>
                    <a:pt x="59895" y="79798"/>
                  </a:lnTo>
                  <a:lnTo>
                    <a:pt x="60079" y="79574"/>
                  </a:lnTo>
                  <a:lnTo>
                    <a:pt x="60237" y="79351"/>
                  </a:lnTo>
                  <a:lnTo>
                    <a:pt x="60408" y="79127"/>
                  </a:lnTo>
                  <a:lnTo>
                    <a:pt x="60553" y="78890"/>
                  </a:lnTo>
                  <a:lnTo>
                    <a:pt x="60698" y="78640"/>
                  </a:lnTo>
                  <a:lnTo>
                    <a:pt x="60829" y="78390"/>
                  </a:lnTo>
                  <a:lnTo>
                    <a:pt x="60948" y="78126"/>
                  </a:lnTo>
                  <a:lnTo>
                    <a:pt x="61066" y="77863"/>
                  </a:lnTo>
                  <a:lnTo>
                    <a:pt x="61158" y="77600"/>
                  </a:lnTo>
                  <a:lnTo>
                    <a:pt x="61251" y="77323"/>
                  </a:lnTo>
                  <a:lnTo>
                    <a:pt x="61330" y="77047"/>
                  </a:lnTo>
                  <a:lnTo>
                    <a:pt x="68306" y="77047"/>
                  </a:lnTo>
                  <a:lnTo>
                    <a:pt x="68714" y="77021"/>
                  </a:lnTo>
                  <a:lnTo>
                    <a:pt x="69122" y="76968"/>
                  </a:lnTo>
                  <a:lnTo>
                    <a:pt x="69530" y="76915"/>
                  </a:lnTo>
                  <a:lnTo>
                    <a:pt x="69925" y="76836"/>
                  </a:lnTo>
                  <a:lnTo>
                    <a:pt x="70307" y="76744"/>
                  </a:lnTo>
                  <a:lnTo>
                    <a:pt x="70689" y="76626"/>
                  </a:lnTo>
                  <a:lnTo>
                    <a:pt x="71071" y="76507"/>
                  </a:lnTo>
                  <a:lnTo>
                    <a:pt x="71426" y="76362"/>
                  </a:lnTo>
                  <a:lnTo>
                    <a:pt x="71781" y="76204"/>
                  </a:lnTo>
                  <a:lnTo>
                    <a:pt x="72124" y="76046"/>
                  </a:lnTo>
                  <a:lnTo>
                    <a:pt x="72453" y="75862"/>
                  </a:lnTo>
                  <a:lnTo>
                    <a:pt x="72769" y="75665"/>
                  </a:lnTo>
                  <a:lnTo>
                    <a:pt x="73085" y="75454"/>
                  </a:lnTo>
                  <a:lnTo>
                    <a:pt x="73374" y="75230"/>
                  </a:lnTo>
                  <a:lnTo>
                    <a:pt x="73664" y="75007"/>
                  </a:lnTo>
                  <a:lnTo>
                    <a:pt x="73940" y="74770"/>
                  </a:lnTo>
                  <a:lnTo>
                    <a:pt x="74190" y="74506"/>
                  </a:lnTo>
                  <a:lnTo>
                    <a:pt x="74440" y="74243"/>
                  </a:lnTo>
                  <a:lnTo>
                    <a:pt x="74664" y="73967"/>
                  </a:lnTo>
                  <a:lnTo>
                    <a:pt x="74875" y="73690"/>
                  </a:lnTo>
                  <a:lnTo>
                    <a:pt x="75072" y="73401"/>
                  </a:lnTo>
                  <a:lnTo>
                    <a:pt x="75257" y="73098"/>
                  </a:lnTo>
                  <a:lnTo>
                    <a:pt x="75415" y="72782"/>
                  </a:lnTo>
                  <a:lnTo>
                    <a:pt x="75559" y="72466"/>
                  </a:lnTo>
                  <a:lnTo>
                    <a:pt x="75691" y="72150"/>
                  </a:lnTo>
                  <a:lnTo>
                    <a:pt x="75809" y="71821"/>
                  </a:lnTo>
                  <a:lnTo>
                    <a:pt x="75902" y="71479"/>
                  </a:lnTo>
                  <a:lnTo>
                    <a:pt x="75967" y="71136"/>
                  </a:lnTo>
                  <a:lnTo>
                    <a:pt x="76020" y="70781"/>
                  </a:lnTo>
                  <a:lnTo>
                    <a:pt x="76046" y="70426"/>
                  </a:lnTo>
                  <a:lnTo>
                    <a:pt x="76060" y="70070"/>
                  </a:lnTo>
                  <a:lnTo>
                    <a:pt x="76060" y="42598"/>
                  </a:lnTo>
                  <a:lnTo>
                    <a:pt x="92264" y="42598"/>
                  </a:lnTo>
                  <a:lnTo>
                    <a:pt x="92685" y="42585"/>
                  </a:lnTo>
                  <a:lnTo>
                    <a:pt x="93093" y="42559"/>
                  </a:lnTo>
                  <a:lnTo>
                    <a:pt x="93501" y="42519"/>
                  </a:lnTo>
                  <a:lnTo>
                    <a:pt x="93909" y="42453"/>
                  </a:lnTo>
                  <a:lnTo>
                    <a:pt x="94304" y="42374"/>
                  </a:lnTo>
                  <a:lnTo>
                    <a:pt x="94686" y="42282"/>
                  </a:lnTo>
                  <a:lnTo>
                    <a:pt x="95068" y="42164"/>
                  </a:lnTo>
                  <a:lnTo>
                    <a:pt x="95436" y="42045"/>
                  </a:lnTo>
                  <a:lnTo>
                    <a:pt x="95805" y="41900"/>
                  </a:lnTo>
                  <a:lnTo>
                    <a:pt x="96160" y="41756"/>
                  </a:lnTo>
                  <a:lnTo>
                    <a:pt x="96502" y="41584"/>
                  </a:lnTo>
                  <a:lnTo>
                    <a:pt x="96832" y="41400"/>
                  </a:lnTo>
                  <a:lnTo>
                    <a:pt x="97147" y="41203"/>
                  </a:lnTo>
                  <a:lnTo>
                    <a:pt x="97463" y="40992"/>
                  </a:lnTo>
                  <a:lnTo>
                    <a:pt x="97753" y="40781"/>
                  </a:lnTo>
                  <a:lnTo>
                    <a:pt x="98043" y="40544"/>
                  </a:lnTo>
                  <a:lnTo>
                    <a:pt x="98319" y="40308"/>
                  </a:lnTo>
                  <a:lnTo>
                    <a:pt x="98569" y="40057"/>
                  </a:lnTo>
                  <a:lnTo>
                    <a:pt x="98819" y="39794"/>
                  </a:lnTo>
                  <a:lnTo>
                    <a:pt x="99043" y="39518"/>
                  </a:lnTo>
                  <a:lnTo>
                    <a:pt x="99254" y="39228"/>
                  </a:lnTo>
                  <a:lnTo>
                    <a:pt x="99451" y="38939"/>
                  </a:lnTo>
                  <a:lnTo>
                    <a:pt x="99635" y="38636"/>
                  </a:lnTo>
                  <a:lnTo>
                    <a:pt x="99793" y="38333"/>
                  </a:lnTo>
                  <a:lnTo>
                    <a:pt x="99938" y="38017"/>
                  </a:lnTo>
                  <a:lnTo>
                    <a:pt x="100070" y="37688"/>
                  </a:lnTo>
                  <a:lnTo>
                    <a:pt x="100188" y="37359"/>
                  </a:lnTo>
                  <a:lnTo>
                    <a:pt x="100280" y="37017"/>
                  </a:lnTo>
                  <a:lnTo>
                    <a:pt x="100346" y="36674"/>
                  </a:lnTo>
                  <a:lnTo>
                    <a:pt x="100399" y="36332"/>
                  </a:lnTo>
                  <a:lnTo>
                    <a:pt x="100425" y="35977"/>
                  </a:lnTo>
                  <a:lnTo>
                    <a:pt x="100438" y="35621"/>
                  </a:lnTo>
                  <a:lnTo>
                    <a:pt x="100438" y="28131"/>
                  </a:lnTo>
                  <a:lnTo>
                    <a:pt x="100438" y="21721"/>
                  </a:lnTo>
                  <a:lnTo>
                    <a:pt x="100438" y="14244"/>
                  </a:lnTo>
                  <a:lnTo>
                    <a:pt x="100451" y="14059"/>
                  </a:lnTo>
                  <a:lnTo>
                    <a:pt x="100465" y="13888"/>
                  </a:lnTo>
                  <a:lnTo>
                    <a:pt x="100491" y="13717"/>
                  </a:lnTo>
                  <a:lnTo>
                    <a:pt x="100530" y="13559"/>
                  </a:lnTo>
                  <a:lnTo>
                    <a:pt x="100583" y="13388"/>
                  </a:lnTo>
                  <a:lnTo>
                    <a:pt x="100649" y="13230"/>
                  </a:lnTo>
                  <a:lnTo>
                    <a:pt x="100728" y="13072"/>
                  </a:lnTo>
                  <a:lnTo>
                    <a:pt x="100807" y="12914"/>
                  </a:lnTo>
                  <a:lnTo>
                    <a:pt x="100899" y="12769"/>
                  </a:lnTo>
                  <a:lnTo>
                    <a:pt x="101004" y="12612"/>
                  </a:lnTo>
                  <a:lnTo>
                    <a:pt x="101123" y="12480"/>
                  </a:lnTo>
                  <a:lnTo>
                    <a:pt x="101241" y="12335"/>
                  </a:lnTo>
                  <a:lnTo>
                    <a:pt x="101373" y="12203"/>
                  </a:lnTo>
                  <a:lnTo>
                    <a:pt x="101518" y="12072"/>
                  </a:lnTo>
                  <a:lnTo>
                    <a:pt x="101663" y="11940"/>
                  </a:lnTo>
                  <a:lnTo>
                    <a:pt x="101820" y="11822"/>
                  </a:lnTo>
                  <a:lnTo>
                    <a:pt x="101978" y="11703"/>
                  </a:lnTo>
                  <a:lnTo>
                    <a:pt x="102150" y="11598"/>
                  </a:lnTo>
                  <a:lnTo>
                    <a:pt x="102321" y="11493"/>
                  </a:lnTo>
                  <a:lnTo>
                    <a:pt x="102505" y="11400"/>
                  </a:lnTo>
                  <a:lnTo>
                    <a:pt x="102689" y="11308"/>
                  </a:lnTo>
                  <a:lnTo>
                    <a:pt x="102887" y="11229"/>
                  </a:lnTo>
                  <a:lnTo>
                    <a:pt x="103084" y="11150"/>
                  </a:lnTo>
                  <a:lnTo>
                    <a:pt x="103295" y="11085"/>
                  </a:lnTo>
                  <a:lnTo>
                    <a:pt x="103505" y="11019"/>
                  </a:lnTo>
                  <a:lnTo>
                    <a:pt x="103716" y="10966"/>
                  </a:lnTo>
                  <a:lnTo>
                    <a:pt x="103927" y="10913"/>
                  </a:lnTo>
                  <a:lnTo>
                    <a:pt x="104150" y="10874"/>
                  </a:lnTo>
                  <a:lnTo>
                    <a:pt x="104374" y="10848"/>
                  </a:lnTo>
                  <a:lnTo>
                    <a:pt x="104611" y="10821"/>
                  </a:lnTo>
                  <a:lnTo>
                    <a:pt x="104835" y="10808"/>
                  </a:lnTo>
                  <a:lnTo>
                    <a:pt x="126884" y="10808"/>
                  </a:lnTo>
                  <a:lnTo>
                    <a:pt x="126884" y="62607"/>
                  </a:lnTo>
                  <a:lnTo>
                    <a:pt x="126897" y="63028"/>
                  </a:lnTo>
                  <a:lnTo>
                    <a:pt x="126923" y="63449"/>
                  </a:lnTo>
                  <a:lnTo>
                    <a:pt x="126976" y="63857"/>
                  </a:lnTo>
                  <a:lnTo>
                    <a:pt x="127029" y="64252"/>
                  </a:lnTo>
                  <a:lnTo>
                    <a:pt x="127108" y="64647"/>
                  </a:lnTo>
                  <a:lnTo>
                    <a:pt x="127200" y="65042"/>
                  </a:lnTo>
                  <a:lnTo>
                    <a:pt x="127318" y="65424"/>
                  </a:lnTo>
                  <a:lnTo>
                    <a:pt x="127437" y="65792"/>
                  </a:lnTo>
                  <a:lnTo>
                    <a:pt x="127581" y="66148"/>
                  </a:lnTo>
                  <a:lnTo>
                    <a:pt x="127726" y="66503"/>
                  </a:lnTo>
                  <a:lnTo>
                    <a:pt x="127897" y="66845"/>
                  </a:lnTo>
                  <a:lnTo>
                    <a:pt x="128082" y="67174"/>
                  </a:lnTo>
                  <a:lnTo>
                    <a:pt x="128279" y="67503"/>
                  </a:lnTo>
                  <a:lnTo>
                    <a:pt x="128490" y="67806"/>
                  </a:lnTo>
                  <a:lnTo>
                    <a:pt x="128700" y="68109"/>
                  </a:lnTo>
                  <a:lnTo>
                    <a:pt x="128937" y="68385"/>
                  </a:lnTo>
                  <a:lnTo>
                    <a:pt x="129174" y="68662"/>
                  </a:lnTo>
                  <a:lnTo>
                    <a:pt x="129424" y="68925"/>
                  </a:lnTo>
                  <a:lnTo>
                    <a:pt x="129701" y="69162"/>
                  </a:lnTo>
                  <a:lnTo>
                    <a:pt x="129964" y="69386"/>
                  </a:lnTo>
                  <a:lnTo>
                    <a:pt x="130254" y="69610"/>
                  </a:lnTo>
                  <a:lnTo>
                    <a:pt x="130543" y="69807"/>
                  </a:lnTo>
                  <a:lnTo>
                    <a:pt x="130846" y="69978"/>
                  </a:lnTo>
                  <a:lnTo>
                    <a:pt x="131149" y="70149"/>
                  </a:lnTo>
                  <a:lnTo>
                    <a:pt x="131465" y="70294"/>
                  </a:lnTo>
                  <a:lnTo>
                    <a:pt x="131794" y="70426"/>
                  </a:lnTo>
                  <a:lnTo>
                    <a:pt x="132123" y="70531"/>
                  </a:lnTo>
                  <a:lnTo>
                    <a:pt x="132465" y="70623"/>
                  </a:lnTo>
                  <a:lnTo>
                    <a:pt x="132807" y="70689"/>
                  </a:lnTo>
                  <a:lnTo>
                    <a:pt x="133150" y="70742"/>
                  </a:lnTo>
                  <a:lnTo>
                    <a:pt x="133505" y="70781"/>
                  </a:lnTo>
                  <a:lnTo>
                    <a:pt x="133860" y="70794"/>
                  </a:lnTo>
                  <a:lnTo>
                    <a:pt x="142970" y="70794"/>
                  </a:lnTo>
                  <a:lnTo>
                    <a:pt x="142970" y="90434"/>
                  </a:lnTo>
                  <a:lnTo>
                    <a:pt x="142970" y="90605"/>
                  </a:lnTo>
                  <a:lnTo>
                    <a:pt x="142943" y="90776"/>
                  </a:lnTo>
                  <a:lnTo>
                    <a:pt x="142917" y="90948"/>
                  </a:lnTo>
                  <a:lnTo>
                    <a:pt x="142877" y="91119"/>
                  </a:lnTo>
                  <a:lnTo>
                    <a:pt x="142825" y="91277"/>
                  </a:lnTo>
                  <a:lnTo>
                    <a:pt x="142759" y="91448"/>
                  </a:lnTo>
                  <a:lnTo>
                    <a:pt x="142693" y="91606"/>
                  </a:lnTo>
                  <a:lnTo>
                    <a:pt x="142601" y="91751"/>
                  </a:lnTo>
                  <a:lnTo>
                    <a:pt x="142509" y="91909"/>
                  </a:lnTo>
                  <a:lnTo>
                    <a:pt x="142404" y="92053"/>
                  </a:lnTo>
                  <a:lnTo>
                    <a:pt x="142285" y="92198"/>
                  </a:lnTo>
                  <a:lnTo>
                    <a:pt x="142167" y="92343"/>
                  </a:lnTo>
                  <a:lnTo>
                    <a:pt x="142035" y="92475"/>
                  </a:lnTo>
                  <a:lnTo>
                    <a:pt x="141903" y="92606"/>
                  </a:lnTo>
                  <a:lnTo>
                    <a:pt x="141759" y="92725"/>
                  </a:lnTo>
                  <a:lnTo>
                    <a:pt x="141601" y="92856"/>
                  </a:lnTo>
                  <a:lnTo>
                    <a:pt x="141443" y="92962"/>
                  </a:lnTo>
                  <a:lnTo>
                    <a:pt x="141271" y="93067"/>
                  </a:lnTo>
                  <a:lnTo>
                    <a:pt x="141087" y="93172"/>
                  </a:lnTo>
                  <a:lnTo>
                    <a:pt x="140903" y="93278"/>
                  </a:lnTo>
                  <a:lnTo>
                    <a:pt x="140719" y="93370"/>
                  </a:lnTo>
                  <a:lnTo>
                    <a:pt x="140521" y="93449"/>
                  </a:lnTo>
                  <a:lnTo>
                    <a:pt x="140324" y="93528"/>
                  </a:lnTo>
                  <a:lnTo>
                    <a:pt x="140126" y="93593"/>
                  </a:lnTo>
                  <a:lnTo>
                    <a:pt x="139916" y="93659"/>
                  </a:lnTo>
                  <a:lnTo>
                    <a:pt x="139705" y="93712"/>
                  </a:lnTo>
                  <a:lnTo>
                    <a:pt x="139481" y="93765"/>
                  </a:lnTo>
                  <a:lnTo>
                    <a:pt x="139257" y="93804"/>
                  </a:lnTo>
                  <a:lnTo>
                    <a:pt x="139034" y="93830"/>
                  </a:lnTo>
                  <a:lnTo>
                    <a:pt x="138810" y="93857"/>
                  </a:lnTo>
                  <a:lnTo>
                    <a:pt x="138573" y="93870"/>
                  </a:lnTo>
                  <a:lnTo>
                    <a:pt x="132044" y="93870"/>
                  </a:lnTo>
                  <a:lnTo>
                    <a:pt x="131952" y="93593"/>
                  </a:lnTo>
                  <a:lnTo>
                    <a:pt x="131860" y="93330"/>
                  </a:lnTo>
                  <a:lnTo>
                    <a:pt x="131767" y="93067"/>
                  </a:lnTo>
                  <a:lnTo>
                    <a:pt x="131649" y="92804"/>
                  </a:lnTo>
                  <a:lnTo>
                    <a:pt x="131530" y="92554"/>
                  </a:lnTo>
                  <a:lnTo>
                    <a:pt x="131386" y="92303"/>
                  </a:lnTo>
                  <a:lnTo>
                    <a:pt x="131254" y="92066"/>
                  </a:lnTo>
                  <a:lnTo>
                    <a:pt x="131096" y="91830"/>
                  </a:lnTo>
                  <a:lnTo>
                    <a:pt x="130938" y="91606"/>
                  </a:lnTo>
                  <a:lnTo>
                    <a:pt x="130767" y="91382"/>
                  </a:lnTo>
                  <a:lnTo>
                    <a:pt x="130583" y="91158"/>
                  </a:lnTo>
                  <a:lnTo>
                    <a:pt x="130398" y="90961"/>
                  </a:lnTo>
                  <a:lnTo>
                    <a:pt x="130201" y="90763"/>
                  </a:lnTo>
                  <a:lnTo>
                    <a:pt x="130004" y="90566"/>
                  </a:lnTo>
                  <a:lnTo>
                    <a:pt x="129793" y="90382"/>
                  </a:lnTo>
                  <a:lnTo>
                    <a:pt x="129582" y="90210"/>
                  </a:lnTo>
                  <a:lnTo>
                    <a:pt x="129359" y="90039"/>
                  </a:lnTo>
                  <a:lnTo>
                    <a:pt x="129122" y="89881"/>
                  </a:lnTo>
                  <a:lnTo>
                    <a:pt x="128885" y="89737"/>
                  </a:lnTo>
                  <a:lnTo>
                    <a:pt x="128635" y="89592"/>
                  </a:lnTo>
                  <a:lnTo>
                    <a:pt x="128384" y="89473"/>
                  </a:lnTo>
                  <a:lnTo>
                    <a:pt x="128134" y="89355"/>
                  </a:lnTo>
                  <a:lnTo>
                    <a:pt x="127871" y="89236"/>
                  </a:lnTo>
                  <a:lnTo>
                    <a:pt x="127608" y="89144"/>
                  </a:lnTo>
                  <a:lnTo>
                    <a:pt x="127344" y="89052"/>
                  </a:lnTo>
                  <a:lnTo>
                    <a:pt x="127068" y="88973"/>
                  </a:lnTo>
                  <a:lnTo>
                    <a:pt x="126778" y="88907"/>
                  </a:lnTo>
                  <a:lnTo>
                    <a:pt x="126502" y="88855"/>
                  </a:lnTo>
                  <a:lnTo>
                    <a:pt x="126212" y="88815"/>
                  </a:lnTo>
                  <a:lnTo>
                    <a:pt x="125923" y="88776"/>
                  </a:lnTo>
                  <a:lnTo>
                    <a:pt x="125620" y="88762"/>
                  </a:lnTo>
                  <a:lnTo>
                    <a:pt x="124962" y="88762"/>
                  </a:lnTo>
                  <a:lnTo>
                    <a:pt x="124620" y="88789"/>
                  </a:lnTo>
                  <a:lnTo>
                    <a:pt x="124264" y="88841"/>
                  </a:lnTo>
                  <a:lnTo>
                    <a:pt x="123922" y="88894"/>
                  </a:lnTo>
                  <a:lnTo>
                    <a:pt x="123593" y="88973"/>
                  </a:lnTo>
                  <a:lnTo>
                    <a:pt x="123251" y="89065"/>
                  </a:lnTo>
                  <a:lnTo>
                    <a:pt x="122935" y="89184"/>
                  </a:lnTo>
                  <a:lnTo>
                    <a:pt x="122619" y="89302"/>
                  </a:lnTo>
                  <a:lnTo>
                    <a:pt x="122303" y="89447"/>
                  </a:lnTo>
                  <a:lnTo>
                    <a:pt x="122013" y="89605"/>
                  </a:lnTo>
                  <a:lnTo>
                    <a:pt x="121711" y="89763"/>
                  </a:lnTo>
                  <a:lnTo>
                    <a:pt x="121434" y="89947"/>
                  </a:lnTo>
                  <a:lnTo>
                    <a:pt x="121158" y="90145"/>
                  </a:lnTo>
                  <a:lnTo>
                    <a:pt x="120894" y="90355"/>
                  </a:lnTo>
                  <a:lnTo>
                    <a:pt x="120644" y="90566"/>
                  </a:lnTo>
                  <a:lnTo>
                    <a:pt x="120407" y="90803"/>
                  </a:lnTo>
                  <a:lnTo>
                    <a:pt x="120170" y="91040"/>
                  </a:lnTo>
                  <a:lnTo>
                    <a:pt x="119947" y="91290"/>
                  </a:lnTo>
                  <a:lnTo>
                    <a:pt x="119749" y="91553"/>
                  </a:lnTo>
                  <a:lnTo>
                    <a:pt x="119552" y="91830"/>
                  </a:lnTo>
                  <a:lnTo>
                    <a:pt x="119367" y="92106"/>
                  </a:lnTo>
                  <a:lnTo>
                    <a:pt x="119196" y="92409"/>
                  </a:lnTo>
                  <a:lnTo>
                    <a:pt x="119051" y="92698"/>
                  </a:lnTo>
                  <a:lnTo>
                    <a:pt x="118907" y="93014"/>
                  </a:lnTo>
                  <a:lnTo>
                    <a:pt x="118788" y="93330"/>
                  </a:lnTo>
                  <a:lnTo>
                    <a:pt x="118670" y="93646"/>
                  </a:lnTo>
                  <a:lnTo>
                    <a:pt x="118578" y="93988"/>
                  </a:lnTo>
                  <a:lnTo>
                    <a:pt x="118499" y="94317"/>
                  </a:lnTo>
                  <a:lnTo>
                    <a:pt x="118446" y="94660"/>
                  </a:lnTo>
                  <a:lnTo>
                    <a:pt x="118393" y="95015"/>
                  </a:lnTo>
                  <a:lnTo>
                    <a:pt x="118367" y="95357"/>
                  </a:lnTo>
                  <a:lnTo>
                    <a:pt x="118367" y="95726"/>
                  </a:lnTo>
                  <a:lnTo>
                    <a:pt x="118367" y="96081"/>
                  </a:lnTo>
                  <a:lnTo>
                    <a:pt x="118393" y="96437"/>
                  </a:lnTo>
                  <a:lnTo>
                    <a:pt x="118446" y="96779"/>
                  </a:lnTo>
                  <a:lnTo>
                    <a:pt x="118499" y="97121"/>
                  </a:lnTo>
                  <a:lnTo>
                    <a:pt x="118578" y="97464"/>
                  </a:lnTo>
                  <a:lnTo>
                    <a:pt x="118670" y="97793"/>
                  </a:lnTo>
                  <a:lnTo>
                    <a:pt x="118788" y="98109"/>
                  </a:lnTo>
                  <a:lnTo>
                    <a:pt x="118907" y="98424"/>
                  </a:lnTo>
                  <a:lnTo>
                    <a:pt x="119051" y="98740"/>
                  </a:lnTo>
                  <a:lnTo>
                    <a:pt x="119196" y="99043"/>
                  </a:lnTo>
                  <a:lnTo>
                    <a:pt x="119367" y="99333"/>
                  </a:lnTo>
                  <a:lnTo>
                    <a:pt x="119552" y="99609"/>
                  </a:lnTo>
                  <a:lnTo>
                    <a:pt x="119749" y="99886"/>
                  </a:lnTo>
                  <a:lnTo>
                    <a:pt x="119947" y="100149"/>
                  </a:lnTo>
                  <a:lnTo>
                    <a:pt x="120170" y="100399"/>
                  </a:lnTo>
                  <a:lnTo>
                    <a:pt x="120407" y="100649"/>
                  </a:lnTo>
                  <a:lnTo>
                    <a:pt x="120644" y="100873"/>
                  </a:lnTo>
                  <a:lnTo>
                    <a:pt x="120894" y="101097"/>
                  </a:lnTo>
                  <a:lnTo>
                    <a:pt x="121158" y="101294"/>
                  </a:lnTo>
                  <a:lnTo>
                    <a:pt x="121434" y="101492"/>
                  </a:lnTo>
                  <a:lnTo>
                    <a:pt x="121711" y="101676"/>
                  </a:lnTo>
                  <a:lnTo>
                    <a:pt x="122013" y="101847"/>
                  </a:lnTo>
                  <a:lnTo>
                    <a:pt x="122303" y="101992"/>
                  </a:lnTo>
                  <a:lnTo>
                    <a:pt x="122619" y="102137"/>
                  </a:lnTo>
                  <a:lnTo>
                    <a:pt x="122935" y="102255"/>
                  </a:lnTo>
                  <a:lnTo>
                    <a:pt x="123251" y="102374"/>
                  </a:lnTo>
                  <a:lnTo>
                    <a:pt x="123593" y="102466"/>
                  </a:lnTo>
                  <a:lnTo>
                    <a:pt x="123922" y="102545"/>
                  </a:lnTo>
                  <a:lnTo>
                    <a:pt x="124264" y="102610"/>
                  </a:lnTo>
                  <a:lnTo>
                    <a:pt x="124620" y="102650"/>
                  </a:lnTo>
                  <a:lnTo>
                    <a:pt x="124962" y="102676"/>
                  </a:lnTo>
                  <a:lnTo>
                    <a:pt x="125330" y="102689"/>
                  </a:lnTo>
                  <a:lnTo>
                    <a:pt x="125633" y="102676"/>
                  </a:lnTo>
                  <a:lnTo>
                    <a:pt x="125923" y="102663"/>
                  </a:lnTo>
                  <a:lnTo>
                    <a:pt x="126226" y="102624"/>
                  </a:lnTo>
                  <a:lnTo>
                    <a:pt x="126515" y="102584"/>
                  </a:lnTo>
                  <a:lnTo>
                    <a:pt x="126805" y="102531"/>
                  </a:lnTo>
                  <a:lnTo>
                    <a:pt x="127094" y="102453"/>
                  </a:lnTo>
                  <a:lnTo>
                    <a:pt x="127371" y="102374"/>
                  </a:lnTo>
                  <a:lnTo>
                    <a:pt x="127647" y="102281"/>
                  </a:lnTo>
                  <a:lnTo>
                    <a:pt x="127924" y="102189"/>
                  </a:lnTo>
                  <a:lnTo>
                    <a:pt x="128187" y="102071"/>
                  </a:lnTo>
                  <a:lnTo>
                    <a:pt x="128437" y="101952"/>
                  </a:lnTo>
                  <a:lnTo>
                    <a:pt x="128687" y="101821"/>
                  </a:lnTo>
                  <a:lnTo>
                    <a:pt x="128937" y="101676"/>
                  </a:lnTo>
                  <a:lnTo>
                    <a:pt x="129174" y="101518"/>
                  </a:lnTo>
                  <a:lnTo>
                    <a:pt x="129411" y="101360"/>
                  </a:lnTo>
                  <a:lnTo>
                    <a:pt x="129635" y="101189"/>
                  </a:lnTo>
                  <a:lnTo>
                    <a:pt x="129859" y="101005"/>
                  </a:lnTo>
                  <a:lnTo>
                    <a:pt x="130069" y="100807"/>
                  </a:lnTo>
                  <a:lnTo>
                    <a:pt x="130267" y="100610"/>
                  </a:lnTo>
                  <a:lnTo>
                    <a:pt x="130464" y="100412"/>
                  </a:lnTo>
                  <a:lnTo>
                    <a:pt x="130662" y="100202"/>
                  </a:lnTo>
                  <a:lnTo>
                    <a:pt x="130833" y="99978"/>
                  </a:lnTo>
                  <a:lnTo>
                    <a:pt x="131004" y="99754"/>
                  </a:lnTo>
                  <a:lnTo>
                    <a:pt x="131162" y="99517"/>
                  </a:lnTo>
                  <a:lnTo>
                    <a:pt x="131320" y="99267"/>
                  </a:lnTo>
                  <a:lnTo>
                    <a:pt x="131451" y="99017"/>
                  </a:lnTo>
                  <a:lnTo>
                    <a:pt x="131583" y="98767"/>
                  </a:lnTo>
                  <a:lnTo>
                    <a:pt x="131702" y="98503"/>
                  </a:lnTo>
                  <a:lnTo>
                    <a:pt x="131820" y="98240"/>
                  </a:lnTo>
                  <a:lnTo>
                    <a:pt x="131912" y="97977"/>
                  </a:lnTo>
                  <a:lnTo>
                    <a:pt x="132004" y="97700"/>
                  </a:lnTo>
                  <a:lnTo>
                    <a:pt x="132083" y="97411"/>
                  </a:lnTo>
                  <a:lnTo>
                    <a:pt x="138336" y="97411"/>
                  </a:lnTo>
                  <a:lnTo>
                    <a:pt x="138757" y="97398"/>
                  </a:lnTo>
                  <a:lnTo>
                    <a:pt x="139178" y="97371"/>
                  </a:lnTo>
                  <a:lnTo>
                    <a:pt x="139587" y="97332"/>
                  </a:lnTo>
                  <a:lnTo>
                    <a:pt x="139981" y="97266"/>
                  </a:lnTo>
                  <a:lnTo>
                    <a:pt x="140376" y="97187"/>
                  </a:lnTo>
                  <a:lnTo>
                    <a:pt x="140771" y="97095"/>
                  </a:lnTo>
                  <a:lnTo>
                    <a:pt x="141153" y="96990"/>
                  </a:lnTo>
                  <a:lnTo>
                    <a:pt x="141522" y="96858"/>
                  </a:lnTo>
                  <a:lnTo>
                    <a:pt x="141877" y="96726"/>
                  </a:lnTo>
                  <a:lnTo>
                    <a:pt x="142232" y="96568"/>
                  </a:lnTo>
                  <a:lnTo>
                    <a:pt x="142575" y="96397"/>
                  </a:lnTo>
                  <a:lnTo>
                    <a:pt x="142904" y="96213"/>
                  </a:lnTo>
                  <a:lnTo>
                    <a:pt x="143233" y="96029"/>
                  </a:lnTo>
                  <a:lnTo>
                    <a:pt x="143536" y="95818"/>
                  </a:lnTo>
                  <a:lnTo>
                    <a:pt x="143838" y="95594"/>
                  </a:lnTo>
                  <a:lnTo>
                    <a:pt x="144115" y="95371"/>
                  </a:lnTo>
                  <a:lnTo>
                    <a:pt x="144391" y="95120"/>
                  </a:lnTo>
                  <a:lnTo>
                    <a:pt x="144641" y="94870"/>
                  </a:lnTo>
                  <a:lnTo>
                    <a:pt x="144891" y="94607"/>
                  </a:lnTo>
                  <a:lnTo>
                    <a:pt x="145115" y="94331"/>
                  </a:lnTo>
                  <a:lnTo>
                    <a:pt x="145326" y="94054"/>
                  </a:lnTo>
                  <a:lnTo>
                    <a:pt x="145523" y="93765"/>
                  </a:lnTo>
                  <a:lnTo>
                    <a:pt x="145708" y="93462"/>
                  </a:lnTo>
                  <a:lnTo>
                    <a:pt x="145879" y="93146"/>
                  </a:lnTo>
                  <a:lnTo>
                    <a:pt x="146023" y="92830"/>
                  </a:lnTo>
                  <a:lnTo>
                    <a:pt x="146155" y="92514"/>
                  </a:lnTo>
                  <a:lnTo>
                    <a:pt x="146260" y="92172"/>
                  </a:lnTo>
                  <a:lnTo>
                    <a:pt x="146353" y="91843"/>
                  </a:lnTo>
                  <a:lnTo>
                    <a:pt x="146418" y="91500"/>
                  </a:lnTo>
                  <a:lnTo>
                    <a:pt x="146471" y="91145"/>
                  </a:lnTo>
                  <a:lnTo>
                    <a:pt x="146511" y="90790"/>
                  </a:lnTo>
                  <a:lnTo>
                    <a:pt x="146524" y="90434"/>
                  </a:lnTo>
                  <a:lnTo>
                    <a:pt x="146524" y="70794"/>
                  </a:lnTo>
                  <a:lnTo>
                    <a:pt x="176984" y="70794"/>
                  </a:lnTo>
                  <a:lnTo>
                    <a:pt x="177063" y="71071"/>
                  </a:lnTo>
                  <a:lnTo>
                    <a:pt x="177155" y="71334"/>
                  </a:lnTo>
                  <a:lnTo>
                    <a:pt x="177260" y="71610"/>
                  </a:lnTo>
                  <a:lnTo>
                    <a:pt x="177366" y="71874"/>
                  </a:lnTo>
                  <a:lnTo>
                    <a:pt x="177484" y="72124"/>
                  </a:lnTo>
                  <a:lnTo>
                    <a:pt x="177629" y="72374"/>
                  </a:lnTo>
                  <a:lnTo>
                    <a:pt x="177761" y="72624"/>
                  </a:lnTo>
                  <a:lnTo>
                    <a:pt x="177919" y="72861"/>
                  </a:lnTo>
                  <a:lnTo>
                    <a:pt x="178077" y="73085"/>
                  </a:lnTo>
                  <a:lnTo>
                    <a:pt x="178248" y="73322"/>
                  </a:lnTo>
                  <a:lnTo>
                    <a:pt x="178419" y="73532"/>
                  </a:lnTo>
                  <a:lnTo>
                    <a:pt x="178616" y="73743"/>
                  </a:lnTo>
                  <a:lnTo>
                    <a:pt x="178801" y="73940"/>
                  </a:lnTo>
                  <a:lnTo>
                    <a:pt x="179011" y="74138"/>
                  </a:lnTo>
                  <a:lnTo>
                    <a:pt x="179222" y="74322"/>
                  </a:lnTo>
                  <a:lnTo>
                    <a:pt x="179432" y="74506"/>
                  </a:lnTo>
                  <a:lnTo>
                    <a:pt x="179669" y="74677"/>
                  </a:lnTo>
                  <a:lnTo>
                    <a:pt x="179893" y="74835"/>
                  </a:lnTo>
                  <a:lnTo>
                    <a:pt x="180130" y="74980"/>
                  </a:lnTo>
                  <a:lnTo>
                    <a:pt x="180380" y="75125"/>
                  </a:lnTo>
                  <a:lnTo>
                    <a:pt x="180630" y="75257"/>
                  </a:lnTo>
                  <a:lnTo>
                    <a:pt x="180880" y="75375"/>
                  </a:lnTo>
                  <a:lnTo>
                    <a:pt x="181144" y="75494"/>
                  </a:lnTo>
                  <a:lnTo>
                    <a:pt x="181420" y="75586"/>
                  </a:lnTo>
                  <a:lnTo>
                    <a:pt x="181697" y="75678"/>
                  </a:lnTo>
                  <a:lnTo>
                    <a:pt x="181973" y="75757"/>
                  </a:lnTo>
                  <a:lnTo>
                    <a:pt x="182249" y="75823"/>
                  </a:lnTo>
                  <a:lnTo>
                    <a:pt x="182539" y="75875"/>
                  </a:lnTo>
                  <a:lnTo>
                    <a:pt x="182829" y="75928"/>
                  </a:lnTo>
                  <a:lnTo>
                    <a:pt x="183118" y="75954"/>
                  </a:lnTo>
                  <a:lnTo>
                    <a:pt x="183421" y="75981"/>
                  </a:lnTo>
                  <a:lnTo>
                    <a:pt x="183724" y="75981"/>
                  </a:lnTo>
                  <a:lnTo>
                    <a:pt x="184079" y="75968"/>
                  </a:lnTo>
                  <a:lnTo>
                    <a:pt x="184435" y="75941"/>
                  </a:lnTo>
                  <a:lnTo>
                    <a:pt x="184777" y="75902"/>
                  </a:lnTo>
                  <a:lnTo>
                    <a:pt x="185119" y="75836"/>
                  </a:lnTo>
                  <a:lnTo>
                    <a:pt x="185461" y="75757"/>
                  </a:lnTo>
                  <a:lnTo>
                    <a:pt x="185790" y="75665"/>
                  </a:lnTo>
                  <a:lnTo>
                    <a:pt x="186106" y="75559"/>
                  </a:lnTo>
                  <a:lnTo>
                    <a:pt x="186435" y="75428"/>
                  </a:lnTo>
                  <a:lnTo>
                    <a:pt x="186738" y="75296"/>
                  </a:lnTo>
                  <a:lnTo>
                    <a:pt x="187041" y="75138"/>
                  </a:lnTo>
                  <a:lnTo>
                    <a:pt x="187330" y="74967"/>
                  </a:lnTo>
                  <a:lnTo>
                    <a:pt x="187607" y="74796"/>
                  </a:lnTo>
                  <a:lnTo>
                    <a:pt x="187883" y="74599"/>
                  </a:lnTo>
                  <a:lnTo>
                    <a:pt x="188147" y="74388"/>
                  </a:lnTo>
                  <a:lnTo>
                    <a:pt x="188397" y="74164"/>
                  </a:lnTo>
                  <a:lnTo>
                    <a:pt x="188647" y="73940"/>
                  </a:lnTo>
                  <a:lnTo>
                    <a:pt x="188871" y="73703"/>
                  </a:lnTo>
                  <a:lnTo>
                    <a:pt x="189094" y="73440"/>
                  </a:lnTo>
                  <a:lnTo>
                    <a:pt x="189305" y="73177"/>
                  </a:lnTo>
                  <a:lnTo>
                    <a:pt x="189489" y="72914"/>
                  </a:lnTo>
                  <a:lnTo>
                    <a:pt x="189674" y="72624"/>
                  </a:lnTo>
                  <a:lnTo>
                    <a:pt x="189845" y="72334"/>
                  </a:lnTo>
                  <a:lnTo>
                    <a:pt x="190003" y="72032"/>
                  </a:lnTo>
                  <a:lnTo>
                    <a:pt x="190134" y="71729"/>
                  </a:lnTo>
                  <a:lnTo>
                    <a:pt x="190266" y="71413"/>
                  </a:lnTo>
                  <a:lnTo>
                    <a:pt x="190371" y="71084"/>
                  </a:lnTo>
                  <a:lnTo>
                    <a:pt x="190463" y="70755"/>
                  </a:lnTo>
                  <a:lnTo>
                    <a:pt x="190542" y="70413"/>
                  </a:lnTo>
                  <a:lnTo>
                    <a:pt x="190608" y="70070"/>
                  </a:lnTo>
                  <a:lnTo>
                    <a:pt x="190648" y="69728"/>
                  </a:lnTo>
                  <a:lnTo>
                    <a:pt x="190674" y="69373"/>
                  </a:lnTo>
                  <a:lnTo>
                    <a:pt x="190687" y="69017"/>
                  </a:lnTo>
                  <a:lnTo>
                    <a:pt x="190674" y="68662"/>
                  </a:lnTo>
                  <a:lnTo>
                    <a:pt x="190648" y="68306"/>
                  </a:lnTo>
                  <a:lnTo>
                    <a:pt x="190608" y="67964"/>
                  </a:lnTo>
                  <a:lnTo>
                    <a:pt x="190542" y="67622"/>
                  </a:lnTo>
                  <a:lnTo>
                    <a:pt x="190463" y="67280"/>
                  </a:lnTo>
                  <a:lnTo>
                    <a:pt x="190371" y="66951"/>
                  </a:lnTo>
                  <a:lnTo>
                    <a:pt x="190266" y="66621"/>
                  </a:lnTo>
                  <a:lnTo>
                    <a:pt x="190134" y="66305"/>
                  </a:lnTo>
                  <a:lnTo>
                    <a:pt x="190003" y="66003"/>
                  </a:lnTo>
                  <a:lnTo>
                    <a:pt x="189845" y="65700"/>
                  </a:lnTo>
                  <a:lnTo>
                    <a:pt x="189674" y="65410"/>
                  </a:lnTo>
                  <a:lnTo>
                    <a:pt x="189489" y="65121"/>
                  </a:lnTo>
                  <a:lnTo>
                    <a:pt x="189305" y="64858"/>
                  </a:lnTo>
                  <a:lnTo>
                    <a:pt x="189094" y="64594"/>
                  </a:lnTo>
                  <a:lnTo>
                    <a:pt x="188871" y="64331"/>
                  </a:lnTo>
                  <a:lnTo>
                    <a:pt x="188647" y="64094"/>
                  </a:lnTo>
                  <a:lnTo>
                    <a:pt x="188397" y="63870"/>
                  </a:lnTo>
                  <a:lnTo>
                    <a:pt x="188147" y="63646"/>
                  </a:lnTo>
                  <a:lnTo>
                    <a:pt x="187883" y="63436"/>
                  </a:lnTo>
                  <a:lnTo>
                    <a:pt x="187607" y="63238"/>
                  </a:lnTo>
                  <a:lnTo>
                    <a:pt x="187330" y="63067"/>
                  </a:lnTo>
                  <a:lnTo>
                    <a:pt x="187041" y="62896"/>
                  </a:lnTo>
                  <a:lnTo>
                    <a:pt x="186738" y="62738"/>
                  </a:lnTo>
                  <a:lnTo>
                    <a:pt x="186435" y="62607"/>
                  </a:lnTo>
                  <a:lnTo>
                    <a:pt x="186106" y="62475"/>
                  </a:lnTo>
                  <a:lnTo>
                    <a:pt x="185790" y="62370"/>
                  </a:lnTo>
                  <a:lnTo>
                    <a:pt x="185461" y="62277"/>
                  </a:lnTo>
                  <a:lnTo>
                    <a:pt x="185119" y="62198"/>
                  </a:lnTo>
                  <a:lnTo>
                    <a:pt x="184777" y="62133"/>
                  </a:lnTo>
                  <a:lnTo>
                    <a:pt x="184435" y="62093"/>
                  </a:lnTo>
                  <a:lnTo>
                    <a:pt x="184079" y="62067"/>
                  </a:lnTo>
                  <a:lnTo>
                    <a:pt x="183724" y="62054"/>
                  </a:lnTo>
                  <a:lnTo>
                    <a:pt x="183421" y="62054"/>
                  </a:lnTo>
                  <a:lnTo>
                    <a:pt x="183118" y="62080"/>
                  </a:lnTo>
                  <a:lnTo>
                    <a:pt x="182829" y="62106"/>
                  </a:lnTo>
                  <a:lnTo>
                    <a:pt x="182539" y="62159"/>
                  </a:lnTo>
                  <a:lnTo>
                    <a:pt x="182249" y="62212"/>
                  </a:lnTo>
                  <a:lnTo>
                    <a:pt x="181973" y="62277"/>
                  </a:lnTo>
                  <a:lnTo>
                    <a:pt x="181697" y="62356"/>
                  </a:lnTo>
                  <a:lnTo>
                    <a:pt x="181420" y="62449"/>
                  </a:lnTo>
                  <a:lnTo>
                    <a:pt x="181144" y="62541"/>
                  </a:lnTo>
                  <a:lnTo>
                    <a:pt x="180880" y="62659"/>
                  </a:lnTo>
                  <a:lnTo>
                    <a:pt x="180630" y="62778"/>
                  </a:lnTo>
                  <a:lnTo>
                    <a:pt x="180380" y="62909"/>
                  </a:lnTo>
                  <a:lnTo>
                    <a:pt x="180130" y="63054"/>
                  </a:lnTo>
                  <a:lnTo>
                    <a:pt x="179893" y="63199"/>
                  </a:lnTo>
                  <a:lnTo>
                    <a:pt x="179669" y="63357"/>
                  </a:lnTo>
                  <a:lnTo>
                    <a:pt x="179432" y="63528"/>
                  </a:lnTo>
                  <a:lnTo>
                    <a:pt x="179222" y="63712"/>
                  </a:lnTo>
                  <a:lnTo>
                    <a:pt x="179011" y="63897"/>
                  </a:lnTo>
                  <a:lnTo>
                    <a:pt x="178801" y="64094"/>
                  </a:lnTo>
                  <a:lnTo>
                    <a:pt x="178616" y="64291"/>
                  </a:lnTo>
                  <a:lnTo>
                    <a:pt x="178419" y="64502"/>
                  </a:lnTo>
                  <a:lnTo>
                    <a:pt x="178248" y="64713"/>
                  </a:lnTo>
                  <a:lnTo>
                    <a:pt x="178077" y="64950"/>
                  </a:lnTo>
                  <a:lnTo>
                    <a:pt x="177919" y="65173"/>
                  </a:lnTo>
                  <a:lnTo>
                    <a:pt x="177761" y="65410"/>
                  </a:lnTo>
                  <a:lnTo>
                    <a:pt x="177629" y="65660"/>
                  </a:lnTo>
                  <a:lnTo>
                    <a:pt x="177484" y="65911"/>
                  </a:lnTo>
                  <a:lnTo>
                    <a:pt x="177366" y="66161"/>
                  </a:lnTo>
                  <a:lnTo>
                    <a:pt x="177260" y="66424"/>
                  </a:lnTo>
                  <a:lnTo>
                    <a:pt x="177155" y="66700"/>
                  </a:lnTo>
                  <a:lnTo>
                    <a:pt x="177063" y="66964"/>
                  </a:lnTo>
                  <a:lnTo>
                    <a:pt x="176984" y="67240"/>
                  </a:lnTo>
                  <a:lnTo>
                    <a:pt x="133689" y="67240"/>
                  </a:lnTo>
                  <a:lnTo>
                    <a:pt x="133518" y="67227"/>
                  </a:lnTo>
                  <a:lnTo>
                    <a:pt x="133347" y="67187"/>
                  </a:lnTo>
                  <a:lnTo>
                    <a:pt x="133189" y="67148"/>
                  </a:lnTo>
                  <a:lnTo>
                    <a:pt x="133018" y="67095"/>
                  </a:lnTo>
                  <a:lnTo>
                    <a:pt x="132860" y="67029"/>
                  </a:lnTo>
                  <a:lnTo>
                    <a:pt x="132702" y="66964"/>
                  </a:lnTo>
                  <a:lnTo>
                    <a:pt x="132544" y="66872"/>
                  </a:lnTo>
                  <a:lnTo>
                    <a:pt x="132399" y="66779"/>
                  </a:lnTo>
                  <a:lnTo>
                    <a:pt x="132241" y="66674"/>
                  </a:lnTo>
                  <a:lnTo>
                    <a:pt x="132097" y="66569"/>
                  </a:lnTo>
                  <a:lnTo>
                    <a:pt x="131965" y="66437"/>
                  </a:lnTo>
                  <a:lnTo>
                    <a:pt x="131833" y="66305"/>
                  </a:lnTo>
                  <a:lnTo>
                    <a:pt x="131702" y="66174"/>
                  </a:lnTo>
                  <a:lnTo>
                    <a:pt x="131570" y="66029"/>
                  </a:lnTo>
                  <a:lnTo>
                    <a:pt x="131451" y="65871"/>
                  </a:lnTo>
                  <a:lnTo>
                    <a:pt x="131333" y="65713"/>
                  </a:lnTo>
                  <a:lnTo>
                    <a:pt x="131228" y="65542"/>
                  </a:lnTo>
                  <a:lnTo>
                    <a:pt x="131122" y="65358"/>
                  </a:lnTo>
                  <a:lnTo>
                    <a:pt x="131030" y="65187"/>
                  </a:lnTo>
                  <a:lnTo>
                    <a:pt x="130938" y="64989"/>
                  </a:lnTo>
                  <a:lnTo>
                    <a:pt x="130859" y="64805"/>
                  </a:lnTo>
                  <a:lnTo>
                    <a:pt x="130780" y="64594"/>
                  </a:lnTo>
                  <a:lnTo>
                    <a:pt x="130701" y="64397"/>
                  </a:lnTo>
                  <a:lnTo>
                    <a:pt x="130649" y="64186"/>
                  </a:lnTo>
                  <a:lnTo>
                    <a:pt x="130596" y="63976"/>
                  </a:lnTo>
                  <a:lnTo>
                    <a:pt x="130543" y="63752"/>
                  </a:lnTo>
                  <a:lnTo>
                    <a:pt x="130504" y="63528"/>
                  </a:lnTo>
                  <a:lnTo>
                    <a:pt x="130477" y="63304"/>
                  </a:lnTo>
                  <a:lnTo>
                    <a:pt x="130451" y="63080"/>
                  </a:lnTo>
                  <a:lnTo>
                    <a:pt x="130438" y="62843"/>
                  </a:lnTo>
                  <a:lnTo>
                    <a:pt x="130438" y="62607"/>
                  </a:lnTo>
                  <a:lnTo>
                    <a:pt x="130438" y="37148"/>
                  </a:lnTo>
                  <a:lnTo>
                    <a:pt x="150249" y="37148"/>
                  </a:lnTo>
                  <a:lnTo>
                    <a:pt x="150420" y="37175"/>
                  </a:lnTo>
                  <a:lnTo>
                    <a:pt x="150591" y="37201"/>
                  </a:lnTo>
                  <a:lnTo>
                    <a:pt x="150762" y="37240"/>
                  </a:lnTo>
                  <a:lnTo>
                    <a:pt x="150920" y="37293"/>
                  </a:lnTo>
                  <a:lnTo>
                    <a:pt x="151091" y="37359"/>
                  </a:lnTo>
                  <a:lnTo>
                    <a:pt x="151249" y="37438"/>
                  </a:lnTo>
                  <a:lnTo>
                    <a:pt x="151394" y="37517"/>
                  </a:lnTo>
                  <a:lnTo>
                    <a:pt x="151552" y="37609"/>
                  </a:lnTo>
                  <a:lnTo>
                    <a:pt x="151697" y="37714"/>
                  </a:lnTo>
                  <a:lnTo>
                    <a:pt x="151842" y="37833"/>
                  </a:lnTo>
                  <a:lnTo>
                    <a:pt x="151987" y="37951"/>
                  </a:lnTo>
                  <a:lnTo>
                    <a:pt x="152118" y="38083"/>
                  </a:lnTo>
                  <a:lnTo>
                    <a:pt x="152250" y="38215"/>
                  </a:lnTo>
                  <a:lnTo>
                    <a:pt x="152368" y="38373"/>
                  </a:lnTo>
                  <a:lnTo>
                    <a:pt x="152500" y="38517"/>
                  </a:lnTo>
                  <a:lnTo>
                    <a:pt x="152605" y="38688"/>
                  </a:lnTo>
                  <a:lnTo>
                    <a:pt x="152711" y="38846"/>
                  </a:lnTo>
                  <a:lnTo>
                    <a:pt x="152816" y="39031"/>
                  </a:lnTo>
                  <a:lnTo>
                    <a:pt x="152921" y="39215"/>
                  </a:lnTo>
                  <a:lnTo>
                    <a:pt x="153013" y="39399"/>
                  </a:lnTo>
                  <a:lnTo>
                    <a:pt x="153092" y="39597"/>
                  </a:lnTo>
                  <a:lnTo>
                    <a:pt x="153171" y="39794"/>
                  </a:lnTo>
                  <a:lnTo>
                    <a:pt x="153237" y="39992"/>
                  </a:lnTo>
                  <a:lnTo>
                    <a:pt x="153303" y="40202"/>
                  </a:lnTo>
                  <a:lnTo>
                    <a:pt x="153356" y="40426"/>
                  </a:lnTo>
                  <a:lnTo>
                    <a:pt x="153408" y="40637"/>
                  </a:lnTo>
                  <a:lnTo>
                    <a:pt x="153448" y="40860"/>
                  </a:lnTo>
                  <a:lnTo>
                    <a:pt x="153474" y="41084"/>
                  </a:lnTo>
                  <a:lnTo>
                    <a:pt x="153500" y="41308"/>
                  </a:lnTo>
                  <a:lnTo>
                    <a:pt x="153513" y="41545"/>
                  </a:lnTo>
                  <a:lnTo>
                    <a:pt x="153513" y="41782"/>
                  </a:lnTo>
                  <a:lnTo>
                    <a:pt x="153513" y="44888"/>
                  </a:lnTo>
                  <a:lnTo>
                    <a:pt x="153211" y="44954"/>
                  </a:lnTo>
                  <a:lnTo>
                    <a:pt x="152921" y="45033"/>
                  </a:lnTo>
                  <a:lnTo>
                    <a:pt x="152632" y="45125"/>
                  </a:lnTo>
                  <a:lnTo>
                    <a:pt x="152355" y="45218"/>
                  </a:lnTo>
                  <a:lnTo>
                    <a:pt x="152079" y="45336"/>
                  </a:lnTo>
                  <a:lnTo>
                    <a:pt x="151815" y="45468"/>
                  </a:lnTo>
                  <a:lnTo>
                    <a:pt x="151552" y="45599"/>
                  </a:lnTo>
                  <a:lnTo>
                    <a:pt x="151289" y="45744"/>
                  </a:lnTo>
                  <a:lnTo>
                    <a:pt x="151039" y="45902"/>
                  </a:lnTo>
                  <a:lnTo>
                    <a:pt x="150802" y="46073"/>
                  </a:lnTo>
                  <a:lnTo>
                    <a:pt x="150565" y="46244"/>
                  </a:lnTo>
                  <a:lnTo>
                    <a:pt x="150341" y="46442"/>
                  </a:lnTo>
                  <a:lnTo>
                    <a:pt x="150117" y="46639"/>
                  </a:lnTo>
                  <a:lnTo>
                    <a:pt x="149907" y="46837"/>
                  </a:lnTo>
                  <a:lnTo>
                    <a:pt x="149709" y="47047"/>
                  </a:lnTo>
                  <a:lnTo>
                    <a:pt x="149525" y="47271"/>
                  </a:lnTo>
                  <a:lnTo>
                    <a:pt x="149341" y="47508"/>
                  </a:lnTo>
                  <a:lnTo>
                    <a:pt x="149156" y="47745"/>
                  </a:lnTo>
                  <a:lnTo>
                    <a:pt x="148998" y="47982"/>
                  </a:lnTo>
                  <a:lnTo>
                    <a:pt x="148840" y="48245"/>
                  </a:lnTo>
                  <a:lnTo>
                    <a:pt x="148709" y="48495"/>
                  </a:lnTo>
                  <a:lnTo>
                    <a:pt x="148577" y="48759"/>
                  </a:lnTo>
                  <a:lnTo>
                    <a:pt x="148446" y="49035"/>
                  </a:lnTo>
                  <a:lnTo>
                    <a:pt x="148340" y="49311"/>
                  </a:lnTo>
                  <a:lnTo>
                    <a:pt x="148248" y="49601"/>
                  </a:lnTo>
                  <a:lnTo>
                    <a:pt x="148156" y="49891"/>
                  </a:lnTo>
                  <a:lnTo>
                    <a:pt x="148090" y="50180"/>
                  </a:lnTo>
                  <a:lnTo>
                    <a:pt x="148024" y="50483"/>
                  </a:lnTo>
                  <a:lnTo>
                    <a:pt x="147972" y="50786"/>
                  </a:lnTo>
                  <a:lnTo>
                    <a:pt x="147945" y="51088"/>
                  </a:lnTo>
                  <a:lnTo>
                    <a:pt x="147919" y="51404"/>
                  </a:lnTo>
                  <a:lnTo>
                    <a:pt x="147919" y="51720"/>
                  </a:lnTo>
                  <a:lnTo>
                    <a:pt x="147919" y="52076"/>
                  </a:lnTo>
                  <a:lnTo>
                    <a:pt x="147945" y="52431"/>
                  </a:lnTo>
                  <a:lnTo>
                    <a:pt x="147998" y="52773"/>
                  </a:lnTo>
                  <a:lnTo>
                    <a:pt x="148064" y="53116"/>
                  </a:lnTo>
                  <a:lnTo>
                    <a:pt x="148130" y="53458"/>
                  </a:lnTo>
                  <a:lnTo>
                    <a:pt x="148235" y="53787"/>
                  </a:lnTo>
                  <a:lnTo>
                    <a:pt x="148340" y="54103"/>
                  </a:lnTo>
                  <a:lnTo>
                    <a:pt x="148459" y="54419"/>
                  </a:lnTo>
                  <a:lnTo>
                    <a:pt x="148604" y="54735"/>
                  </a:lnTo>
                  <a:lnTo>
                    <a:pt x="148761" y="55038"/>
                  </a:lnTo>
                  <a:lnTo>
                    <a:pt x="148919" y="55327"/>
                  </a:lnTo>
                  <a:lnTo>
                    <a:pt x="149104" y="55604"/>
                  </a:lnTo>
                  <a:lnTo>
                    <a:pt x="149301" y="55880"/>
                  </a:lnTo>
                  <a:lnTo>
                    <a:pt x="149512" y="56143"/>
                  </a:lnTo>
                  <a:lnTo>
                    <a:pt x="149722" y="56393"/>
                  </a:lnTo>
                  <a:lnTo>
                    <a:pt x="149959" y="56630"/>
                  </a:lnTo>
                  <a:lnTo>
                    <a:pt x="150196" y="56867"/>
                  </a:lnTo>
                  <a:lnTo>
                    <a:pt x="150446" y="57091"/>
                  </a:lnTo>
                  <a:lnTo>
                    <a:pt x="150710" y="57288"/>
                  </a:lnTo>
                  <a:lnTo>
                    <a:pt x="150986" y="57486"/>
                  </a:lnTo>
                  <a:lnTo>
                    <a:pt x="151276" y="57670"/>
                  </a:lnTo>
                  <a:lnTo>
                    <a:pt x="151565" y="57841"/>
                  </a:lnTo>
                  <a:lnTo>
                    <a:pt x="151868" y="57986"/>
                  </a:lnTo>
                  <a:lnTo>
                    <a:pt x="152171" y="58131"/>
                  </a:lnTo>
                  <a:lnTo>
                    <a:pt x="152487" y="58249"/>
                  </a:lnTo>
                  <a:lnTo>
                    <a:pt x="152816" y="58368"/>
                  </a:lnTo>
                  <a:lnTo>
                    <a:pt x="153145" y="58460"/>
                  </a:lnTo>
                  <a:lnTo>
                    <a:pt x="153474" y="58539"/>
                  </a:lnTo>
                  <a:lnTo>
                    <a:pt x="153816" y="58592"/>
                  </a:lnTo>
                  <a:lnTo>
                    <a:pt x="154172" y="58644"/>
                  </a:lnTo>
                  <a:lnTo>
                    <a:pt x="154527" y="58671"/>
                  </a:lnTo>
                  <a:lnTo>
                    <a:pt x="154882" y="58684"/>
                  </a:lnTo>
                  <a:lnTo>
                    <a:pt x="155238" y="58671"/>
                  </a:lnTo>
                  <a:lnTo>
                    <a:pt x="155593" y="58644"/>
                  </a:lnTo>
                  <a:lnTo>
                    <a:pt x="155936" y="58592"/>
                  </a:lnTo>
                  <a:lnTo>
                    <a:pt x="156278" y="58539"/>
                  </a:lnTo>
                  <a:lnTo>
                    <a:pt x="156620" y="58460"/>
                  </a:lnTo>
                  <a:lnTo>
                    <a:pt x="156949" y="58368"/>
                  </a:lnTo>
                  <a:lnTo>
                    <a:pt x="157278" y="58249"/>
                  </a:lnTo>
                  <a:lnTo>
                    <a:pt x="157594" y="58131"/>
                  </a:lnTo>
                  <a:lnTo>
                    <a:pt x="157897" y="57986"/>
                  </a:lnTo>
                  <a:lnTo>
                    <a:pt x="158200" y="57841"/>
                  </a:lnTo>
                  <a:lnTo>
                    <a:pt x="158489" y="57670"/>
                  </a:lnTo>
                  <a:lnTo>
                    <a:pt x="158766" y="57486"/>
                  </a:lnTo>
                  <a:lnTo>
                    <a:pt x="159042" y="57288"/>
                  </a:lnTo>
                  <a:lnTo>
                    <a:pt x="159305" y="57091"/>
                  </a:lnTo>
                  <a:lnTo>
                    <a:pt x="159556" y="56867"/>
                  </a:lnTo>
                  <a:lnTo>
                    <a:pt x="159806" y="56630"/>
                  </a:lnTo>
                  <a:lnTo>
                    <a:pt x="160029" y="56393"/>
                  </a:lnTo>
                  <a:lnTo>
                    <a:pt x="160253" y="56143"/>
                  </a:lnTo>
                  <a:lnTo>
                    <a:pt x="160464" y="55880"/>
                  </a:lnTo>
                  <a:lnTo>
                    <a:pt x="160648" y="55604"/>
                  </a:lnTo>
                  <a:lnTo>
                    <a:pt x="160832" y="55327"/>
                  </a:lnTo>
                  <a:lnTo>
                    <a:pt x="161004" y="55038"/>
                  </a:lnTo>
                  <a:lnTo>
                    <a:pt x="161161" y="54735"/>
                  </a:lnTo>
                  <a:lnTo>
                    <a:pt x="161293" y="54419"/>
                  </a:lnTo>
                  <a:lnTo>
                    <a:pt x="161425" y="54103"/>
                  </a:lnTo>
                  <a:lnTo>
                    <a:pt x="161530" y="53787"/>
                  </a:lnTo>
                  <a:lnTo>
                    <a:pt x="161622" y="53458"/>
                  </a:lnTo>
                  <a:lnTo>
                    <a:pt x="161701" y="53116"/>
                  </a:lnTo>
                  <a:lnTo>
                    <a:pt x="161767" y="52773"/>
                  </a:lnTo>
                  <a:lnTo>
                    <a:pt x="161806" y="52431"/>
                  </a:lnTo>
                  <a:lnTo>
                    <a:pt x="161833" y="52076"/>
                  </a:lnTo>
                  <a:lnTo>
                    <a:pt x="161846" y="51720"/>
                  </a:lnTo>
                  <a:lnTo>
                    <a:pt x="161833" y="51431"/>
                  </a:lnTo>
                  <a:lnTo>
                    <a:pt x="161820" y="51141"/>
                  </a:lnTo>
                  <a:lnTo>
                    <a:pt x="161793" y="50865"/>
                  </a:lnTo>
                  <a:lnTo>
                    <a:pt x="161754" y="50588"/>
                  </a:lnTo>
                  <a:lnTo>
                    <a:pt x="161701" y="50312"/>
                  </a:lnTo>
                  <a:lnTo>
                    <a:pt x="161635" y="50035"/>
                  </a:lnTo>
                  <a:lnTo>
                    <a:pt x="161570" y="49772"/>
                  </a:lnTo>
                  <a:lnTo>
                    <a:pt x="161491" y="49509"/>
                  </a:lnTo>
                  <a:lnTo>
                    <a:pt x="161398" y="49259"/>
                  </a:lnTo>
                  <a:lnTo>
                    <a:pt x="161293" y="48995"/>
                  </a:lnTo>
                  <a:lnTo>
                    <a:pt x="161188" y="48759"/>
                  </a:lnTo>
                  <a:lnTo>
                    <a:pt x="161056" y="48508"/>
                  </a:lnTo>
                  <a:lnTo>
                    <a:pt x="160938" y="48271"/>
                  </a:lnTo>
                  <a:lnTo>
                    <a:pt x="160793" y="48035"/>
                  </a:lnTo>
                  <a:lnTo>
                    <a:pt x="160648" y="47811"/>
                  </a:lnTo>
                  <a:lnTo>
                    <a:pt x="160490" y="47600"/>
                  </a:lnTo>
                  <a:lnTo>
                    <a:pt x="160332" y="47376"/>
                  </a:lnTo>
                  <a:lnTo>
                    <a:pt x="160161" y="47179"/>
                  </a:lnTo>
                  <a:lnTo>
                    <a:pt x="159977" y="46981"/>
                  </a:lnTo>
                  <a:lnTo>
                    <a:pt x="159792" y="46784"/>
                  </a:lnTo>
                  <a:lnTo>
                    <a:pt x="159595" y="46600"/>
                  </a:lnTo>
                  <a:lnTo>
                    <a:pt x="159398" y="46415"/>
                  </a:lnTo>
                  <a:lnTo>
                    <a:pt x="159187" y="46244"/>
                  </a:lnTo>
                  <a:lnTo>
                    <a:pt x="158976" y="46086"/>
                  </a:lnTo>
                  <a:lnTo>
                    <a:pt x="158753" y="45928"/>
                  </a:lnTo>
                  <a:lnTo>
                    <a:pt x="158529" y="45784"/>
                  </a:lnTo>
                  <a:lnTo>
                    <a:pt x="158292" y="45652"/>
                  </a:lnTo>
                  <a:lnTo>
                    <a:pt x="158055" y="45520"/>
                  </a:lnTo>
                  <a:lnTo>
                    <a:pt x="157818" y="45402"/>
                  </a:lnTo>
                  <a:lnTo>
                    <a:pt x="157568" y="45297"/>
                  </a:lnTo>
                  <a:lnTo>
                    <a:pt x="157318" y="45191"/>
                  </a:lnTo>
                  <a:lnTo>
                    <a:pt x="157054" y="45099"/>
                  </a:lnTo>
                  <a:lnTo>
                    <a:pt x="157054" y="41782"/>
                  </a:lnTo>
                  <a:lnTo>
                    <a:pt x="157041" y="41361"/>
                  </a:lnTo>
                  <a:lnTo>
                    <a:pt x="157015" y="40939"/>
                  </a:lnTo>
                  <a:lnTo>
                    <a:pt x="156975" y="40531"/>
                  </a:lnTo>
                  <a:lnTo>
                    <a:pt x="156910" y="40136"/>
                  </a:lnTo>
                  <a:lnTo>
                    <a:pt x="156831" y="39742"/>
                  </a:lnTo>
                  <a:lnTo>
                    <a:pt x="156739" y="39347"/>
                  </a:lnTo>
                  <a:lnTo>
                    <a:pt x="156633" y="38965"/>
                  </a:lnTo>
                  <a:lnTo>
                    <a:pt x="156502" y="38596"/>
                  </a:lnTo>
                  <a:lnTo>
                    <a:pt x="156370" y="38241"/>
                  </a:lnTo>
                  <a:lnTo>
                    <a:pt x="156212" y="37885"/>
                  </a:lnTo>
                  <a:lnTo>
                    <a:pt x="156041" y="37543"/>
                  </a:lnTo>
                  <a:lnTo>
                    <a:pt x="155857" y="37214"/>
                  </a:lnTo>
                  <a:lnTo>
                    <a:pt x="155672" y="36885"/>
                  </a:lnTo>
                  <a:lnTo>
                    <a:pt x="155462" y="36582"/>
                  </a:lnTo>
                  <a:lnTo>
                    <a:pt x="155238" y="36280"/>
                  </a:lnTo>
                  <a:lnTo>
                    <a:pt x="155014" y="36003"/>
                  </a:lnTo>
                  <a:lnTo>
                    <a:pt x="154764" y="35727"/>
                  </a:lnTo>
                  <a:lnTo>
                    <a:pt x="154514" y="35477"/>
                  </a:lnTo>
                  <a:lnTo>
                    <a:pt x="154251" y="35226"/>
                  </a:lnTo>
                  <a:lnTo>
                    <a:pt x="153974" y="35003"/>
                  </a:lnTo>
                  <a:lnTo>
                    <a:pt x="153698" y="34792"/>
                  </a:lnTo>
                  <a:lnTo>
                    <a:pt x="153408" y="34595"/>
                  </a:lnTo>
                  <a:lnTo>
                    <a:pt x="153105" y="34410"/>
                  </a:lnTo>
                  <a:lnTo>
                    <a:pt x="152790" y="34239"/>
                  </a:lnTo>
                  <a:lnTo>
                    <a:pt x="152474" y="34094"/>
                  </a:lnTo>
                  <a:lnTo>
                    <a:pt x="152158" y="33976"/>
                  </a:lnTo>
                  <a:lnTo>
                    <a:pt x="151815" y="33857"/>
                  </a:lnTo>
                  <a:lnTo>
                    <a:pt x="151486" y="33765"/>
                  </a:lnTo>
                  <a:lnTo>
                    <a:pt x="151144" y="33699"/>
                  </a:lnTo>
                  <a:lnTo>
                    <a:pt x="150789" y="33647"/>
                  </a:lnTo>
                  <a:lnTo>
                    <a:pt x="150433" y="33607"/>
                  </a:lnTo>
                  <a:lnTo>
                    <a:pt x="130438" y="33607"/>
                  </a:lnTo>
                  <a:lnTo>
                    <a:pt x="130438" y="10808"/>
                  </a:lnTo>
                  <a:lnTo>
                    <a:pt x="157107" y="10808"/>
                  </a:lnTo>
                  <a:lnTo>
                    <a:pt x="157186" y="11085"/>
                  </a:lnTo>
                  <a:lnTo>
                    <a:pt x="157278" y="11361"/>
                  </a:lnTo>
                  <a:lnTo>
                    <a:pt x="157384" y="11624"/>
                  </a:lnTo>
                  <a:lnTo>
                    <a:pt x="157489" y="11888"/>
                  </a:lnTo>
                  <a:lnTo>
                    <a:pt x="157621" y="12138"/>
                  </a:lnTo>
                  <a:lnTo>
                    <a:pt x="157752" y="12388"/>
                  </a:lnTo>
                  <a:lnTo>
                    <a:pt x="157884" y="12638"/>
                  </a:lnTo>
                  <a:lnTo>
                    <a:pt x="158042" y="12875"/>
                  </a:lnTo>
                  <a:lnTo>
                    <a:pt x="158200" y="13112"/>
                  </a:lnTo>
                  <a:lnTo>
                    <a:pt x="158371" y="13336"/>
                  </a:lnTo>
                  <a:lnTo>
                    <a:pt x="158542" y="13546"/>
                  </a:lnTo>
                  <a:lnTo>
                    <a:pt x="158739" y="13757"/>
                  </a:lnTo>
                  <a:lnTo>
                    <a:pt x="158924" y="13967"/>
                  </a:lnTo>
                  <a:lnTo>
                    <a:pt x="159134" y="14152"/>
                  </a:lnTo>
                  <a:lnTo>
                    <a:pt x="159345" y="14336"/>
                  </a:lnTo>
                  <a:lnTo>
                    <a:pt x="159556" y="14520"/>
                  </a:lnTo>
                  <a:lnTo>
                    <a:pt x="159792" y="14691"/>
                  </a:lnTo>
                  <a:lnTo>
                    <a:pt x="160016" y="14849"/>
                  </a:lnTo>
                  <a:lnTo>
                    <a:pt x="160253" y="14994"/>
                  </a:lnTo>
                  <a:lnTo>
                    <a:pt x="160503" y="15139"/>
                  </a:lnTo>
                  <a:lnTo>
                    <a:pt x="160753" y="15271"/>
                  </a:lnTo>
                  <a:lnTo>
                    <a:pt x="161017" y="15389"/>
                  </a:lnTo>
                  <a:lnTo>
                    <a:pt x="161267" y="15507"/>
                  </a:lnTo>
                  <a:lnTo>
                    <a:pt x="161543" y="15600"/>
                  </a:lnTo>
                  <a:lnTo>
                    <a:pt x="161820" y="15692"/>
                  </a:lnTo>
                  <a:lnTo>
                    <a:pt x="162096" y="15771"/>
                  </a:lnTo>
                  <a:lnTo>
                    <a:pt x="162373" y="15837"/>
                  </a:lnTo>
                  <a:lnTo>
                    <a:pt x="162662" y="15902"/>
                  </a:lnTo>
                  <a:lnTo>
                    <a:pt x="162952" y="15942"/>
                  </a:lnTo>
                  <a:lnTo>
                    <a:pt x="163241" y="15968"/>
                  </a:lnTo>
                  <a:lnTo>
                    <a:pt x="163544" y="15995"/>
                  </a:lnTo>
                  <a:lnTo>
                    <a:pt x="163847" y="15995"/>
                  </a:lnTo>
                  <a:lnTo>
                    <a:pt x="164202" y="15981"/>
                  </a:lnTo>
                  <a:lnTo>
                    <a:pt x="164558" y="15955"/>
                  </a:lnTo>
                  <a:lnTo>
                    <a:pt x="164900" y="15916"/>
                  </a:lnTo>
                  <a:lnTo>
                    <a:pt x="165242" y="15850"/>
                  </a:lnTo>
                  <a:lnTo>
                    <a:pt x="165584" y="15771"/>
                  </a:lnTo>
                  <a:lnTo>
                    <a:pt x="165913" y="15679"/>
                  </a:lnTo>
                  <a:lnTo>
                    <a:pt x="166243" y="15573"/>
                  </a:lnTo>
                  <a:lnTo>
                    <a:pt x="166559" y="15455"/>
                  </a:lnTo>
                  <a:lnTo>
                    <a:pt x="166861" y="15310"/>
                  </a:lnTo>
                  <a:lnTo>
                    <a:pt x="167164" y="15152"/>
                  </a:lnTo>
                  <a:lnTo>
                    <a:pt x="167454" y="14981"/>
                  </a:lnTo>
                  <a:lnTo>
                    <a:pt x="167730" y="14810"/>
                  </a:lnTo>
                  <a:lnTo>
                    <a:pt x="168006" y="14612"/>
                  </a:lnTo>
                  <a:lnTo>
                    <a:pt x="168270" y="14402"/>
                  </a:lnTo>
                  <a:lnTo>
                    <a:pt x="168520" y="14191"/>
                  </a:lnTo>
                  <a:lnTo>
                    <a:pt x="168770" y="13954"/>
                  </a:lnTo>
                  <a:lnTo>
                    <a:pt x="168994" y="13717"/>
                  </a:lnTo>
                  <a:lnTo>
                    <a:pt x="169218" y="13454"/>
                  </a:lnTo>
                  <a:lnTo>
                    <a:pt x="169428" y="13191"/>
                  </a:lnTo>
                  <a:lnTo>
                    <a:pt x="169612" y="12927"/>
                  </a:lnTo>
                  <a:lnTo>
                    <a:pt x="169797" y="12638"/>
                  </a:lnTo>
                  <a:lnTo>
                    <a:pt x="169968" y="12348"/>
                  </a:lnTo>
                  <a:lnTo>
                    <a:pt x="170126" y="12045"/>
                  </a:lnTo>
                  <a:lnTo>
                    <a:pt x="170257" y="11743"/>
                  </a:lnTo>
                  <a:lnTo>
                    <a:pt x="170389" y="11427"/>
                  </a:lnTo>
                  <a:lnTo>
                    <a:pt x="170494" y="11098"/>
                  </a:lnTo>
                  <a:lnTo>
                    <a:pt x="170587" y="10769"/>
                  </a:lnTo>
                  <a:lnTo>
                    <a:pt x="170666" y="10440"/>
                  </a:lnTo>
                  <a:lnTo>
                    <a:pt x="170731" y="10097"/>
                  </a:lnTo>
                  <a:lnTo>
                    <a:pt x="170771" y="9742"/>
                  </a:lnTo>
                  <a:lnTo>
                    <a:pt x="170797" y="9386"/>
                  </a:lnTo>
                  <a:lnTo>
                    <a:pt x="170810" y="9031"/>
                  </a:lnTo>
                  <a:lnTo>
                    <a:pt x="170797" y="8676"/>
                  </a:lnTo>
                  <a:lnTo>
                    <a:pt x="170771" y="8320"/>
                  </a:lnTo>
                  <a:lnTo>
                    <a:pt x="170731" y="7978"/>
                  </a:lnTo>
                  <a:lnTo>
                    <a:pt x="170666" y="7636"/>
                  </a:lnTo>
                  <a:lnTo>
                    <a:pt x="170587" y="7293"/>
                  </a:lnTo>
                  <a:lnTo>
                    <a:pt x="170494" y="6964"/>
                  </a:lnTo>
                  <a:lnTo>
                    <a:pt x="170389" y="6635"/>
                  </a:lnTo>
                  <a:lnTo>
                    <a:pt x="170257" y="6319"/>
                  </a:lnTo>
                  <a:lnTo>
                    <a:pt x="170126" y="6017"/>
                  </a:lnTo>
                  <a:lnTo>
                    <a:pt x="169968" y="5714"/>
                  </a:lnTo>
                  <a:lnTo>
                    <a:pt x="169797" y="5424"/>
                  </a:lnTo>
                  <a:lnTo>
                    <a:pt x="169612" y="5148"/>
                  </a:lnTo>
                  <a:lnTo>
                    <a:pt x="169428" y="4871"/>
                  </a:lnTo>
                  <a:lnTo>
                    <a:pt x="169218" y="4608"/>
                  </a:lnTo>
                  <a:lnTo>
                    <a:pt x="168994" y="4358"/>
                  </a:lnTo>
                  <a:lnTo>
                    <a:pt x="168770" y="4108"/>
                  </a:lnTo>
                  <a:lnTo>
                    <a:pt x="168520" y="3884"/>
                  </a:lnTo>
                  <a:lnTo>
                    <a:pt x="168270" y="3660"/>
                  </a:lnTo>
                  <a:lnTo>
                    <a:pt x="168006" y="3450"/>
                  </a:lnTo>
                  <a:lnTo>
                    <a:pt x="167730" y="3265"/>
                  </a:lnTo>
                  <a:lnTo>
                    <a:pt x="167454" y="3081"/>
                  </a:lnTo>
                  <a:lnTo>
                    <a:pt x="167164" y="2910"/>
                  </a:lnTo>
                  <a:lnTo>
                    <a:pt x="166861" y="2752"/>
                  </a:lnTo>
                  <a:lnTo>
                    <a:pt x="166559" y="2620"/>
                  </a:lnTo>
                  <a:lnTo>
                    <a:pt x="166243" y="2489"/>
                  </a:lnTo>
                  <a:lnTo>
                    <a:pt x="165913" y="2383"/>
                  </a:lnTo>
                  <a:lnTo>
                    <a:pt x="165584" y="2291"/>
                  </a:lnTo>
                  <a:lnTo>
                    <a:pt x="165242" y="2212"/>
                  </a:lnTo>
                  <a:lnTo>
                    <a:pt x="164900" y="2147"/>
                  </a:lnTo>
                  <a:lnTo>
                    <a:pt x="164558" y="2107"/>
                  </a:lnTo>
                  <a:lnTo>
                    <a:pt x="164202" y="2081"/>
                  </a:lnTo>
                  <a:lnTo>
                    <a:pt x="163847" y="2068"/>
                  </a:lnTo>
                  <a:lnTo>
                    <a:pt x="163544" y="2081"/>
                  </a:lnTo>
                  <a:lnTo>
                    <a:pt x="163241" y="2094"/>
                  </a:lnTo>
                  <a:lnTo>
                    <a:pt x="162952" y="2120"/>
                  </a:lnTo>
                  <a:lnTo>
                    <a:pt x="162662" y="2173"/>
                  </a:lnTo>
                  <a:lnTo>
                    <a:pt x="162373" y="2225"/>
                  </a:lnTo>
                  <a:lnTo>
                    <a:pt x="162096" y="2291"/>
                  </a:lnTo>
                  <a:lnTo>
                    <a:pt x="161820" y="2370"/>
                  </a:lnTo>
                  <a:lnTo>
                    <a:pt x="161543" y="2462"/>
                  </a:lnTo>
                  <a:lnTo>
                    <a:pt x="161267" y="2555"/>
                  </a:lnTo>
                  <a:lnTo>
                    <a:pt x="161017" y="2673"/>
                  </a:lnTo>
                  <a:lnTo>
                    <a:pt x="160753" y="2792"/>
                  </a:lnTo>
                  <a:lnTo>
                    <a:pt x="160503" y="2923"/>
                  </a:lnTo>
                  <a:lnTo>
                    <a:pt x="160253" y="3068"/>
                  </a:lnTo>
                  <a:lnTo>
                    <a:pt x="160016" y="3213"/>
                  </a:lnTo>
                  <a:lnTo>
                    <a:pt x="159792" y="3371"/>
                  </a:lnTo>
                  <a:lnTo>
                    <a:pt x="159556" y="3542"/>
                  </a:lnTo>
                  <a:lnTo>
                    <a:pt x="159345" y="3726"/>
                  </a:lnTo>
                  <a:lnTo>
                    <a:pt x="159134" y="3910"/>
                  </a:lnTo>
                  <a:lnTo>
                    <a:pt x="158924" y="4108"/>
                  </a:lnTo>
                  <a:lnTo>
                    <a:pt x="158739" y="4305"/>
                  </a:lnTo>
                  <a:lnTo>
                    <a:pt x="158542" y="4516"/>
                  </a:lnTo>
                  <a:lnTo>
                    <a:pt x="158371" y="4740"/>
                  </a:lnTo>
                  <a:lnTo>
                    <a:pt x="158200" y="4964"/>
                  </a:lnTo>
                  <a:lnTo>
                    <a:pt x="158042" y="5187"/>
                  </a:lnTo>
                  <a:lnTo>
                    <a:pt x="157884" y="5424"/>
                  </a:lnTo>
                  <a:lnTo>
                    <a:pt x="157752" y="5674"/>
                  </a:lnTo>
                  <a:lnTo>
                    <a:pt x="157621" y="5924"/>
                  </a:lnTo>
                  <a:lnTo>
                    <a:pt x="157489" y="6175"/>
                  </a:lnTo>
                  <a:lnTo>
                    <a:pt x="157384" y="6438"/>
                  </a:lnTo>
                  <a:lnTo>
                    <a:pt x="157278" y="6714"/>
                  </a:lnTo>
                  <a:lnTo>
                    <a:pt x="157186" y="6978"/>
                  </a:lnTo>
                  <a:lnTo>
                    <a:pt x="157107" y="7267"/>
                  </a:lnTo>
                  <a:lnTo>
                    <a:pt x="104651" y="7267"/>
                  </a:lnTo>
                  <a:lnTo>
                    <a:pt x="104243" y="7293"/>
                  </a:lnTo>
                  <a:lnTo>
                    <a:pt x="103835" y="7346"/>
                  </a:lnTo>
                  <a:lnTo>
                    <a:pt x="103426" y="7399"/>
                  </a:lnTo>
                  <a:lnTo>
                    <a:pt x="103032" y="7478"/>
                  </a:lnTo>
                  <a:lnTo>
                    <a:pt x="102650" y="7570"/>
                  </a:lnTo>
                  <a:lnTo>
                    <a:pt x="102268" y="7688"/>
                  </a:lnTo>
                  <a:lnTo>
                    <a:pt x="101899" y="7807"/>
                  </a:lnTo>
                  <a:lnTo>
                    <a:pt x="101531" y="7952"/>
                  </a:lnTo>
                  <a:lnTo>
                    <a:pt x="101175" y="8110"/>
                  </a:lnTo>
                  <a:lnTo>
                    <a:pt x="100833" y="8268"/>
                  </a:lnTo>
                  <a:lnTo>
                    <a:pt x="100504" y="8452"/>
                  </a:lnTo>
                  <a:lnTo>
                    <a:pt x="100188" y="8649"/>
                  </a:lnTo>
                  <a:lnTo>
                    <a:pt x="99872" y="8860"/>
                  </a:lnTo>
                  <a:lnTo>
                    <a:pt x="99583" y="9071"/>
                  </a:lnTo>
                  <a:lnTo>
                    <a:pt x="99293" y="9307"/>
                  </a:lnTo>
                  <a:lnTo>
                    <a:pt x="99030" y="9544"/>
                  </a:lnTo>
                  <a:lnTo>
                    <a:pt x="98767" y="9808"/>
                  </a:lnTo>
                  <a:lnTo>
                    <a:pt x="98530" y="10071"/>
                  </a:lnTo>
                  <a:lnTo>
                    <a:pt x="98293" y="10334"/>
                  </a:lnTo>
                  <a:lnTo>
                    <a:pt x="98082" y="10624"/>
                  </a:lnTo>
                  <a:lnTo>
                    <a:pt x="97885" y="10913"/>
                  </a:lnTo>
                  <a:lnTo>
                    <a:pt x="97700" y="11216"/>
                  </a:lnTo>
                  <a:lnTo>
                    <a:pt x="97542" y="11519"/>
                  </a:lnTo>
                  <a:lnTo>
                    <a:pt x="97398" y="11848"/>
                  </a:lnTo>
                  <a:lnTo>
                    <a:pt x="97266" y="12164"/>
                  </a:lnTo>
                  <a:lnTo>
                    <a:pt x="97161" y="12493"/>
                  </a:lnTo>
                  <a:lnTo>
                    <a:pt x="97068" y="12835"/>
                  </a:lnTo>
                  <a:lnTo>
                    <a:pt x="96989" y="13178"/>
                  </a:lnTo>
                  <a:lnTo>
                    <a:pt x="96937" y="13520"/>
                  </a:lnTo>
                  <a:lnTo>
                    <a:pt x="96911" y="13875"/>
                  </a:lnTo>
                  <a:lnTo>
                    <a:pt x="96897" y="14244"/>
                  </a:lnTo>
                  <a:lnTo>
                    <a:pt x="96897" y="21721"/>
                  </a:lnTo>
                  <a:lnTo>
                    <a:pt x="96897" y="28131"/>
                  </a:lnTo>
                  <a:lnTo>
                    <a:pt x="96897" y="35621"/>
                  </a:lnTo>
                  <a:lnTo>
                    <a:pt x="96884" y="35792"/>
                  </a:lnTo>
                  <a:lnTo>
                    <a:pt x="96871" y="35964"/>
                  </a:lnTo>
                  <a:lnTo>
                    <a:pt x="96845" y="36135"/>
                  </a:lnTo>
                  <a:lnTo>
                    <a:pt x="96805" y="36293"/>
                  </a:lnTo>
                  <a:lnTo>
                    <a:pt x="96753" y="36464"/>
                  </a:lnTo>
                  <a:lnTo>
                    <a:pt x="96687" y="36622"/>
                  </a:lnTo>
                  <a:lnTo>
                    <a:pt x="96608" y="36780"/>
                  </a:lnTo>
                  <a:lnTo>
                    <a:pt x="96529" y="36938"/>
                  </a:lnTo>
                  <a:lnTo>
                    <a:pt x="96437" y="37096"/>
                  </a:lnTo>
                  <a:lnTo>
                    <a:pt x="96331" y="37240"/>
                  </a:lnTo>
                  <a:lnTo>
                    <a:pt x="96213" y="37385"/>
                  </a:lnTo>
                  <a:lnTo>
                    <a:pt x="96094" y="37517"/>
                  </a:lnTo>
                  <a:lnTo>
                    <a:pt x="95963" y="37662"/>
                  </a:lnTo>
                  <a:lnTo>
                    <a:pt x="95818" y="37780"/>
                  </a:lnTo>
                  <a:lnTo>
                    <a:pt x="95673" y="37912"/>
                  </a:lnTo>
                  <a:lnTo>
                    <a:pt x="95515" y="38030"/>
                  </a:lnTo>
                  <a:lnTo>
                    <a:pt x="95357" y="38149"/>
                  </a:lnTo>
                  <a:lnTo>
                    <a:pt x="95186" y="38254"/>
                  </a:lnTo>
                  <a:lnTo>
                    <a:pt x="95015" y="38359"/>
                  </a:lnTo>
                  <a:lnTo>
                    <a:pt x="94831" y="38451"/>
                  </a:lnTo>
                  <a:lnTo>
                    <a:pt x="94646" y="38544"/>
                  </a:lnTo>
                  <a:lnTo>
                    <a:pt x="94449" y="38623"/>
                  </a:lnTo>
                  <a:lnTo>
                    <a:pt x="94251" y="38702"/>
                  </a:lnTo>
                  <a:lnTo>
                    <a:pt x="94041" y="38781"/>
                  </a:lnTo>
                  <a:lnTo>
                    <a:pt x="93830" y="38833"/>
                  </a:lnTo>
                  <a:lnTo>
                    <a:pt x="93620" y="38886"/>
                  </a:lnTo>
                  <a:lnTo>
                    <a:pt x="93409" y="38939"/>
                  </a:lnTo>
                  <a:lnTo>
                    <a:pt x="93185" y="38978"/>
                  </a:lnTo>
                  <a:lnTo>
                    <a:pt x="92961" y="39004"/>
                  </a:lnTo>
                  <a:lnTo>
                    <a:pt x="92725" y="39031"/>
                  </a:lnTo>
                  <a:lnTo>
                    <a:pt x="92501" y="39044"/>
                  </a:lnTo>
                  <a:lnTo>
                    <a:pt x="53708" y="39044"/>
                  </a:lnTo>
                  <a:lnTo>
                    <a:pt x="53708" y="12164"/>
                  </a:lnTo>
                  <a:lnTo>
                    <a:pt x="53708" y="11993"/>
                  </a:lnTo>
                  <a:lnTo>
                    <a:pt x="53734" y="11822"/>
                  </a:lnTo>
                  <a:lnTo>
                    <a:pt x="53761" y="11651"/>
                  </a:lnTo>
                  <a:lnTo>
                    <a:pt x="53800" y="11479"/>
                  </a:lnTo>
                  <a:lnTo>
                    <a:pt x="53853" y="11321"/>
                  </a:lnTo>
                  <a:lnTo>
                    <a:pt x="53919" y="11164"/>
                  </a:lnTo>
                  <a:lnTo>
                    <a:pt x="53998" y="11006"/>
                  </a:lnTo>
                  <a:lnTo>
                    <a:pt x="54077" y="10848"/>
                  </a:lnTo>
                  <a:lnTo>
                    <a:pt x="54169" y="10690"/>
                  </a:lnTo>
                  <a:lnTo>
                    <a:pt x="54274" y="10545"/>
                  </a:lnTo>
                  <a:lnTo>
                    <a:pt x="54392" y="10400"/>
                  </a:lnTo>
                  <a:lnTo>
                    <a:pt x="54511" y="10255"/>
                  </a:lnTo>
                  <a:lnTo>
                    <a:pt x="54643" y="10124"/>
                  </a:lnTo>
                  <a:lnTo>
                    <a:pt x="54787" y="9992"/>
                  </a:lnTo>
                  <a:lnTo>
                    <a:pt x="54932" y="9873"/>
                  </a:lnTo>
                  <a:lnTo>
                    <a:pt x="55077" y="9755"/>
                  </a:lnTo>
                  <a:lnTo>
                    <a:pt x="55248" y="9637"/>
                  </a:lnTo>
                  <a:lnTo>
                    <a:pt x="55419" y="9531"/>
                  </a:lnTo>
                  <a:lnTo>
                    <a:pt x="55590" y="9426"/>
                  </a:lnTo>
                  <a:lnTo>
                    <a:pt x="55775" y="9334"/>
                  </a:lnTo>
                  <a:lnTo>
                    <a:pt x="55959" y="9242"/>
                  </a:lnTo>
                  <a:lnTo>
                    <a:pt x="56156" y="9150"/>
                  </a:lnTo>
                  <a:lnTo>
                    <a:pt x="56354" y="9071"/>
                  </a:lnTo>
                  <a:lnTo>
                    <a:pt x="56551" y="9005"/>
                  </a:lnTo>
                  <a:lnTo>
                    <a:pt x="56762" y="8939"/>
                  </a:lnTo>
                  <a:lnTo>
                    <a:pt x="56986" y="8886"/>
                  </a:lnTo>
                  <a:lnTo>
                    <a:pt x="57196" y="8847"/>
                  </a:lnTo>
                  <a:lnTo>
                    <a:pt x="57420" y="8807"/>
                  </a:lnTo>
                  <a:lnTo>
                    <a:pt x="57644" y="8768"/>
                  </a:lnTo>
                  <a:lnTo>
                    <a:pt x="57881" y="8755"/>
                  </a:lnTo>
                  <a:lnTo>
                    <a:pt x="58105" y="8741"/>
                  </a:lnTo>
                  <a:lnTo>
                    <a:pt x="58342" y="8728"/>
                  </a:lnTo>
                  <a:lnTo>
                    <a:pt x="64699" y="8728"/>
                  </a:lnTo>
                  <a:lnTo>
                    <a:pt x="64778" y="9005"/>
                  </a:lnTo>
                  <a:lnTo>
                    <a:pt x="64871" y="9281"/>
                  </a:lnTo>
                  <a:lnTo>
                    <a:pt x="64976" y="9544"/>
                  </a:lnTo>
                  <a:lnTo>
                    <a:pt x="65081" y="9808"/>
                  </a:lnTo>
                  <a:lnTo>
                    <a:pt x="65213" y="10071"/>
                  </a:lnTo>
                  <a:lnTo>
                    <a:pt x="65344" y="10321"/>
                  </a:lnTo>
                  <a:lnTo>
                    <a:pt x="65489" y="10558"/>
                  </a:lnTo>
                  <a:lnTo>
                    <a:pt x="65634" y="10808"/>
                  </a:lnTo>
                  <a:lnTo>
                    <a:pt x="65792" y="11032"/>
                  </a:lnTo>
                  <a:lnTo>
                    <a:pt x="65963" y="11256"/>
                  </a:lnTo>
                  <a:lnTo>
                    <a:pt x="66147" y="11479"/>
                  </a:lnTo>
                  <a:lnTo>
                    <a:pt x="66332" y="11690"/>
                  </a:lnTo>
                  <a:lnTo>
                    <a:pt x="66529" y="11888"/>
                  </a:lnTo>
                  <a:lnTo>
                    <a:pt x="66727" y="12085"/>
                  </a:lnTo>
                  <a:lnTo>
                    <a:pt x="66937" y="12269"/>
                  </a:lnTo>
                  <a:lnTo>
                    <a:pt x="67161" y="12440"/>
                  </a:lnTo>
                  <a:lnTo>
                    <a:pt x="67385" y="12612"/>
                  </a:lnTo>
                  <a:lnTo>
                    <a:pt x="67609" y="12769"/>
                  </a:lnTo>
                  <a:lnTo>
                    <a:pt x="67859" y="12927"/>
                  </a:lnTo>
                  <a:lnTo>
                    <a:pt x="68096" y="13072"/>
                  </a:lnTo>
                  <a:lnTo>
                    <a:pt x="68346" y="13204"/>
                  </a:lnTo>
                  <a:lnTo>
                    <a:pt x="68609" y="13322"/>
                  </a:lnTo>
                  <a:lnTo>
                    <a:pt x="68872" y="13428"/>
                  </a:lnTo>
                  <a:lnTo>
                    <a:pt x="69136" y="13533"/>
                  </a:lnTo>
                  <a:lnTo>
                    <a:pt x="69412" y="13625"/>
                  </a:lnTo>
                  <a:lnTo>
                    <a:pt x="69688" y="13704"/>
                  </a:lnTo>
                  <a:lnTo>
                    <a:pt x="69965" y="13770"/>
                  </a:lnTo>
                  <a:lnTo>
                    <a:pt x="70254" y="13823"/>
                  </a:lnTo>
                  <a:lnTo>
                    <a:pt x="70544" y="13862"/>
                  </a:lnTo>
                  <a:lnTo>
                    <a:pt x="70847" y="13902"/>
                  </a:lnTo>
                  <a:lnTo>
                    <a:pt x="71136" y="13915"/>
                  </a:lnTo>
                  <a:lnTo>
                    <a:pt x="71439" y="13928"/>
                  </a:lnTo>
                  <a:lnTo>
                    <a:pt x="71795" y="13915"/>
                  </a:lnTo>
                  <a:lnTo>
                    <a:pt x="72150" y="13888"/>
                  </a:lnTo>
                  <a:lnTo>
                    <a:pt x="72505" y="13849"/>
                  </a:lnTo>
                  <a:lnTo>
                    <a:pt x="72848" y="13783"/>
                  </a:lnTo>
                  <a:lnTo>
                    <a:pt x="73177" y="13704"/>
                  </a:lnTo>
                  <a:lnTo>
                    <a:pt x="73506" y="13612"/>
                  </a:lnTo>
                  <a:lnTo>
                    <a:pt x="73835" y="13507"/>
                  </a:lnTo>
                  <a:lnTo>
                    <a:pt x="74151" y="13375"/>
                  </a:lnTo>
                  <a:lnTo>
                    <a:pt x="74454" y="13230"/>
                  </a:lnTo>
                  <a:lnTo>
                    <a:pt x="74756" y="13085"/>
                  </a:lnTo>
                  <a:lnTo>
                    <a:pt x="75046" y="12914"/>
                  </a:lnTo>
                  <a:lnTo>
                    <a:pt x="75336" y="12730"/>
                  </a:lnTo>
                  <a:lnTo>
                    <a:pt x="75599" y="12533"/>
                  </a:lnTo>
                  <a:lnTo>
                    <a:pt x="75862" y="12335"/>
                  </a:lnTo>
                  <a:lnTo>
                    <a:pt x="76125" y="12111"/>
                  </a:lnTo>
                  <a:lnTo>
                    <a:pt x="76362" y="11888"/>
                  </a:lnTo>
                  <a:lnTo>
                    <a:pt x="76586" y="11637"/>
                  </a:lnTo>
                  <a:lnTo>
                    <a:pt x="76810" y="11387"/>
                  </a:lnTo>
                  <a:lnTo>
                    <a:pt x="77020" y="11124"/>
                  </a:lnTo>
                  <a:lnTo>
                    <a:pt x="77218" y="10848"/>
                  </a:lnTo>
                  <a:lnTo>
                    <a:pt x="77389" y="10571"/>
                  </a:lnTo>
                  <a:lnTo>
                    <a:pt x="77560" y="10282"/>
                  </a:lnTo>
                  <a:lnTo>
                    <a:pt x="77718" y="9979"/>
                  </a:lnTo>
                  <a:lnTo>
                    <a:pt x="77850" y="9663"/>
                  </a:lnTo>
                  <a:lnTo>
                    <a:pt x="77981" y="9347"/>
                  </a:lnTo>
                  <a:lnTo>
                    <a:pt x="78087" y="9031"/>
                  </a:lnTo>
                  <a:lnTo>
                    <a:pt x="78179" y="8702"/>
                  </a:lnTo>
                  <a:lnTo>
                    <a:pt x="78258" y="8360"/>
                  </a:lnTo>
                  <a:lnTo>
                    <a:pt x="78324" y="8017"/>
                  </a:lnTo>
                  <a:lnTo>
                    <a:pt x="78363" y="7675"/>
                  </a:lnTo>
                  <a:lnTo>
                    <a:pt x="78389" y="7320"/>
                  </a:lnTo>
                  <a:lnTo>
                    <a:pt x="78403" y="6964"/>
                  </a:lnTo>
                  <a:lnTo>
                    <a:pt x="78389" y="6596"/>
                  </a:lnTo>
                  <a:lnTo>
                    <a:pt x="78363" y="6254"/>
                  </a:lnTo>
                  <a:lnTo>
                    <a:pt x="78324" y="5898"/>
                  </a:lnTo>
                  <a:lnTo>
                    <a:pt x="78258" y="5556"/>
                  </a:lnTo>
                  <a:lnTo>
                    <a:pt x="78179" y="5227"/>
                  </a:lnTo>
                  <a:lnTo>
                    <a:pt x="78087" y="4885"/>
                  </a:lnTo>
                  <a:lnTo>
                    <a:pt x="77981" y="4569"/>
                  </a:lnTo>
                  <a:lnTo>
                    <a:pt x="77850" y="4253"/>
                  </a:lnTo>
                  <a:lnTo>
                    <a:pt x="77718" y="3937"/>
                  </a:lnTo>
                  <a:lnTo>
                    <a:pt x="77560" y="3647"/>
                  </a:lnTo>
                  <a:lnTo>
                    <a:pt x="77389" y="3358"/>
                  </a:lnTo>
                  <a:lnTo>
                    <a:pt x="77218" y="3068"/>
                  </a:lnTo>
                  <a:lnTo>
                    <a:pt x="77020" y="2792"/>
                  </a:lnTo>
                  <a:lnTo>
                    <a:pt x="76810" y="2528"/>
                  </a:lnTo>
                  <a:lnTo>
                    <a:pt x="76586" y="2278"/>
                  </a:lnTo>
                  <a:lnTo>
                    <a:pt x="76362" y="2041"/>
                  </a:lnTo>
                  <a:lnTo>
                    <a:pt x="76125" y="1804"/>
                  </a:lnTo>
                  <a:lnTo>
                    <a:pt x="75862" y="1594"/>
                  </a:lnTo>
                  <a:lnTo>
                    <a:pt x="75599" y="1383"/>
                  </a:lnTo>
                  <a:lnTo>
                    <a:pt x="75336" y="1186"/>
                  </a:lnTo>
                  <a:lnTo>
                    <a:pt x="75046" y="1001"/>
                  </a:lnTo>
                  <a:lnTo>
                    <a:pt x="74756" y="843"/>
                  </a:lnTo>
                  <a:lnTo>
                    <a:pt x="74454" y="685"/>
                  </a:lnTo>
                  <a:lnTo>
                    <a:pt x="74151" y="541"/>
                  </a:lnTo>
                  <a:lnTo>
                    <a:pt x="73835" y="422"/>
                  </a:lnTo>
                  <a:lnTo>
                    <a:pt x="73506" y="304"/>
                  </a:lnTo>
                  <a:lnTo>
                    <a:pt x="73177" y="211"/>
                  </a:lnTo>
                  <a:lnTo>
                    <a:pt x="72848" y="132"/>
                  </a:lnTo>
                  <a:lnTo>
                    <a:pt x="72505" y="80"/>
                  </a:lnTo>
                  <a:lnTo>
                    <a:pt x="72150" y="27"/>
                  </a:lnTo>
                  <a:lnTo>
                    <a:pt x="717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9" name="Google Shape;11951;p82">
            <a:extLst>
              <a:ext uri="{FF2B5EF4-FFF2-40B4-BE49-F238E27FC236}">
                <a16:creationId xmlns:a16="http://schemas.microsoft.com/office/drawing/2014/main" id="{A498B711-4EA2-7B09-66A4-C34C56D60726}"/>
              </a:ext>
            </a:extLst>
          </p:cNvPr>
          <p:cNvGrpSpPr/>
          <p:nvPr/>
        </p:nvGrpSpPr>
        <p:grpSpPr>
          <a:xfrm>
            <a:off x="3111526" y="4580600"/>
            <a:ext cx="420796" cy="421914"/>
            <a:chOff x="-1700225" y="2768875"/>
            <a:chExt cx="291450" cy="292225"/>
          </a:xfrm>
        </p:grpSpPr>
        <p:sp>
          <p:nvSpPr>
            <p:cNvPr id="750" name="Google Shape;11952;p82">
              <a:extLst>
                <a:ext uri="{FF2B5EF4-FFF2-40B4-BE49-F238E27FC236}">
                  <a16:creationId xmlns:a16="http://schemas.microsoft.com/office/drawing/2014/main" id="{640E4F85-FAB0-B6F8-59FF-FEC1AAE2530A}"/>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11953;p82">
              <a:extLst>
                <a:ext uri="{FF2B5EF4-FFF2-40B4-BE49-F238E27FC236}">
                  <a16:creationId xmlns:a16="http://schemas.microsoft.com/office/drawing/2014/main" id="{CCE5ECAE-17F9-8B15-F362-0F401DA8D08D}"/>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11954;p82">
              <a:extLst>
                <a:ext uri="{FF2B5EF4-FFF2-40B4-BE49-F238E27FC236}">
                  <a16:creationId xmlns:a16="http://schemas.microsoft.com/office/drawing/2014/main" id="{0E3AA5FC-4303-D8E1-61DE-343493C97B20}"/>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11955;p82">
              <a:extLst>
                <a:ext uri="{FF2B5EF4-FFF2-40B4-BE49-F238E27FC236}">
                  <a16:creationId xmlns:a16="http://schemas.microsoft.com/office/drawing/2014/main" id="{DA12E1F0-5655-49A2-38E6-352D14CB27D4}"/>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11956;p82">
              <a:extLst>
                <a:ext uri="{FF2B5EF4-FFF2-40B4-BE49-F238E27FC236}">
                  <a16:creationId xmlns:a16="http://schemas.microsoft.com/office/drawing/2014/main" id="{76B09D4D-3983-C635-65B8-17073BEF9F8F}"/>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11957;p82">
              <a:extLst>
                <a:ext uri="{FF2B5EF4-FFF2-40B4-BE49-F238E27FC236}">
                  <a16:creationId xmlns:a16="http://schemas.microsoft.com/office/drawing/2014/main" id="{FD242356-31E1-7B14-AADA-E50A84CD4105}"/>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 name="Google Shape;11889;p82">
            <a:extLst>
              <a:ext uri="{FF2B5EF4-FFF2-40B4-BE49-F238E27FC236}">
                <a16:creationId xmlns:a16="http://schemas.microsoft.com/office/drawing/2014/main" id="{72C1FAEF-AD2F-3AA0-3EEF-9A0EEEF7395A}"/>
              </a:ext>
            </a:extLst>
          </p:cNvPr>
          <p:cNvGrpSpPr/>
          <p:nvPr/>
        </p:nvGrpSpPr>
        <p:grpSpPr>
          <a:xfrm>
            <a:off x="3712170" y="4553904"/>
            <a:ext cx="420796" cy="421914"/>
            <a:chOff x="-1333200" y="2770450"/>
            <a:chExt cx="291450" cy="292225"/>
          </a:xfrm>
        </p:grpSpPr>
        <p:sp>
          <p:nvSpPr>
            <p:cNvPr id="757" name="Google Shape;11890;p82">
              <a:extLst>
                <a:ext uri="{FF2B5EF4-FFF2-40B4-BE49-F238E27FC236}">
                  <a16:creationId xmlns:a16="http://schemas.microsoft.com/office/drawing/2014/main" id="{193BC722-0C12-2F7B-08D2-C33F1ADFD114}"/>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11891;p82">
              <a:extLst>
                <a:ext uri="{FF2B5EF4-FFF2-40B4-BE49-F238E27FC236}">
                  <a16:creationId xmlns:a16="http://schemas.microsoft.com/office/drawing/2014/main" id="{1757193D-A252-E267-F2BD-CF215259FCFE}"/>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60"/>
        <p:cNvGrpSpPr/>
        <p:nvPr/>
      </p:nvGrpSpPr>
      <p:grpSpPr>
        <a:xfrm>
          <a:off x="0" y="0"/>
          <a:ext cx="0" cy="0"/>
          <a:chOff x="0" y="0"/>
          <a:chExt cx="0" cy="0"/>
        </a:xfrm>
      </p:grpSpPr>
      <p:sp>
        <p:nvSpPr>
          <p:cNvPr id="963" name="Google Shape;963;p42"/>
          <p:cNvSpPr txBox="1">
            <a:spLocks noGrp="1"/>
          </p:cNvSpPr>
          <p:nvPr>
            <p:ph type="body" idx="2"/>
          </p:nvPr>
        </p:nvSpPr>
        <p:spPr>
          <a:xfrm>
            <a:off x="5557674" y="1125608"/>
            <a:ext cx="2990613" cy="1703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b="1" dirty="0">
                <a:solidFill>
                  <a:schemeClr val="accent5">
                    <a:lumMod val="60000"/>
                    <a:lumOff val="40000"/>
                  </a:schemeClr>
                </a:solidFill>
              </a:rPr>
              <a:t>Deep learning </a:t>
            </a:r>
            <a:r>
              <a:rPr lang="en-US" dirty="0"/>
              <a:t>is a method in </a:t>
            </a:r>
            <a:r>
              <a:rPr lang="en-US" b="1" dirty="0">
                <a:solidFill>
                  <a:schemeClr val="accent5">
                    <a:lumMod val="60000"/>
                    <a:lumOff val="40000"/>
                  </a:schemeClr>
                </a:solidFill>
              </a:rPr>
              <a:t>artificial intelligence (AI)</a:t>
            </a:r>
            <a:r>
              <a:rPr lang="en-US" dirty="0"/>
              <a:t> that teaches computers to process data in a way that is inspired by the human brain. Deep learning models can recognize complex patterns in pictures, text, sounds, and other data to produce accurate insights and predictions.</a:t>
            </a:r>
          </a:p>
          <a:p>
            <a:pPr marL="0" lvl="0" indent="0" algn="l" rtl="0">
              <a:spcBef>
                <a:spcPts val="0"/>
              </a:spcBef>
              <a:spcAft>
                <a:spcPts val="0"/>
              </a:spcAft>
              <a:buClr>
                <a:schemeClr val="dk1"/>
              </a:buClr>
              <a:buSzPts val="1100"/>
              <a:buFont typeface="Arial"/>
              <a:buNone/>
            </a:pPr>
            <a:endParaRPr lang="en-US" dirty="0"/>
          </a:p>
          <a:p>
            <a:pPr marL="0" indent="0">
              <a:buSzPts val="1100"/>
              <a:buNone/>
            </a:pPr>
            <a:r>
              <a:rPr lang="en-US" dirty="0"/>
              <a:t>In this model we use Deep Learning to classify a set of images of clothes present in </a:t>
            </a:r>
            <a:r>
              <a:rPr lang="en-US" b="1" dirty="0">
                <a:solidFill>
                  <a:schemeClr val="accent5">
                    <a:lumMod val="60000"/>
                    <a:lumOff val="40000"/>
                  </a:schemeClr>
                </a:solidFill>
              </a:rPr>
              <a:t>Fashion MNIST </a:t>
            </a:r>
            <a:r>
              <a:rPr lang="en-US" dirty="0"/>
              <a:t>Dataset to their original categories.</a:t>
            </a:r>
          </a:p>
          <a:p>
            <a:pPr marL="0" indent="0">
              <a:buSzPts val="1100"/>
              <a:buNone/>
            </a:pPr>
            <a:endParaRPr lang="en-US" dirty="0"/>
          </a:p>
          <a:p>
            <a:pPr marL="0" lvl="0" indent="0" algn="l" rtl="0">
              <a:spcBef>
                <a:spcPts val="0"/>
              </a:spcBef>
              <a:spcAft>
                <a:spcPts val="0"/>
              </a:spcAft>
              <a:buClr>
                <a:schemeClr val="dk1"/>
              </a:buClr>
              <a:buSzPts val="1100"/>
              <a:buFont typeface="Arial"/>
              <a:buNone/>
            </a:pPr>
            <a:endParaRPr lang="en-US" dirty="0"/>
          </a:p>
          <a:p>
            <a:pPr marL="0" lvl="0" indent="0" algn="l" rtl="0">
              <a:spcBef>
                <a:spcPts val="0"/>
              </a:spcBef>
              <a:spcAft>
                <a:spcPts val="0"/>
              </a:spcAft>
              <a:buClr>
                <a:schemeClr val="dk1"/>
              </a:buClr>
              <a:buSzPts val="1100"/>
              <a:buFont typeface="Arial"/>
              <a:buNone/>
            </a:pPr>
            <a:endParaRPr lang="en-US" dirty="0"/>
          </a:p>
          <a:p>
            <a:pPr marL="0" lvl="0" indent="0" algn="l" rtl="0">
              <a:spcBef>
                <a:spcPts val="0"/>
              </a:spcBef>
              <a:spcAft>
                <a:spcPts val="0"/>
              </a:spcAft>
              <a:buClr>
                <a:schemeClr val="dk1"/>
              </a:buClr>
              <a:buSzPts val="1100"/>
              <a:buFont typeface="Arial"/>
              <a:buNone/>
            </a:pPr>
            <a:endParaRPr lang="en-US" dirty="0"/>
          </a:p>
          <a:p>
            <a:pPr marL="457200" lvl="0" indent="0" algn="l" rtl="0">
              <a:spcBef>
                <a:spcPts val="0"/>
              </a:spcBef>
              <a:spcAft>
                <a:spcPts val="0"/>
              </a:spcAft>
              <a:buNone/>
            </a:pPr>
            <a:endParaRPr dirty="0"/>
          </a:p>
          <a:p>
            <a:pPr marL="0" lvl="0" indent="0" algn="l" rtl="0">
              <a:spcBef>
                <a:spcPts val="0"/>
              </a:spcBef>
              <a:spcAft>
                <a:spcPts val="1600"/>
              </a:spcAft>
              <a:buNone/>
            </a:pPr>
            <a:endParaRPr dirty="0"/>
          </a:p>
        </p:txBody>
      </p:sp>
      <p:grpSp>
        <p:nvGrpSpPr>
          <p:cNvPr id="7" name="Group 6">
            <a:extLst>
              <a:ext uri="{FF2B5EF4-FFF2-40B4-BE49-F238E27FC236}">
                <a16:creationId xmlns:a16="http://schemas.microsoft.com/office/drawing/2014/main" id="{5CCCD4A9-98FC-7115-C889-EFB95D23E8D7}"/>
              </a:ext>
            </a:extLst>
          </p:cNvPr>
          <p:cNvGrpSpPr/>
          <p:nvPr/>
        </p:nvGrpSpPr>
        <p:grpSpPr>
          <a:xfrm>
            <a:off x="985012" y="854313"/>
            <a:ext cx="3657600" cy="3657900"/>
            <a:chOff x="457188" y="1076325"/>
            <a:chExt cx="3657600" cy="3657900"/>
          </a:xfrm>
        </p:grpSpPr>
        <p:sp>
          <p:nvSpPr>
            <p:cNvPr id="8" name="Google Shape;744;p23">
              <a:extLst>
                <a:ext uri="{FF2B5EF4-FFF2-40B4-BE49-F238E27FC236}">
                  <a16:creationId xmlns:a16="http://schemas.microsoft.com/office/drawing/2014/main" id="{083B2D41-E845-4D4E-276F-4621FE734215}"/>
                </a:ext>
              </a:extLst>
            </p:cNvPr>
            <p:cNvSpPr/>
            <p:nvPr/>
          </p:nvSpPr>
          <p:spPr>
            <a:xfrm>
              <a:off x="457188" y="1076325"/>
              <a:ext cx="3657600" cy="3657600"/>
            </a:xfrm>
            <a:prstGeom prst="ellipse">
              <a:avLst/>
            </a:prstGeom>
            <a:solidFill>
              <a:srgbClr val="E4EA27">
                <a:alpha val="25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45;p23">
              <a:extLst>
                <a:ext uri="{FF2B5EF4-FFF2-40B4-BE49-F238E27FC236}">
                  <a16:creationId xmlns:a16="http://schemas.microsoft.com/office/drawing/2014/main" id="{1C9348DD-1022-D16C-A522-529495D14B29}"/>
                </a:ext>
              </a:extLst>
            </p:cNvPr>
            <p:cNvSpPr/>
            <p:nvPr/>
          </p:nvSpPr>
          <p:spPr>
            <a:xfrm>
              <a:off x="919113" y="2000325"/>
              <a:ext cx="2733900" cy="2733900"/>
            </a:xfrm>
            <a:prstGeom prst="ellipse">
              <a:avLst/>
            </a:prstGeom>
            <a:solidFill>
              <a:srgbClr val="E99B27">
                <a:alpha val="25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48;p23">
              <a:extLst>
                <a:ext uri="{FF2B5EF4-FFF2-40B4-BE49-F238E27FC236}">
                  <a16:creationId xmlns:a16="http://schemas.microsoft.com/office/drawing/2014/main" id="{BF99651B-527A-4ADA-81A2-994F1ED2E7D2}"/>
                </a:ext>
              </a:extLst>
            </p:cNvPr>
            <p:cNvSpPr/>
            <p:nvPr/>
          </p:nvSpPr>
          <p:spPr>
            <a:xfrm>
              <a:off x="1504948" y="3171975"/>
              <a:ext cx="1562100" cy="1562100"/>
            </a:xfrm>
            <a:prstGeom prst="ellipse">
              <a:avLst/>
            </a:prstGeom>
            <a:solidFill>
              <a:srgbClr val="EA4827">
                <a:alpha val="25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749;p23">
            <a:extLst>
              <a:ext uri="{FF2B5EF4-FFF2-40B4-BE49-F238E27FC236}">
                <a16:creationId xmlns:a16="http://schemas.microsoft.com/office/drawing/2014/main" id="{DD0CF402-E1B9-4441-2502-8BCA54D6A161}"/>
              </a:ext>
            </a:extLst>
          </p:cNvPr>
          <p:cNvSpPr txBox="1"/>
          <p:nvPr/>
        </p:nvSpPr>
        <p:spPr>
          <a:xfrm>
            <a:off x="2032772" y="2186933"/>
            <a:ext cx="1352400" cy="47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Machine learning</a:t>
            </a:r>
            <a:endParaRPr sz="1800" b="1" dirty="0">
              <a:solidFill>
                <a:schemeClr val="dk1"/>
              </a:solidFill>
              <a:latin typeface="Fira Sans Extra Condensed"/>
              <a:ea typeface="Fira Sans Extra Condensed"/>
              <a:cs typeface="Fira Sans Extra Condensed"/>
              <a:sym typeface="Fira Sans Extra Condensed"/>
            </a:endParaRPr>
          </a:p>
        </p:txBody>
      </p:sp>
      <p:sp>
        <p:nvSpPr>
          <p:cNvPr id="12" name="Google Shape;749;p23">
            <a:extLst>
              <a:ext uri="{FF2B5EF4-FFF2-40B4-BE49-F238E27FC236}">
                <a16:creationId xmlns:a16="http://schemas.microsoft.com/office/drawing/2014/main" id="{6D3541FA-2173-F57A-8A55-2447A66B1445}"/>
              </a:ext>
            </a:extLst>
          </p:cNvPr>
          <p:cNvSpPr txBox="1"/>
          <p:nvPr/>
        </p:nvSpPr>
        <p:spPr>
          <a:xfrm>
            <a:off x="2032772" y="3493263"/>
            <a:ext cx="1352400" cy="47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Deep learning</a:t>
            </a:r>
            <a:endParaRPr sz="1800" b="1" dirty="0">
              <a:solidFill>
                <a:schemeClr val="dk1"/>
              </a:solidFill>
              <a:latin typeface="Fira Sans Extra Condensed"/>
              <a:ea typeface="Fira Sans Extra Condensed"/>
              <a:cs typeface="Fira Sans Extra Condensed"/>
              <a:sym typeface="Fira Sans Extra Condensed"/>
            </a:endParaRPr>
          </a:p>
        </p:txBody>
      </p:sp>
      <p:sp>
        <p:nvSpPr>
          <p:cNvPr id="13" name="Google Shape;749;p23">
            <a:extLst>
              <a:ext uri="{FF2B5EF4-FFF2-40B4-BE49-F238E27FC236}">
                <a16:creationId xmlns:a16="http://schemas.microsoft.com/office/drawing/2014/main" id="{63D235AC-1ABA-2F1D-3C81-312664C2E61F}"/>
              </a:ext>
            </a:extLst>
          </p:cNvPr>
          <p:cNvSpPr txBox="1"/>
          <p:nvPr/>
        </p:nvSpPr>
        <p:spPr>
          <a:xfrm>
            <a:off x="2137612" y="1125608"/>
            <a:ext cx="1352400" cy="47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Artificial Intelligence</a:t>
            </a:r>
            <a:endParaRPr sz="1800" b="1" dirty="0">
              <a:solidFill>
                <a:schemeClr val="dk1"/>
              </a:solidFill>
              <a:latin typeface="Fira Sans Extra Condensed"/>
              <a:ea typeface="Fira Sans Extra Condensed"/>
              <a:cs typeface="Fira Sans Extra Condensed"/>
              <a:sym typeface="Fira Sans Extra Condensed"/>
            </a:endParaRPr>
          </a:p>
        </p:txBody>
      </p:sp>
      <p:grpSp>
        <p:nvGrpSpPr>
          <p:cNvPr id="15" name="Group 14">
            <a:extLst>
              <a:ext uri="{FF2B5EF4-FFF2-40B4-BE49-F238E27FC236}">
                <a16:creationId xmlns:a16="http://schemas.microsoft.com/office/drawing/2014/main" id="{F5F2316F-20B2-D044-2E4F-1B5CEDB57F8E}"/>
              </a:ext>
            </a:extLst>
          </p:cNvPr>
          <p:cNvGrpSpPr/>
          <p:nvPr/>
        </p:nvGrpSpPr>
        <p:grpSpPr>
          <a:xfrm>
            <a:off x="4438374" y="1162772"/>
            <a:ext cx="606318" cy="595500"/>
            <a:chOff x="4894950" y="3638488"/>
            <a:chExt cx="807900" cy="807900"/>
          </a:xfrm>
        </p:grpSpPr>
        <p:sp>
          <p:nvSpPr>
            <p:cNvPr id="16" name="Google Shape;742;p23">
              <a:extLst>
                <a:ext uri="{FF2B5EF4-FFF2-40B4-BE49-F238E27FC236}">
                  <a16:creationId xmlns:a16="http://schemas.microsoft.com/office/drawing/2014/main" id="{4B525DFE-6E29-DFEF-48EF-8A7E99FB3619}"/>
                </a:ext>
              </a:extLst>
            </p:cNvPr>
            <p:cNvSpPr/>
            <p:nvPr/>
          </p:nvSpPr>
          <p:spPr>
            <a:xfrm>
              <a:off x="4894950" y="3638488"/>
              <a:ext cx="807900" cy="8079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7" name="Google Shape;762;p23">
              <a:extLst>
                <a:ext uri="{FF2B5EF4-FFF2-40B4-BE49-F238E27FC236}">
                  <a16:creationId xmlns:a16="http://schemas.microsoft.com/office/drawing/2014/main" id="{3A04B6EA-59BE-00B7-E715-66362EB0DDB6}"/>
                </a:ext>
              </a:extLst>
            </p:cNvPr>
            <p:cNvGrpSpPr/>
            <p:nvPr/>
          </p:nvGrpSpPr>
          <p:grpSpPr>
            <a:xfrm>
              <a:off x="5062791" y="3806432"/>
              <a:ext cx="472143" cy="459719"/>
              <a:chOff x="3204349" y="4054012"/>
              <a:chExt cx="370978" cy="361187"/>
            </a:xfrm>
          </p:grpSpPr>
          <p:sp>
            <p:nvSpPr>
              <p:cNvPr id="18" name="Google Shape;763;p23">
                <a:extLst>
                  <a:ext uri="{FF2B5EF4-FFF2-40B4-BE49-F238E27FC236}">
                    <a16:creationId xmlns:a16="http://schemas.microsoft.com/office/drawing/2014/main" id="{BD479F53-EDAC-D8B3-9112-0F0B66DBEA6D}"/>
                  </a:ext>
                </a:extLst>
              </p:cNvPr>
              <p:cNvSpPr/>
              <p:nvPr/>
            </p:nvSpPr>
            <p:spPr>
              <a:xfrm>
                <a:off x="3204349" y="4054012"/>
                <a:ext cx="118239" cy="279645"/>
              </a:xfrm>
              <a:custGeom>
                <a:avLst/>
                <a:gdLst/>
                <a:ahLst/>
                <a:cxnLst/>
                <a:rect l="l" t="t" r="r" b="b"/>
                <a:pathLst>
                  <a:path w="3454" h="8169" extrusionOk="0">
                    <a:moveTo>
                      <a:pt x="2359" y="1948"/>
                    </a:moveTo>
                    <a:cubicBezTo>
                      <a:pt x="2523" y="1948"/>
                      <a:pt x="2689" y="1996"/>
                      <a:pt x="2835" y="2096"/>
                    </a:cubicBezTo>
                    <a:cubicBezTo>
                      <a:pt x="2978" y="2191"/>
                      <a:pt x="3001" y="2382"/>
                      <a:pt x="2906" y="2525"/>
                    </a:cubicBezTo>
                    <a:cubicBezTo>
                      <a:pt x="2845" y="2617"/>
                      <a:pt x="2743" y="2670"/>
                      <a:pt x="2641" y="2670"/>
                    </a:cubicBezTo>
                    <a:cubicBezTo>
                      <a:pt x="2585" y="2670"/>
                      <a:pt x="2528" y="2654"/>
                      <a:pt x="2477" y="2620"/>
                    </a:cubicBezTo>
                    <a:cubicBezTo>
                      <a:pt x="2430" y="2572"/>
                      <a:pt x="2358" y="2572"/>
                      <a:pt x="2311" y="2572"/>
                    </a:cubicBezTo>
                    <a:cubicBezTo>
                      <a:pt x="2263" y="2572"/>
                      <a:pt x="2192" y="2620"/>
                      <a:pt x="2168" y="2668"/>
                    </a:cubicBezTo>
                    <a:cubicBezTo>
                      <a:pt x="2120" y="2739"/>
                      <a:pt x="2025" y="2787"/>
                      <a:pt x="1906" y="2787"/>
                    </a:cubicBezTo>
                    <a:cubicBezTo>
                      <a:pt x="1858" y="2787"/>
                      <a:pt x="1787" y="2787"/>
                      <a:pt x="1739" y="2739"/>
                    </a:cubicBezTo>
                    <a:cubicBezTo>
                      <a:pt x="1596" y="2644"/>
                      <a:pt x="1549" y="2453"/>
                      <a:pt x="1668" y="2311"/>
                    </a:cubicBezTo>
                    <a:cubicBezTo>
                      <a:pt x="1830" y="2075"/>
                      <a:pt x="2092" y="1948"/>
                      <a:pt x="2359" y="1948"/>
                    </a:cubicBezTo>
                    <a:close/>
                    <a:moveTo>
                      <a:pt x="1781" y="3570"/>
                    </a:moveTo>
                    <a:cubicBezTo>
                      <a:pt x="1929" y="3570"/>
                      <a:pt x="2051" y="3682"/>
                      <a:pt x="2073" y="3835"/>
                    </a:cubicBezTo>
                    <a:cubicBezTo>
                      <a:pt x="2073" y="3978"/>
                      <a:pt x="2144" y="4073"/>
                      <a:pt x="2239" y="4168"/>
                    </a:cubicBezTo>
                    <a:cubicBezTo>
                      <a:pt x="2318" y="4227"/>
                      <a:pt x="2412" y="4269"/>
                      <a:pt x="2510" y="4269"/>
                    </a:cubicBezTo>
                    <a:cubicBezTo>
                      <a:pt x="2530" y="4269"/>
                      <a:pt x="2552" y="4268"/>
                      <a:pt x="2573" y="4263"/>
                    </a:cubicBezTo>
                    <a:cubicBezTo>
                      <a:pt x="2588" y="4262"/>
                      <a:pt x="2602" y="4261"/>
                      <a:pt x="2616" y="4261"/>
                    </a:cubicBezTo>
                    <a:cubicBezTo>
                      <a:pt x="2982" y="4261"/>
                      <a:pt x="3034" y="4837"/>
                      <a:pt x="2644" y="4882"/>
                    </a:cubicBezTo>
                    <a:lnTo>
                      <a:pt x="2525" y="4882"/>
                    </a:lnTo>
                    <a:cubicBezTo>
                      <a:pt x="1977" y="4882"/>
                      <a:pt x="1501" y="4454"/>
                      <a:pt x="1453" y="3906"/>
                    </a:cubicBezTo>
                    <a:cubicBezTo>
                      <a:pt x="1430" y="3739"/>
                      <a:pt x="1549" y="3573"/>
                      <a:pt x="1739" y="3573"/>
                    </a:cubicBezTo>
                    <a:cubicBezTo>
                      <a:pt x="1753" y="3571"/>
                      <a:pt x="1768" y="3570"/>
                      <a:pt x="1781" y="3570"/>
                    </a:cubicBezTo>
                    <a:close/>
                    <a:moveTo>
                      <a:pt x="1739" y="5317"/>
                    </a:moveTo>
                    <a:cubicBezTo>
                      <a:pt x="1894" y="5317"/>
                      <a:pt x="2049" y="5418"/>
                      <a:pt x="2049" y="5621"/>
                    </a:cubicBezTo>
                    <a:cubicBezTo>
                      <a:pt x="2049" y="5740"/>
                      <a:pt x="2144" y="5835"/>
                      <a:pt x="2263" y="5859"/>
                    </a:cubicBezTo>
                    <a:cubicBezTo>
                      <a:pt x="2668" y="5859"/>
                      <a:pt x="2668" y="6478"/>
                      <a:pt x="2263" y="6478"/>
                    </a:cubicBezTo>
                    <a:cubicBezTo>
                      <a:pt x="1787" y="6454"/>
                      <a:pt x="1430" y="6097"/>
                      <a:pt x="1430" y="5621"/>
                    </a:cubicBezTo>
                    <a:cubicBezTo>
                      <a:pt x="1430" y="5418"/>
                      <a:pt x="1584" y="5317"/>
                      <a:pt x="1739" y="5317"/>
                    </a:cubicBezTo>
                    <a:close/>
                    <a:moveTo>
                      <a:pt x="2811" y="1"/>
                    </a:moveTo>
                    <a:cubicBezTo>
                      <a:pt x="2335" y="24"/>
                      <a:pt x="1930" y="310"/>
                      <a:pt x="1739" y="715"/>
                    </a:cubicBezTo>
                    <a:cubicBezTo>
                      <a:pt x="1572" y="786"/>
                      <a:pt x="1406" y="858"/>
                      <a:pt x="1287" y="1001"/>
                    </a:cubicBezTo>
                    <a:cubicBezTo>
                      <a:pt x="1096" y="1191"/>
                      <a:pt x="977" y="1477"/>
                      <a:pt x="1001" y="1787"/>
                    </a:cubicBezTo>
                    <a:cubicBezTo>
                      <a:pt x="620" y="2025"/>
                      <a:pt x="406" y="2430"/>
                      <a:pt x="406" y="2882"/>
                    </a:cubicBezTo>
                    <a:cubicBezTo>
                      <a:pt x="406" y="3001"/>
                      <a:pt x="429" y="3120"/>
                      <a:pt x="453" y="3239"/>
                    </a:cubicBezTo>
                    <a:cubicBezTo>
                      <a:pt x="239" y="3477"/>
                      <a:pt x="96" y="3787"/>
                      <a:pt x="96" y="4097"/>
                    </a:cubicBezTo>
                    <a:cubicBezTo>
                      <a:pt x="120" y="4335"/>
                      <a:pt x="167" y="4549"/>
                      <a:pt x="286" y="4763"/>
                    </a:cubicBezTo>
                    <a:cubicBezTo>
                      <a:pt x="1" y="5216"/>
                      <a:pt x="72" y="5787"/>
                      <a:pt x="429" y="6192"/>
                    </a:cubicBezTo>
                    <a:lnTo>
                      <a:pt x="429" y="6288"/>
                    </a:lnTo>
                    <a:cubicBezTo>
                      <a:pt x="429" y="6621"/>
                      <a:pt x="572" y="6954"/>
                      <a:pt x="787" y="7192"/>
                    </a:cubicBezTo>
                    <a:cubicBezTo>
                      <a:pt x="1001" y="7407"/>
                      <a:pt x="1287" y="7550"/>
                      <a:pt x="1596" y="7573"/>
                    </a:cubicBezTo>
                    <a:cubicBezTo>
                      <a:pt x="1858" y="7955"/>
                      <a:pt x="2287" y="8169"/>
                      <a:pt x="2739" y="8169"/>
                    </a:cubicBezTo>
                    <a:cubicBezTo>
                      <a:pt x="3001" y="8169"/>
                      <a:pt x="3239" y="8074"/>
                      <a:pt x="3454" y="7931"/>
                    </a:cubicBezTo>
                    <a:lnTo>
                      <a:pt x="3454" y="191"/>
                    </a:lnTo>
                    <a:cubicBezTo>
                      <a:pt x="3287" y="72"/>
                      <a:pt x="3049" y="1"/>
                      <a:pt x="2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64;p23">
                <a:extLst>
                  <a:ext uri="{FF2B5EF4-FFF2-40B4-BE49-F238E27FC236}">
                    <a16:creationId xmlns:a16="http://schemas.microsoft.com/office/drawing/2014/main" id="{5D7D1DAD-87C2-DC22-6465-0DC5730F7DD6}"/>
                  </a:ext>
                </a:extLst>
              </p:cNvPr>
              <p:cNvSpPr/>
              <p:nvPr/>
            </p:nvSpPr>
            <p:spPr>
              <a:xfrm>
                <a:off x="3451371" y="4303464"/>
                <a:ext cx="41627" cy="35568"/>
              </a:xfrm>
              <a:custGeom>
                <a:avLst/>
                <a:gdLst/>
                <a:ahLst/>
                <a:cxnLst/>
                <a:rect l="l" t="t" r="r" b="b"/>
                <a:pathLst>
                  <a:path w="1216" h="1039" extrusionOk="0">
                    <a:moveTo>
                      <a:pt x="691" y="1"/>
                    </a:moveTo>
                    <a:cubicBezTo>
                      <a:pt x="239" y="1"/>
                      <a:pt x="0" y="572"/>
                      <a:pt x="334" y="882"/>
                    </a:cubicBezTo>
                    <a:cubicBezTo>
                      <a:pt x="434" y="990"/>
                      <a:pt x="562" y="1038"/>
                      <a:pt x="690" y="1038"/>
                    </a:cubicBezTo>
                    <a:cubicBezTo>
                      <a:pt x="954" y="1038"/>
                      <a:pt x="1215" y="830"/>
                      <a:pt x="1215" y="525"/>
                    </a:cubicBezTo>
                    <a:cubicBezTo>
                      <a:pt x="1215" y="239"/>
                      <a:pt x="977" y="1"/>
                      <a:pt x="6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65;p23">
                <a:extLst>
                  <a:ext uri="{FF2B5EF4-FFF2-40B4-BE49-F238E27FC236}">
                    <a16:creationId xmlns:a16="http://schemas.microsoft.com/office/drawing/2014/main" id="{E41ECE2F-A408-4B5F-C6C5-0377459275B9}"/>
                  </a:ext>
                </a:extLst>
              </p:cNvPr>
              <p:cNvSpPr/>
              <p:nvPr/>
            </p:nvSpPr>
            <p:spPr>
              <a:xfrm>
                <a:off x="3381263" y="4227639"/>
                <a:ext cx="194064" cy="187560"/>
              </a:xfrm>
              <a:custGeom>
                <a:avLst/>
                <a:gdLst/>
                <a:ahLst/>
                <a:cxnLst/>
                <a:rect l="l" t="t" r="r" b="b"/>
                <a:pathLst>
                  <a:path w="5669" h="5479" extrusionOk="0">
                    <a:moveTo>
                      <a:pt x="2725" y="1561"/>
                    </a:moveTo>
                    <a:cubicBezTo>
                      <a:pt x="3327" y="1561"/>
                      <a:pt x="3906" y="2030"/>
                      <a:pt x="3906" y="2740"/>
                    </a:cubicBezTo>
                    <a:cubicBezTo>
                      <a:pt x="3906" y="3383"/>
                      <a:pt x="3382" y="3907"/>
                      <a:pt x="2739" y="3907"/>
                    </a:cubicBezTo>
                    <a:cubicBezTo>
                      <a:pt x="1691" y="3907"/>
                      <a:pt x="1167" y="2644"/>
                      <a:pt x="1906" y="1906"/>
                    </a:cubicBezTo>
                    <a:cubicBezTo>
                      <a:pt x="2144" y="1668"/>
                      <a:pt x="2437" y="1561"/>
                      <a:pt x="2725" y="1561"/>
                    </a:cubicBezTo>
                    <a:close/>
                    <a:moveTo>
                      <a:pt x="2739" y="1"/>
                    </a:moveTo>
                    <a:cubicBezTo>
                      <a:pt x="2596" y="1"/>
                      <a:pt x="2477" y="49"/>
                      <a:pt x="2406" y="144"/>
                    </a:cubicBezTo>
                    <a:cubicBezTo>
                      <a:pt x="2310" y="215"/>
                      <a:pt x="2263" y="358"/>
                      <a:pt x="2263" y="477"/>
                    </a:cubicBezTo>
                    <a:lnTo>
                      <a:pt x="2263" y="739"/>
                    </a:lnTo>
                    <a:cubicBezTo>
                      <a:pt x="2048" y="787"/>
                      <a:pt x="1834" y="858"/>
                      <a:pt x="1667" y="977"/>
                    </a:cubicBezTo>
                    <a:lnTo>
                      <a:pt x="1477" y="811"/>
                    </a:lnTo>
                    <a:cubicBezTo>
                      <a:pt x="1382" y="715"/>
                      <a:pt x="1257" y="668"/>
                      <a:pt x="1132" y="668"/>
                    </a:cubicBezTo>
                    <a:cubicBezTo>
                      <a:pt x="1007" y="668"/>
                      <a:pt x="882" y="715"/>
                      <a:pt x="786" y="811"/>
                    </a:cubicBezTo>
                    <a:cubicBezTo>
                      <a:pt x="596" y="1001"/>
                      <a:pt x="596" y="1287"/>
                      <a:pt x="786" y="1477"/>
                    </a:cubicBezTo>
                    <a:lnTo>
                      <a:pt x="977" y="1668"/>
                    </a:lnTo>
                    <a:cubicBezTo>
                      <a:pt x="858" y="1859"/>
                      <a:pt x="786" y="2049"/>
                      <a:pt x="739" y="2263"/>
                    </a:cubicBezTo>
                    <a:lnTo>
                      <a:pt x="477" y="2263"/>
                    </a:lnTo>
                    <a:cubicBezTo>
                      <a:pt x="215" y="2263"/>
                      <a:pt x="0" y="2478"/>
                      <a:pt x="0" y="2740"/>
                    </a:cubicBezTo>
                    <a:cubicBezTo>
                      <a:pt x="0" y="2883"/>
                      <a:pt x="48" y="3002"/>
                      <a:pt x="143" y="3097"/>
                    </a:cubicBezTo>
                    <a:cubicBezTo>
                      <a:pt x="215" y="3168"/>
                      <a:pt x="358" y="3240"/>
                      <a:pt x="477" y="3240"/>
                    </a:cubicBezTo>
                    <a:lnTo>
                      <a:pt x="739" y="3240"/>
                    </a:lnTo>
                    <a:cubicBezTo>
                      <a:pt x="786" y="3430"/>
                      <a:pt x="858" y="3645"/>
                      <a:pt x="977" y="3835"/>
                    </a:cubicBezTo>
                    <a:lnTo>
                      <a:pt x="810" y="4002"/>
                    </a:lnTo>
                    <a:cubicBezTo>
                      <a:pt x="620" y="4192"/>
                      <a:pt x="620" y="4478"/>
                      <a:pt x="810" y="4669"/>
                    </a:cubicBezTo>
                    <a:cubicBezTo>
                      <a:pt x="905" y="4764"/>
                      <a:pt x="1024" y="4811"/>
                      <a:pt x="1167" y="4811"/>
                    </a:cubicBezTo>
                    <a:cubicBezTo>
                      <a:pt x="1286" y="4811"/>
                      <a:pt x="1405" y="4764"/>
                      <a:pt x="1501" y="4669"/>
                    </a:cubicBezTo>
                    <a:lnTo>
                      <a:pt x="1667" y="4502"/>
                    </a:lnTo>
                    <a:cubicBezTo>
                      <a:pt x="1858" y="4621"/>
                      <a:pt x="2048" y="4692"/>
                      <a:pt x="2263" y="4740"/>
                    </a:cubicBezTo>
                    <a:lnTo>
                      <a:pt x="2263" y="5002"/>
                    </a:lnTo>
                    <a:cubicBezTo>
                      <a:pt x="2263" y="5264"/>
                      <a:pt x="2477" y="5478"/>
                      <a:pt x="2763" y="5478"/>
                    </a:cubicBezTo>
                    <a:cubicBezTo>
                      <a:pt x="3025" y="5478"/>
                      <a:pt x="3239" y="5264"/>
                      <a:pt x="3239" y="5002"/>
                    </a:cubicBezTo>
                    <a:lnTo>
                      <a:pt x="3239" y="4740"/>
                    </a:lnTo>
                    <a:cubicBezTo>
                      <a:pt x="3454" y="4692"/>
                      <a:pt x="3644" y="4597"/>
                      <a:pt x="3835" y="4502"/>
                    </a:cubicBezTo>
                    <a:lnTo>
                      <a:pt x="4001" y="4669"/>
                    </a:lnTo>
                    <a:cubicBezTo>
                      <a:pt x="4097" y="4764"/>
                      <a:pt x="4222" y="4811"/>
                      <a:pt x="4347" y="4811"/>
                    </a:cubicBezTo>
                    <a:cubicBezTo>
                      <a:pt x="4472" y="4811"/>
                      <a:pt x="4597" y="4764"/>
                      <a:pt x="4692" y="4669"/>
                    </a:cubicBezTo>
                    <a:cubicBezTo>
                      <a:pt x="4882" y="4478"/>
                      <a:pt x="4882" y="4168"/>
                      <a:pt x="4692" y="3978"/>
                    </a:cubicBezTo>
                    <a:lnTo>
                      <a:pt x="4525" y="3811"/>
                    </a:lnTo>
                    <a:cubicBezTo>
                      <a:pt x="4620" y="3621"/>
                      <a:pt x="4716" y="3430"/>
                      <a:pt x="4763" y="3216"/>
                    </a:cubicBezTo>
                    <a:lnTo>
                      <a:pt x="5001" y="3216"/>
                    </a:lnTo>
                    <a:cubicBezTo>
                      <a:pt x="5668" y="3216"/>
                      <a:pt x="5668" y="2240"/>
                      <a:pt x="5001" y="2240"/>
                    </a:cubicBezTo>
                    <a:lnTo>
                      <a:pt x="5001" y="2263"/>
                    </a:lnTo>
                    <a:lnTo>
                      <a:pt x="4763" y="2263"/>
                    </a:lnTo>
                    <a:cubicBezTo>
                      <a:pt x="4692" y="2049"/>
                      <a:pt x="4620" y="1835"/>
                      <a:pt x="4501" y="1668"/>
                    </a:cubicBezTo>
                    <a:lnTo>
                      <a:pt x="4692" y="1477"/>
                    </a:lnTo>
                    <a:cubicBezTo>
                      <a:pt x="5090" y="1133"/>
                      <a:pt x="4745" y="610"/>
                      <a:pt x="4357" y="610"/>
                    </a:cubicBezTo>
                    <a:cubicBezTo>
                      <a:pt x="4235" y="610"/>
                      <a:pt x="4110" y="662"/>
                      <a:pt x="4001" y="787"/>
                    </a:cubicBezTo>
                    <a:lnTo>
                      <a:pt x="3811" y="977"/>
                    </a:lnTo>
                    <a:cubicBezTo>
                      <a:pt x="3644" y="858"/>
                      <a:pt x="3430" y="787"/>
                      <a:pt x="3215" y="739"/>
                    </a:cubicBezTo>
                    <a:lnTo>
                      <a:pt x="3215" y="477"/>
                    </a:lnTo>
                    <a:cubicBezTo>
                      <a:pt x="3215" y="215"/>
                      <a:pt x="3001" y="1"/>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66;p23">
                <a:extLst>
                  <a:ext uri="{FF2B5EF4-FFF2-40B4-BE49-F238E27FC236}">
                    <a16:creationId xmlns:a16="http://schemas.microsoft.com/office/drawing/2014/main" id="{C521F021-CDD7-C134-3489-AD13F6CBF9BC}"/>
                  </a:ext>
                </a:extLst>
              </p:cNvPr>
              <p:cNvSpPr/>
              <p:nvPr/>
            </p:nvSpPr>
            <p:spPr>
              <a:xfrm>
                <a:off x="3343744" y="4054012"/>
                <a:ext cx="114987" cy="278036"/>
              </a:xfrm>
              <a:custGeom>
                <a:avLst/>
                <a:gdLst/>
                <a:ahLst/>
                <a:cxnLst/>
                <a:rect l="l" t="t" r="r" b="b"/>
                <a:pathLst>
                  <a:path w="3359" h="8122" extrusionOk="0">
                    <a:moveTo>
                      <a:pt x="1096" y="1948"/>
                    </a:moveTo>
                    <a:cubicBezTo>
                      <a:pt x="1363" y="1948"/>
                      <a:pt x="1625" y="2075"/>
                      <a:pt x="1787" y="2311"/>
                    </a:cubicBezTo>
                    <a:cubicBezTo>
                      <a:pt x="1948" y="2494"/>
                      <a:pt x="1799" y="2788"/>
                      <a:pt x="1553" y="2788"/>
                    </a:cubicBezTo>
                    <a:cubicBezTo>
                      <a:pt x="1544" y="2788"/>
                      <a:pt x="1535" y="2788"/>
                      <a:pt x="1525" y="2787"/>
                    </a:cubicBezTo>
                    <a:cubicBezTo>
                      <a:pt x="1430" y="2787"/>
                      <a:pt x="1335" y="2739"/>
                      <a:pt x="1287" y="2668"/>
                    </a:cubicBezTo>
                    <a:cubicBezTo>
                      <a:pt x="1239" y="2620"/>
                      <a:pt x="1192" y="2572"/>
                      <a:pt x="1144" y="2572"/>
                    </a:cubicBezTo>
                    <a:cubicBezTo>
                      <a:pt x="1123" y="2566"/>
                      <a:pt x="1104" y="2563"/>
                      <a:pt x="1087" y="2563"/>
                    </a:cubicBezTo>
                    <a:cubicBezTo>
                      <a:pt x="1045" y="2563"/>
                      <a:pt x="1011" y="2579"/>
                      <a:pt x="977" y="2596"/>
                    </a:cubicBezTo>
                    <a:cubicBezTo>
                      <a:pt x="916" y="2640"/>
                      <a:pt x="854" y="2659"/>
                      <a:pt x="795" y="2659"/>
                    </a:cubicBezTo>
                    <a:cubicBezTo>
                      <a:pt x="536" y="2659"/>
                      <a:pt x="348" y="2290"/>
                      <a:pt x="620" y="2096"/>
                    </a:cubicBezTo>
                    <a:cubicBezTo>
                      <a:pt x="765" y="1996"/>
                      <a:pt x="931" y="1948"/>
                      <a:pt x="1096" y="1948"/>
                    </a:cubicBezTo>
                    <a:close/>
                    <a:moveTo>
                      <a:pt x="1721" y="3570"/>
                    </a:moveTo>
                    <a:cubicBezTo>
                      <a:pt x="1735" y="3570"/>
                      <a:pt x="1749" y="3571"/>
                      <a:pt x="1763" y="3573"/>
                    </a:cubicBezTo>
                    <a:cubicBezTo>
                      <a:pt x="1930" y="3573"/>
                      <a:pt x="2073" y="3739"/>
                      <a:pt x="2049" y="3906"/>
                    </a:cubicBezTo>
                    <a:cubicBezTo>
                      <a:pt x="1978" y="4454"/>
                      <a:pt x="1525" y="4882"/>
                      <a:pt x="954" y="4882"/>
                    </a:cubicBezTo>
                    <a:lnTo>
                      <a:pt x="858" y="4882"/>
                    </a:lnTo>
                    <a:cubicBezTo>
                      <a:pt x="692" y="4882"/>
                      <a:pt x="549" y="4716"/>
                      <a:pt x="573" y="4549"/>
                    </a:cubicBezTo>
                    <a:cubicBezTo>
                      <a:pt x="573" y="4395"/>
                      <a:pt x="716" y="4261"/>
                      <a:pt x="869" y="4261"/>
                    </a:cubicBezTo>
                    <a:cubicBezTo>
                      <a:pt x="881" y="4261"/>
                      <a:pt x="894" y="4262"/>
                      <a:pt x="906" y="4263"/>
                    </a:cubicBezTo>
                    <a:cubicBezTo>
                      <a:pt x="921" y="4265"/>
                      <a:pt x="936" y="4265"/>
                      <a:pt x="950" y="4265"/>
                    </a:cubicBezTo>
                    <a:cubicBezTo>
                      <a:pt x="1194" y="4265"/>
                      <a:pt x="1407" y="4083"/>
                      <a:pt x="1430" y="3858"/>
                    </a:cubicBezTo>
                    <a:cubicBezTo>
                      <a:pt x="1430" y="3684"/>
                      <a:pt x="1569" y="3570"/>
                      <a:pt x="1721" y="3570"/>
                    </a:cubicBezTo>
                    <a:close/>
                    <a:moveTo>
                      <a:pt x="1192" y="6621"/>
                    </a:moveTo>
                    <a:lnTo>
                      <a:pt x="1192" y="6621"/>
                    </a:lnTo>
                    <a:cubicBezTo>
                      <a:pt x="1182" y="6625"/>
                      <a:pt x="1172" y="6628"/>
                      <a:pt x="1163" y="6632"/>
                    </a:cubicBezTo>
                    <a:lnTo>
                      <a:pt x="1163" y="6632"/>
                    </a:lnTo>
                    <a:cubicBezTo>
                      <a:pt x="1164" y="6636"/>
                      <a:pt x="1166" y="6641"/>
                      <a:pt x="1168" y="6645"/>
                    </a:cubicBezTo>
                    <a:lnTo>
                      <a:pt x="1192" y="6621"/>
                    </a:lnTo>
                    <a:close/>
                    <a:moveTo>
                      <a:pt x="596" y="1"/>
                    </a:moveTo>
                    <a:cubicBezTo>
                      <a:pt x="382" y="1"/>
                      <a:pt x="191" y="48"/>
                      <a:pt x="1" y="143"/>
                    </a:cubicBezTo>
                    <a:lnTo>
                      <a:pt x="1" y="7883"/>
                    </a:lnTo>
                    <a:cubicBezTo>
                      <a:pt x="168" y="8002"/>
                      <a:pt x="358" y="8074"/>
                      <a:pt x="549" y="8121"/>
                    </a:cubicBezTo>
                    <a:cubicBezTo>
                      <a:pt x="477" y="7978"/>
                      <a:pt x="453" y="7812"/>
                      <a:pt x="453" y="7645"/>
                    </a:cubicBezTo>
                    <a:cubicBezTo>
                      <a:pt x="453" y="7202"/>
                      <a:pt x="727" y="6805"/>
                      <a:pt x="1163" y="6632"/>
                    </a:cubicBezTo>
                    <a:lnTo>
                      <a:pt x="1163" y="6632"/>
                    </a:lnTo>
                    <a:cubicBezTo>
                      <a:pt x="1094" y="6470"/>
                      <a:pt x="1049" y="6307"/>
                      <a:pt x="1049" y="6145"/>
                    </a:cubicBezTo>
                    <a:cubicBezTo>
                      <a:pt x="1049" y="5859"/>
                      <a:pt x="1168" y="5573"/>
                      <a:pt x="1358" y="5383"/>
                    </a:cubicBezTo>
                    <a:cubicBezTo>
                      <a:pt x="1565" y="5176"/>
                      <a:pt x="1844" y="5070"/>
                      <a:pt x="2123" y="5070"/>
                    </a:cubicBezTo>
                    <a:cubicBezTo>
                      <a:pt x="2295" y="5070"/>
                      <a:pt x="2466" y="5110"/>
                      <a:pt x="2621" y="5192"/>
                    </a:cubicBezTo>
                    <a:cubicBezTo>
                      <a:pt x="2716" y="4859"/>
                      <a:pt x="2978" y="4597"/>
                      <a:pt x="3287" y="4501"/>
                    </a:cubicBezTo>
                    <a:cubicBezTo>
                      <a:pt x="3335" y="4359"/>
                      <a:pt x="3359" y="4192"/>
                      <a:pt x="3359" y="4049"/>
                    </a:cubicBezTo>
                    <a:cubicBezTo>
                      <a:pt x="3359" y="3716"/>
                      <a:pt x="3240" y="3406"/>
                      <a:pt x="3002" y="3192"/>
                    </a:cubicBezTo>
                    <a:cubicBezTo>
                      <a:pt x="3025" y="3073"/>
                      <a:pt x="3049" y="2954"/>
                      <a:pt x="3049" y="2834"/>
                    </a:cubicBezTo>
                    <a:cubicBezTo>
                      <a:pt x="3049" y="2382"/>
                      <a:pt x="2811" y="1977"/>
                      <a:pt x="2430" y="1739"/>
                    </a:cubicBezTo>
                    <a:cubicBezTo>
                      <a:pt x="2430" y="1429"/>
                      <a:pt x="2311" y="1167"/>
                      <a:pt x="2120" y="953"/>
                    </a:cubicBezTo>
                    <a:cubicBezTo>
                      <a:pt x="1978" y="834"/>
                      <a:pt x="1835" y="739"/>
                      <a:pt x="1668" y="691"/>
                    </a:cubicBezTo>
                    <a:cubicBezTo>
                      <a:pt x="1477" y="286"/>
                      <a:pt x="1049" y="1"/>
                      <a:pt x="5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22" name="Google Shape;780;p23">
            <a:extLst>
              <a:ext uri="{FF2B5EF4-FFF2-40B4-BE49-F238E27FC236}">
                <a16:creationId xmlns:a16="http://schemas.microsoft.com/office/drawing/2014/main" id="{5E90B9AB-CC6E-3E9E-87AF-2091E10DB8A3}"/>
              </a:ext>
            </a:extLst>
          </p:cNvPr>
          <p:cNvCxnSpPr>
            <a:cxnSpLocks/>
          </p:cNvCxnSpPr>
          <p:nvPr/>
        </p:nvCxnSpPr>
        <p:spPr>
          <a:xfrm flipV="1">
            <a:off x="3112367" y="1515546"/>
            <a:ext cx="1530245" cy="2385712"/>
          </a:xfrm>
          <a:prstGeom prst="straightConnector1">
            <a:avLst/>
          </a:prstGeom>
          <a:noFill/>
          <a:ln w="9525" cap="flat" cmpd="sng">
            <a:solidFill>
              <a:schemeClr val="accent5"/>
            </a:solidFill>
            <a:prstDash val="solid"/>
            <a:round/>
            <a:headEnd type="none" w="med" len="med"/>
            <a:tailEnd type="none" w="med" len="med"/>
          </a:ln>
        </p:spPr>
      </p:cxnSp>
      <p:cxnSp>
        <p:nvCxnSpPr>
          <p:cNvPr id="25" name="Google Shape;781;p23">
            <a:extLst>
              <a:ext uri="{FF2B5EF4-FFF2-40B4-BE49-F238E27FC236}">
                <a16:creationId xmlns:a16="http://schemas.microsoft.com/office/drawing/2014/main" id="{F5CDE7E0-32E0-31A0-3B70-A4BE6495D29F}"/>
              </a:ext>
            </a:extLst>
          </p:cNvPr>
          <p:cNvCxnSpPr/>
          <p:nvPr/>
        </p:nvCxnSpPr>
        <p:spPr>
          <a:xfrm>
            <a:off x="4725573" y="1416986"/>
            <a:ext cx="780300" cy="0"/>
          </a:xfrm>
          <a:prstGeom prst="straightConnector1">
            <a:avLst/>
          </a:prstGeom>
          <a:noFill/>
          <a:ln w="9525" cap="flat" cmpd="sng">
            <a:solidFill>
              <a:schemeClr val="accent5"/>
            </a:solidFill>
            <a:prstDash val="solid"/>
            <a:round/>
            <a:headEnd type="none" w="med" len="med"/>
            <a:tailEnd type="none" w="med" len="med"/>
          </a:ln>
        </p:spPr>
      </p:cxnSp>
      <p:sp>
        <p:nvSpPr>
          <p:cNvPr id="26" name="Google Shape;777;p23">
            <a:extLst>
              <a:ext uri="{FF2B5EF4-FFF2-40B4-BE49-F238E27FC236}">
                <a16:creationId xmlns:a16="http://schemas.microsoft.com/office/drawing/2014/main" id="{D5DFBA1F-A3AF-25F8-84D5-0734920CB50A}"/>
              </a:ext>
            </a:extLst>
          </p:cNvPr>
          <p:cNvSpPr/>
          <p:nvPr/>
        </p:nvSpPr>
        <p:spPr>
          <a:xfrm>
            <a:off x="5524374" y="1232896"/>
            <a:ext cx="66600" cy="4014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60"/>
        <p:cNvGrpSpPr/>
        <p:nvPr/>
      </p:nvGrpSpPr>
      <p:grpSpPr>
        <a:xfrm>
          <a:off x="0" y="0"/>
          <a:ext cx="0" cy="0"/>
          <a:chOff x="0" y="0"/>
          <a:chExt cx="0" cy="0"/>
        </a:xfrm>
      </p:grpSpPr>
      <p:sp>
        <p:nvSpPr>
          <p:cNvPr id="961" name="Google Shape;961;p42"/>
          <p:cNvSpPr txBox="1">
            <a:spLocks noGrp="1"/>
          </p:cNvSpPr>
          <p:nvPr>
            <p:ph type="title"/>
          </p:nvPr>
        </p:nvSpPr>
        <p:spPr>
          <a:xfrm>
            <a:off x="3178966" y="-100766"/>
            <a:ext cx="2617200" cy="859049"/>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WHAT IS A CNN?</a:t>
            </a:r>
            <a:endParaRPr dirty="0"/>
          </a:p>
        </p:txBody>
      </p:sp>
      <p:sp>
        <p:nvSpPr>
          <p:cNvPr id="962" name="Google Shape;962;p42"/>
          <p:cNvSpPr txBox="1">
            <a:spLocks noGrp="1"/>
          </p:cNvSpPr>
          <p:nvPr>
            <p:ph type="subTitle" idx="1"/>
          </p:nvPr>
        </p:nvSpPr>
        <p:spPr>
          <a:xfrm>
            <a:off x="185853" y="1566559"/>
            <a:ext cx="1461957" cy="518678"/>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IN" sz="1100" dirty="0"/>
              <a:t>I</a:t>
            </a:r>
            <a:r>
              <a:rPr lang="en" sz="1100" dirty="0"/>
              <a:t>nput layer</a:t>
            </a:r>
            <a:endParaRPr sz="1100" dirty="0"/>
          </a:p>
        </p:txBody>
      </p:sp>
      <p:sp>
        <p:nvSpPr>
          <p:cNvPr id="963" name="Google Shape;963;p42"/>
          <p:cNvSpPr txBox="1">
            <a:spLocks noGrp="1"/>
          </p:cNvSpPr>
          <p:nvPr>
            <p:ph type="body" idx="2"/>
          </p:nvPr>
        </p:nvSpPr>
        <p:spPr>
          <a:xfrm>
            <a:off x="4052939" y="1235209"/>
            <a:ext cx="4815423" cy="22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b="1" dirty="0">
                <a:solidFill>
                  <a:schemeClr val="accent5">
                    <a:lumMod val="60000"/>
                    <a:lumOff val="40000"/>
                  </a:schemeClr>
                </a:solidFill>
              </a:rPr>
              <a:t>Neural Network </a:t>
            </a:r>
            <a:r>
              <a:rPr lang="en-US" dirty="0"/>
              <a:t>is a type of machine learning process, called deep learning, that uses interconnected nodes or neurons in a layered structure that resembles the human brain. It is of three types :</a:t>
            </a:r>
          </a:p>
          <a:p>
            <a:pPr marL="0" lvl="0" indent="0" algn="l" rtl="0">
              <a:spcBef>
                <a:spcPts val="0"/>
              </a:spcBef>
              <a:spcAft>
                <a:spcPts val="0"/>
              </a:spcAft>
              <a:buClr>
                <a:schemeClr val="dk1"/>
              </a:buClr>
              <a:buSzPts val="1100"/>
              <a:buFont typeface="Arial"/>
              <a:buNone/>
            </a:pPr>
            <a:endParaRPr lang="en-US" dirty="0"/>
          </a:p>
          <a:p>
            <a:pPr marL="457200" lvl="0" indent="-317500" algn="l" rtl="0">
              <a:spcBef>
                <a:spcPts val="0"/>
              </a:spcBef>
              <a:spcAft>
                <a:spcPts val="0"/>
              </a:spcAft>
              <a:buSzPts val="1400"/>
              <a:buChar char="●"/>
            </a:pPr>
            <a:r>
              <a:rPr lang="en-US" dirty="0"/>
              <a:t>Artificial Neural Network           (ANN)</a:t>
            </a:r>
            <a:endParaRPr dirty="0"/>
          </a:p>
          <a:p>
            <a:pPr marL="457200" lvl="0" indent="-317500" algn="l" rtl="0">
              <a:spcBef>
                <a:spcPts val="0"/>
              </a:spcBef>
              <a:spcAft>
                <a:spcPts val="0"/>
              </a:spcAft>
              <a:buSzPts val="1400"/>
              <a:buChar char="●"/>
            </a:pPr>
            <a:r>
              <a:rPr lang="en-US" dirty="0"/>
              <a:t>Convolutional Neural Network (CNN)</a:t>
            </a:r>
          </a:p>
          <a:p>
            <a:pPr marL="457200" lvl="0" indent="-317500" algn="l" rtl="0">
              <a:spcBef>
                <a:spcPts val="0"/>
              </a:spcBef>
              <a:spcAft>
                <a:spcPts val="0"/>
              </a:spcAft>
              <a:buSzPts val="1400"/>
              <a:buChar char="●"/>
            </a:pPr>
            <a:r>
              <a:rPr lang="en-US" dirty="0"/>
              <a:t>Recurrent Neural Network        (RNN)</a:t>
            </a:r>
          </a:p>
          <a:p>
            <a:pPr marL="457200" lvl="0" indent="0" algn="l" rtl="0">
              <a:spcBef>
                <a:spcPts val="0"/>
              </a:spcBef>
              <a:spcAft>
                <a:spcPts val="0"/>
              </a:spcAft>
              <a:buNone/>
            </a:pPr>
            <a:endParaRPr dirty="0"/>
          </a:p>
          <a:p>
            <a:pPr marL="0" lvl="0" indent="0" algn="l" rtl="0">
              <a:spcBef>
                <a:spcPts val="0"/>
              </a:spcBef>
              <a:spcAft>
                <a:spcPts val="0"/>
              </a:spcAft>
              <a:buNone/>
            </a:pPr>
            <a:r>
              <a:rPr lang="en-US" dirty="0"/>
              <a:t>A </a:t>
            </a:r>
            <a:r>
              <a:rPr lang="en-US" b="1" dirty="0">
                <a:solidFill>
                  <a:schemeClr val="accent5">
                    <a:lumMod val="60000"/>
                    <a:lumOff val="40000"/>
                  </a:schemeClr>
                </a:solidFill>
              </a:rPr>
              <a:t>Convolutional Neural Network</a:t>
            </a:r>
            <a:r>
              <a:rPr lang="en-US" dirty="0"/>
              <a:t>, also known as CNN or </a:t>
            </a:r>
            <a:r>
              <a:rPr lang="en-US" dirty="0" err="1"/>
              <a:t>ConvNet</a:t>
            </a:r>
            <a:r>
              <a:rPr lang="en-US" dirty="0"/>
              <a:t>, is a class of </a:t>
            </a:r>
            <a:r>
              <a:rPr lang="en-US" dirty="0">
                <a:effectLst/>
              </a:rPr>
              <a:t>neural networks</a:t>
            </a:r>
            <a:r>
              <a:rPr lang="en-US" dirty="0"/>
              <a:t> that specializes in processing data that has a grid-like topology, such as an image. </a:t>
            </a:r>
            <a:endParaRPr dirty="0"/>
          </a:p>
        </p:txBody>
      </p:sp>
      <p:pic>
        <p:nvPicPr>
          <p:cNvPr id="5" name="Picture 4">
            <a:extLst>
              <a:ext uri="{FF2B5EF4-FFF2-40B4-BE49-F238E27FC236}">
                <a16:creationId xmlns:a16="http://schemas.microsoft.com/office/drawing/2014/main" id="{FDF26B3F-167E-067E-3B78-6116053A844E}"/>
              </a:ext>
            </a:extLst>
          </p:cNvPr>
          <p:cNvPicPr>
            <a:picLocks noChangeAspect="1"/>
          </p:cNvPicPr>
          <p:nvPr/>
        </p:nvPicPr>
        <p:blipFill>
          <a:blip r:embed="rId3"/>
          <a:stretch>
            <a:fillRect/>
          </a:stretch>
        </p:blipFill>
        <p:spPr>
          <a:xfrm>
            <a:off x="1377102" y="1566559"/>
            <a:ext cx="2263500" cy="2263500"/>
          </a:xfrm>
          <a:prstGeom prst="rect">
            <a:avLst/>
          </a:prstGeom>
        </p:spPr>
      </p:pic>
      <p:sp>
        <p:nvSpPr>
          <p:cNvPr id="6" name="Google Shape;962;p42">
            <a:extLst>
              <a:ext uri="{FF2B5EF4-FFF2-40B4-BE49-F238E27FC236}">
                <a16:creationId xmlns:a16="http://schemas.microsoft.com/office/drawing/2014/main" id="{0556C2E8-C333-786B-6E88-B654B2C0471C}"/>
              </a:ext>
            </a:extLst>
          </p:cNvPr>
          <p:cNvSpPr txBox="1">
            <a:spLocks/>
          </p:cNvSpPr>
          <p:nvPr/>
        </p:nvSpPr>
        <p:spPr>
          <a:xfrm>
            <a:off x="719925" y="1235209"/>
            <a:ext cx="2031600" cy="66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2100"/>
              <a:buFont typeface="Roboto"/>
              <a:buNone/>
              <a:defRPr sz="1800" b="0" i="0" u="none" strike="noStrike" cap="none">
                <a:solidFill>
                  <a:schemeClr val="dk1"/>
                </a:solidFill>
                <a:latin typeface="Oswald"/>
                <a:ea typeface="Oswald"/>
                <a:cs typeface="Oswald"/>
                <a:sym typeface="Oswald"/>
              </a:defRPr>
            </a:lvl1pPr>
            <a:lvl2pPr marL="914400" marR="0" lvl="1"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2pPr>
            <a:lvl3pPr marL="1371600" marR="0" lvl="2"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3pPr>
            <a:lvl4pPr marL="1828800" marR="0" lvl="3"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4pPr>
            <a:lvl5pPr marL="2286000" marR="0" lvl="4"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5pPr>
            <a:lvl6pPr marL="2743200" marR="0" lvl="5"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6pPr>
            <a:lvl7pPr marL="3200400" marR="0" lvl="6"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7pPr>
            <a:lvl8pPr marL="3657600" marR="0" lvl="7"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8pPr>
            <a:lvl9pPr marL="4114800" marR="0" lvl="8"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9pPr>
          </a:lstStyle>
          <a:p>
            <a:pPr marL="0" indent="0"/>
            <a:r>
              <a:rPr lang="en-IN" sz="1100" dirty="0"/>
              <a:t>Hidden layer</a:t>
            </a:r>
          </a:p>
        </p:txBody>
      </p:sp>
      <p:sp>
        <p:nvSpPr>
          <p:cNvPr id="7" name="Google Shape;962;p42">
            <a:extLst>
              <a:ext uri="{FF2B5EF4-FFF2-40B4-BE49-F238E27FC236}">
                <a16:creationId xmlns:a16="http://schemas.microsoft.com/office/drawing/2014/main" id="{B4E0B070-C307-2710-7828-2283EA6D89C5}"/>
              </a:ext>
            </a:extLst>
          </p:cNvPr>
          <p:cNvSpPr txBox="1">
            <a:spLocks/>
          </p:cNvSpPr>
          <p:nvPr/>
        </p:nvSpPr>
        <p:spPr>
          <a:xfrm>
            <a:off x="1789439" y="1566559"/>
            <a:ext cx="2031600" cy="66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2100"/>
              <a:buFont typeface="Roboto"/>
              <a:buNone/>
              <a:defRPr sz="1800" b="0" i="0" u="none" strike="noStrike" cap="none">
                <a:solidFill>
                  <a:schemeClr val="dk1"/>
                </a:solidFill>
                <a:latin typeface="Oswald"/>
                <a:ea typeface="Oswald"/>
                <a:cs typeface="Oswald"/>
                <a:sym typeface="Oswald"/>
              </a:defRPr>
            </a:lvl1pPr>
            <a:lvl2pPr marL="914400" marR="0" lvl="1"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2pPr>
            <a:lvl3pPr marL="1371600" marR="0" lvl="2"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3pPr>
            <a:lvl4pPr marL="1828800" marR="0" lvl="3"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4pPr>
            <a:lvl5pPr marL="2286000" marR="0" lvl="4"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5pPr>
            <a:lvl6pPr marL="2743200" marR="0" lvl="5"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6pPr>
            <a:lvl7pPr marL="3200400" marR="0" lvl="6"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7pPr>
            <a:lvl8pPr marL="3657600" marR="0" lvl="7"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8pPr>
            <a:lvl9pPr marL="4114800" marR="0" lvl="8" indent="-317500" algn="ctr" rtl="0">
              <a:lnSpc>
                <a:spcPct val="100000"/>
              </a:lnSpc>
              <a:spcBef>
                <a:spcPts val="0"/>
              </a:spcBef>
              <a:spcAft>
                <a:spcPts val="0"/>
              </a:spcAft>
              <a:buClr>
                <a:schemeClr val="dk1"/>
              </a:buClr>
              <a:buSzPts val="2100"/>
              <a:buFont typeface="Roboto"/>
              <a:buNone/>
              <a:defRPr sz="2100" b="0" i="0" u="none" strike="noStrike" cap="none">
                <a:solidFill>
                  <a:schemeClr val="dk1"/>
                </a:solidFill>
                <a:latin typeface="Roboto"/>
                <a:ea typeface="Roboto"/>
                <a:cs typeface="Roboto"/>
                <a:sym typeface="Roboto"/>
              </a:defRPr>
            </a:lvl9pPr>
          </a:lstStyle>
          <a:p>
            <a:pPr marL="0" indent="0"/>
            <a:r>
              <a:rPr lang="en-IN" sz="1100" dirty="0"/>
              <a:t>Output layer</a:t>
            </a:r>
          </a:p>
        </p:txBody>
      </p:sp>
    </p:spTree>
    <p:extLst>
      <p:ext uri="{BB962C8B-B14F-4D97-AF65-F5344CB8AC3E}">
        <p14:creationId xmlns:p14="http://schemas.microsoft.com/office/powerpoint/2010/main" val="3638889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95"/>
        <p:cNvGrpSpPr/>
        <p:nvPr/>
      </p:nvGrpSpPr>
      <p:grpSpPr>
        <a:xfrm>
          <a:off x="0" y="0"/>
          <a:ext cx="0" cy="0"/>
          <a:chOff x="0" y="0"/>
          <a:chExt cx="0" cy="0"/>
        </a:xfrm>
      </p:grpSpPr>
      <p:sp>
        <p:nvSpPr>
          <p:cNvPr id="696" name="Google Shape;696;p30"/>
          <p:cNvSpPr txBox="1">
            <a:spLocks noGrp="1"/>
          </p:cNvSpPr>
          <p:nvPr>
            <p:ph type="title"/>
          </p:nvPr>
        </p:nvSpPr>
        <p:spPr>
          <a:xfrm>
            <a:off x="4747374" y="762609"/>
            <a:ext cx="3271023" cy="98542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400" dirty="0"/>
              <a:t>The CNNs have mainly three layers :</a:t>
            </a:r>
            <a:endParaRPr sz="1400" dirty="0"/>
          </a:p>
        </p:txBody>
      </p:sp>
      <p:sp>
        <p:nvSpPr>
          <p:cNvPr id="2" name="Google Shape;961;p42">
            <a:extLst>
              <a:ext uri="{FF2B5EF4-FFF2-40B4-BE49-F238E27FC236}">
                <a16:creationId xmlns:a16="http://schemas.microsoft.com/office/drawing/2014/main" id="{45813C93-DC8A-F8C2-3F77-2CE6555501CA}"/>
              </a:ext>
            </a:extLst>
          </p:cNvPr>
          <p:cNvSpPr txBox="1">
            <a:spLocks/>
          </p:cNvSpPr>
          <p:nvPr/>
        </p:nvSpPr>
        <p:spPr>
          <a:xfrm>
            <a:off x="1211767" y="-223024"/>
            <a:ext cx="4742984" cy="85904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900"/>
              <a:buFont typeface="Oswald"/>
              <a:buNone/>
              <a:defRPr sz="2400" b="0" i="0" u="none" strike="noStrike" cap="none">
                <a:solidFill>
                  <a:schemeClr val="dk1"/>
                </a:solidFill>
                <a:latin typeface="Roboto"/>
                <a:ea typeface="Roboto"/>
                <a:cs typeface="Roboto"/>
                <a:sym typeface="Roboto"/>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r"/>
            <a:r>
              <a:rPr lang="en-US" dirty="0">
                <a:latin typeface="Oswald" panose="00000500000000000000" pitchFamily="2" charset="0"/>
              </a:rPr>
              <a:t>T</a:t>
            </a:r>
            <a:r>
              <a:rPr lang="en-IN" dirty="0">
                <a:latin typeface="Oswald" panose="00000500000000000000" pitchFamily="2" charset="0"/>
              </a:rPr>
              <a:t>HE CNN ARCHITECTURE</a:t>
            </a:r>
          </a:p>
        </p:txBody>
      </p:sp>
      <p:pic>
        <p:nvPicPr>
          <p:cNvPr id="4" name="Picture 3">
            <a:extLst>
              <a:ext uri="{FF2B5EF4-FFF2-40B4-BE49-F238E27FC236}">
                <a16:creationId xmlns:a16="http://schemas.microsoft.com/office/drawing/2014/main" id="{192AF447-A507-DB96-1A39-652DCCA8F6EB}"/>
              </a:ext>
            </a:extLst>
          </p:cNvPr>
          <p:cNvPicPr>
            <a:picLocks noChangeAspect="1"/>
          </p:cNvPicPr>
          <p:nvPr/>
        </p:nvPicPr>
        <p:blipFill>
          <a:blip r:embed="rId3"/>
          <a:stretch>
            <a:fillRect/>
          </a:stretch>
        </p:blipFill>
        <p:spPr>
          <a:xfrm>
            <a:off x="281957" y="762609"/>
            <a:ext cx="4465417" cy="1591313"/>
          </a:xfrm>
          <a:prstGeom prst="rect">
            <a:avLst/>
          </a:prstGeom>
        </p:spPr>
      </p:pic>
      <p:sp>
        <p:nvSpPr>
          <p:cNvPr id="10" name="TextBox 9">
            <a:extLst>
              <a:ext uri="{FF2B5EF4-FFF2-40B4-BE49-F238E27FC236}">
                <a16:creationId xmlns:a16="http://schemas.microsoft.com/office/drawing/2014/main" id="{2FF6784D-4BA4-BBA1-3930-FFBC48B9B188}"/>
              </a:ext>
            </a:extLst>
          </p:cNvPr>
          <p:cNvSpPr txBox="1"/>
          <p:nvPr/>
        </p:nvSpPr>
        <p:spPr>
          <a:xfrm>
            <a:off x="4747374" y="1741842"/>
            <a:ext cx="4572000" cy="738664"/>
          </a:xfrm>
          <a:prstGeom prst="rect">
            <a:avLst/>
          </a:prstGeom>
          <a:noFill/>
        </p:spPr>
        <p:txBody>
          <a:bodyPr wrap="square">
            <a:spAutoFit/>
          </a:bodyPr>
          <a:lstStyle/>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lang="en-US" dirty="0">
                <a:solidFill>
                  <a:srgbClr val="CEF3F5"/>
                </a:solidFill>
                <a:latin typeface="Roboto"/>
                <a:ea typeface="Roboto"/>
                <a:cs typeface="Roboto"/>
                <a:sym typeface="Roboto"/>
              </a:rPr>
              <a:t>Convolutional Layer</a:t>
            </a:r>
            <a:endPar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endParaRP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Pooling layer</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Fully Connected (FC) Layer</a:t>
            </a:r>
          </a:p>
        </p:txBody>
      </p:sp>
      <p:sp>
        <p:nvSpPr>
          <p:cNvPr id="24" name="TextBox 23">
            <a:extLst>
              <a:ext uri="{FF2B5EF4-FFF2-40B4-BE49-F238E27FC236}">
                <a16:creationId xmlns:a16="http://schemas.microsoft.com/office/drawing/2014/main" id="{1018E6E4-7C9F-56FD-19AE-8FBA9443B10C}"/>
              </a:ext>
            </a:extLst>
          </p:cNvPr>
          <p:cNvSpPr txBox="1"/>
          <p:nvPr/>
        </p:nvSpPr>
        <p:spPr>
          <a:xfrm>
            <a:off x="281957" y="2667249"/>
            <a:ext cx="8401126" cy="523220"/>
          </a:xfrm>
          <a:prstGeom prst="rect">
            <a:avLst/>
          </a:prstGeom>
          <a:noFill/>
        </p:spPr>
        <p:txBody>
          <a:bodyPr wrap="square">
            <a:spAutoFit/>
          </a:bodyPr>
          <a:lstStyle/>
          <a:p>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The convolutional layer is the first layer of a convolutional network. While convolutional layers can be followed by additional convolutional layers or pooling layers, the fully-connected layer is the final layer.</a:t>
            </a:r>
            <a:endParaRPr lang="en-IN" dirty="0"/>
          </a:p>
        </p:txBody>
      </p:sp>
      <p:sp>
        <p:nvSpPr>
          <p:cNvPr id="26" name="TextBox 25">
            <a:extLst>
              <a:ext uri="{FF2B5EF4-FFF2-40B4-BE49-F238E27FC236}">
                <a16:creationId xmlns:a16="http://schemas.microsoft.com/office/drawing/2014/main" id="{62EF14E9-38A1-FA7F-F096-D45BF7C54968}"/>
              </a:ext>
            </a:extLst>
          </p:cNvPr>
          <p:cNvSpPr txBox="1"/>
          <p:nvPr/>
        </p:nvSpPr>
        <p:spPr>
          <a:xfrm>
            <a:off x="2665141" y="3377212"/>
            <a:ext cx="5702661" cy="1169551"/>
          </a:xfrm>
          <a:prstGeom prst="rect">
            <a:avLst/>
          </a:prstGeom>
          <a:noFill/>
        </p:spPr>
        <p:txBody>
          <a:bodyPr wrap="square">
            <a:spAutoFit/>
          </a:bodyPr>
          <a:lstStyle/>
          <a:p>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With each layer, the CNN increases in its complexity, identifying greater portions of the image. Earlier layers focus on simple features, such as colors and edges. As the image data progresses through the layers of the CNN, it starts to recognize larger elements or shapes of the object until it finally identifies the intended object.</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01"/>
        <p:cNvGrpSpPr/>
        <p:nvPr/>
      </p:nvGrpSpPr>
      <p:grpSpPr>
        <a:xfrm>
          <a:off x="0" y="0"/>
          <a:ext cx="0" cy="0"/>
          <a:chOff x="0" y="0"/>
          <a:chExt cx="0" cy="0"/>
        </a:xfrm>
      </p:grpSpPr>
      <p:sp>
        <p:nvSpPr>
          <p:cNvPr id="702" name="Google Shape;702;p31"/>
          <p:cNvSpPr txBox="1">
            <a:spLocks noGrp="1"/>
          </p:cNvSpPr>
          <p:nvPr>
            <p:ph type="title"/>
          </p:nvPr>
        </p:nvSpPr>
        <p:spPr>
          <a:xfrm>
            <a:off x="4884077" y="396745"/>
            <a:ext cx="2665432" cy="97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THE FASHION MNIST DATASET</a:t>
            </a:r>
            <a:endParaRPr dirty="0"/>
          </a:p>
        </p:txBody>
      </p:sp>
      <p:sp>
        <p:nvSpPr>
          <p:cNvPr id="703" name="Google Shape;703;p31"/>
          <p:cNvSpPr txBox="1">
            <a:spLocks noGrp="1"/>
          </p:cNvSpPr>
          <p:nvPr>
            <p:ph type="body" idx="1"/>
          </p:nvPr>
        </p:nvSpPr>
        <p:spPr>
          <a:xfrm>
            <a:off x="4730413" y="1351347"/>
            <a:ext cx="3983789" cy="128179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Fashion-MNIST is a dataset of Zalando's article images—consisting of a training set of 60,000 examples and a test set of 10,000 examples. Each example is a 28x28 grayscale image, associated with a label from 10 classes.</a:t>
            </a:r>
          </a:p>
        </p:txBody>
      </p:sp>
      <p:grpSp>
        <p:nvGrpSpPr>
          <p:cNvPr id="704" name="Google Shape;704;p31"/>
          <p:cNvGrpSpPr/>
          <p:nvPr/>
        </p:nvGrpSpPr>
        <p:grpSpPr>
          <a:xfrm>
            <a:off x="7457775" y="3267363"/>
            <a:ext cx="942814" cy="862360"/>
            <a:chOff x="-3137650" y="2787000"/>
            <a:chExt cx="291450" cy="257575"/>
          </a:xfrm>
        </p:grpSpPr>
        <p:sp>
          <p:nvSpPr>
            <p:cNvPr id="705" name="Google Shape;705;p31"/>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1"/>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1"/>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1"/>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1"/>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1"/>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1"/>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1"/>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 name="Google Shape;713;p31"/>
          <p:cNvGrpSpPr/>
          <p:nvPr/>
        </p:nvGrpSpPr>
        <p:grpSpPr>
          <a:xfrm>
            <a:off x="0" y="4569046"/>
            <a:ext cx="1022509" cy="572747"/>
            <a:chOff x="-77" y="3784091"/>
            <a:chExt cx="2423582" cy="1357541"/>
          </a:xfrm>
        </p:grpSpPr>
        <p:sp>
          <p:nvSpPr>
            <p:cNvPr id="714" name="Google Shape;714;p3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31"/>
          <p:cNvGrpSpPr/>
          <p:nvPr/>
        </p:nvGrpSpPr>
        <p:grpSpPr>
          <a:xfrm rot="10800000">
            <a:off x="8121500" y="-4"/>
            <a:ext cx="1022509" cy="572747"/>
            <a:chOff x="-77" y="3784091"/>
            <a:chExt cx="2423582" cy="1357541"/>
          </a:xfrm>
        </p:grpSpPr>
        <p:sp>
          <p:nvSpPr>
            <p:cNvPr id="720" name="Google Shape;720;p3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31"/>
          <p:cNvGrpSpPr/>
          <p:nvPr/>
        </p:nvGrpSpPr>
        <p:grpSpPr>
          <a:xfrm>
            <a:off x="4524300" y="1013625"/>
            <a:ext cx="95400" cy="3116250"/>
            <a:chOff x="4524300" y="1013625"/>
            <a:chExt cx="95400" cy="3116250"/>
          </a:xfrm>
        </p:grpSpPr>
        <p:sp>
          <p:nvSpPr>
            <p:cNvPr id="726" name="Google Shape;726;p31"/>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1"/>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1"/>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1"/>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1"/>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1"/>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TextBox 18">
            <a:extLst>
              <a:ext uri="{FF2B5EF4-FFF2-40B4-BE49-F238E27FC236}">
                <a16:creationId xmlns:a16="http://schemas.microsoft.com/office/drawing/2014/main" id="{A6FC0F21-BCC8-37D5-BDBA-B7425A2D2315}"/>
              </a:ext>
            </a:extLst>
          </p:cNvPr>
          <p:cNvSpPr txBox="1"/>
          <p:nvPr/>
        </p:nvSpPr>
        <p:spPr>
          <a:xfrm>
            <a:off x="4997959" y="2587003"/>
            <a:ext cx="2180585" cy="2677656"/>
          </a:xfrm>
          <a:prstGeom prst="rect">
            <a:avLst/>
          </a:prstGeom>
          <a:noFill/>
        </p:spPr>
        <p:txBody>
          <a:bodyPr wrap="square">
            <a:spAutoFit/>
          </a:bodyPr>
          <a:lstStyle/>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0 T-Shirt/Top</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lang="en-US" dirty="0">
                <a:solidFill>
                  <a:srgbClr val="CEF3F5"/>
                </a:solidFill>
                <a:latin typeface="Roboto"/>
                <a:ea typeface="Roboto"/>
                <a:cs typeface="Roboto"/>
                <a:sym typeface="Roboto"/>
              </a:rPr>
              <a:t>1 Trouser</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2 Pullover</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lang="en-US" dirty="0">
                <a:solidFill>
                  <a:srgbClr val="CEF3F5"/>
                </a:solidFill>
                <a:latin typeface="Roboto"/>
                <a:ea typeface="Roboto"/>
                <a:cs typeface="Roboto"/>
                <a:sym typeface="Roboto"/>
              </a:rPr>
              <a:t>3 Dress</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4 Coat</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lang="en-US" dirty="0">
                <a:solidFill>
                  <a:srgbClr val="CEF3F5"/>
                </a:solidFill>
                <a:latin typeface="Roboto"/>
                <a:ea typeface="Roboto"/>
                <a:cs typeface="Roboto"/>
                <a:sym typeface="Roboto"/>
              </a:rPr>
              <a:t>5 Sandal</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6 Shirt</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lang="en-US" dirty="0">
                <a:solidFill>
                  <a:srgbClr val="CEF3F5"/>
                </a:solidFill>
                <a:latin typeface="Roboto"/>
                <a:ea typeface="Roboto"/>
                <a:cs typeface="Roboto"/>
                <a:sym typeface="Roboto"/>
              </a:rPr>
              <a:t>7 Sneaker</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8 Bag</a:t>
            </a:r>
          </a:p>
          <a:p>
            <a:pPr marL="457200" marR="0" lvl="0" indent="-317500" algn="l" defTabSz="914400" rtl="0" eaLnBrk="1" fontAlgn="auto" latinLnBrk="0" hangingPunct="1">
              <a:lnSpc>
                <a:spcPct val="100000"/>
              </a:lnSpc>
              <a:spcBef>
                <a:spcPts val="0"/>
              </a:spcBef>
              <a:spcAft>
                <a:spcPts val="0"/>
              </a:spcAft>
              <a:buClr>
                <a:srgbClr val="CEF3F5"/>
              </a:buClr>
              <a:buSzPts val="1400"/>
              <a:buFont typeface="Roboto"/>
              <a:buChar char="●"/>
              <a:tabLst/>
              <a:defRPr/>
            </a:pPr>
            <a:r>
              <a:rPr lang="en-US" dirty="0">
                <a:solidFill>
                  <a:srgbClr val="CEF3F5"/>
                </a:solidFill>
                <a:latin typeface="Roboto"/>
                <a:ea typeface="Roboto"/>
                <a:cs typeface="Roboto"/>
                <a:sym typeface="Roboto"/>
              </a:rPr>
              <a:t>9 Ankle Boot</a:t>
            </a:r>
            <a:endPar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endParaRPr>
          </a:p>
          <a:p>
            <a:pPr marL="139700" marR="0" lvl="0" algn="l" defTabSz="914400" rtl="0" eaLnBrk="1" fontAlgn="auto" latinLnBrk="0" hangingPunct="1">
              <a:lnSpc>
                <a:spcPct val="100000"/>
              </a:lnSpc>
              <a:spcBef>
                <a:spcPts val="0"/>
              </a:spcBef>
              <a:spcAft>
                <a:spcPts val="0"/>
              </a:spcAft>
              <a:buClr>
                <a:srgbClr val="CEF3F5"/>
              </a:buClr>
              <a:buSzPts val="1400"/>
              <a:tabLst/>
              <a:defRPr/>
            </a:pPr>
            <a:endPar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endParaRPr>
          </a:p>
          <a:p>
            <a:pPr marL="457200" marR="0" lvl="0" indent="0" algn="l" defTabSz="914400" rtl="0" eaLnBrk="1" fontAlgn="auto" latinLnBrk="0" hangingPunct="1">
              <a:lnSpc>
                <a:spcPct val="100000"/>
              </a:lnSpc>
              <a:spcBef>
                <a:spcPts val="0"/>
              </a:spcBef>
              <a:spcAft>
                <a:spcPts val="0"/>
              </a:spcAft>
              <a:buClr>
                <a:srgbClr val="CEF3F5"/>
              </a:buClr>
              <a:buSzPts val="1400"/>
              <a:buFont typeface="Roboto"/>
              <a:buNone/>
              <a:tabLst/>
              <a:defRPr/>
            </a:pPr>
            <a:endPar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endParaRPr>
          </a:p>
        </p:txBody>
      </p:sp>
      <p:pic>
        <p:nvPicPr>
          <p:cNvPr id="21" name="Picture 20">
            <a:extLst>
              <a:ext uri="{FF2B5EF4-FFF2-40B4-BE49-F238E27FC236}">
                <a16:creationId xmlns:a16="http://schemas.microsoft.com/office/drawing/2014/main" id="{4D99D3D5-991E-22F8-285C-1D3F433C37E2}"/>
              </a:ext>
            </a:extLst>
          </p:cNvPr>
          <p:cNvPicPr>
            <a:picLocks noChangeAspect="1"/>
          </p:cNvPicPr>
          <p:nvPr/>
        </p:nvPicPr>
        <p:blipFill>
          <a:blip r:embed="rId3"/>
          <a:stretch>
            <a:fillRect/>
          </a:stretch>
        </p:blipFill>
        <p:spPr>
          <a:xfrm>
            <a:off x="396669" y="529048"/>
            <a:ext cx="3776255" cy="37762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03"/>
        <p:cNvGrpSpPr/>
        <p:nvPr/>
      </p:nvGrpSpPr>
      <p:grpSpPr>
        <a:xfrm>
          <a:off x="0" y="0"/>
          <a:ext cx="0" cy="0"/>
          <a:chOff x="0" y="0"/>
          <a:chExt cx="0" cy="0"/>
        </a:xfrm>
      </p:grpSpPr>
      <p:sp>
        <p:nvSpPr>
          <p:cNvPr id="804" name="Google Shape;804;p35"/>
          <p:cNvSpPr txBox="1">
            <a:spLocks noGrp="1"/>
          </p:cNvSpPr>
          <p:nvPr>
            <p:ph type="title"/>
          </p:nvPr>
        </p:nvSpPr>
        <p:spPr>
          <a:xfrm>
            <a:off x="108152" y="790460"/>
            <a:ext cx="553487" cy="40643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dirty="0"/>
              <a:t>01</a:t>
            </a:r>
            <a:endParaRPr sz="3000" dirty="0"/>
          </a:p>
        </p:txBody>
      </p:sp>
      <p:sp>
        <p:nvSpPr>
          <p:cNvPr id="805" name="Google Shape;805;p35"/>
          <p:cNvSpPr txBox="1">
            <a:spLocks noGrp="1"/>
          </p:cNvSpPr>
          <p:nvPr>
            <p:ph type="title" idx="2"/>
          </p:nvPr>
        </p:nvSpPr>
        <p:spPr>
          <a:xfrm>
            <a:off x="1789285" y="113423"/>
            <a:ext cx="5592563" cy="6008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MY APPROACH TOWARDS THE PROBLEM</a:t>
            </a:r>
            <a:endParaRPr dirty="0"/>
          </a:p>
        </p:txBody>
      </p:sp>
      <p:grpSp>
        <p:nvGrpSpPr>
          <p:cNvPr id="806" name="Google Shape;806;p35"/>
          <p:cNvGrpSpPr/>
          <p:nvPr/>
        </p:nvGrpSpPr>
        <p:grpSpPr>
          <a:xfrm>
            <a:off x="6275049" y="1382979"/>
            <a:ext cx="2377553" cy="2377553"/>
            <a:chOff x="6198197" y="1098851"/>
            <a:chExt cx="2945797" cy="2945797"/>
          </a:xfrm>
        </p:grpSpPr>
        <p:sp>
          <p:nvSpPr>
            <p:cNvPr id="807" name="Google Shape;807;p35"/>
            <p:cNvSpPr/>
            <p:nvPr/>
          </p:nvSpPr>
          <p:spPr>
            <a:xfrm>
              <a:off x="7315562" y="1098851"/>
              <a:ext cx="1218960" cy="1218960"/>
            </a:xfrm>
            <a:custGeom>
              <a:avLst/>
              <a:gdLst/>
              <a:ahLst/>
              <a:cxnLst/>
              <a:rect l="l" t="t" r="r" b="b"/>
              <a:pathLst>
                <a:path w="78289" h="78289" extrusionOk="0">
                  <a:moveTo>
                    <a:pt x="39134" y="22835"/>
                  </a:moveTo>
                  <a:cubicBezTo>
                    <a:pt x="41240" y="22835"/>
                    <a:pt x="43361" y="23241"/>
                    <a:pt x="45375" y="24074"/>
                  </a:cubicBezTo>
                  <a:cubicBezTo>
                    <a:pt x="51475" y="26586"/>
                    <a:pt x="55454" y="32556"/>
                    <a:pt x="55454" y="39145"/>
                  </a:cubicBezTo>
                  <a:cubicBezTo>
                    <a:pt x="55454" y="48148"/>
                    <a:pt x="48148" y="55455"/>
                    <a:pt x="39145" y="55455"/>
                  </a:cubicBezTo>
                  <a:cubicBezTo>
                    <a:pt x="32555" y="55455"/>
                    <a:pt x="26586" y="51475"/>
                    <a:pt x="24074" y="45375"/>
                  </a:cubicBezTo>
                  <a:cubicBezTo>
                    <a:pt x="21562" y="39308"/>
                    <a:pt x="22932" y="32262"/>
                    <a:pt x="27597" y="27597"/>
                  </a:cubicBezTo>
                  <a:cubicBezTo>
                    <a:pt x="30714" y="24481"/>
                    <a:pt x="34893" y="22835"/>
                    <a:pt x="39134" y="22835"/>
                  </a:cubicBezTo>
                  <a:close/>
                  <a:moveTo>
                    <a:pt x="32621" y="1"/>
                  </a:moveTo>
                  <a:lnTo>
                    <a:pt x="32621" y="7177"/>
                  </a:lnTo>
                  <a:cubicBezTo>
                    <a:pt x="28543" y="8025"/>
                    <a:pt x="24629" y="9624"/>
                    <a:pt x="21171" y="11940"/>
                  </a:cubicBezTo>
                  <a:lnTo>
                    <a:pt x="16082" y="6851"/>
                  </a:lnTo>
                  <a:lnTo>
                    <a:pt x="6851" y="16083"/>
                  </a:lnTo>
                  <a:lnTo>
                    <a:pt x="11940" y="21171"/>
                  </a:lnTo>
                  <a:cubicBezTo>
                    <a:pt x="9624" y="24629"/>
                    <a:pt x="8025" y="28543"/>
                    <a:pt x="7177" y="32621"/>
                  </a:cubicBezTo>
                  <a:lnTo>
                    <a:pt x="1" y="32621"/>
                  </a:lnTo>
                  <a:lnTo>
                    <a:pt x="1" y="45669"/>
                  </a:lnTo>
                  <a:lnTo>
                    <a:pt x="7177" y="45669"/>
                  </a:lnTo>
                  <a:cubicBezTo>
                    <a:pt x="8025" y="49746"/>
                    <a:pt x="9624" y="53661"/>
                    <a:pt x="11940" y="57118"/>
                  </a:cubicBezTo>
                  <a:lnTo>
                    <a:pt x="6851" y="62207"/>
                  </a:lnTo>
                  <a:lnTo>
                    <a:pt x="16082" y="71438"/>
                  </a:lnTo>
                  <a:lnTo>
                    <a:pt x="21171" y="66350"/>
                  </a:lnTo>
                  <a:cubicBezTo>
                    <a:pt x="24629" y="68666"/>
                    <a:pt x="28543" y="70264"/>
                    <a:pt x="32621" y="71112"/>
                  </a:cubicBezTo>
                  <a:lnTo>
                    <a:pt x="32621" y="78289"/>
                  </a:lnTo>
                  <a:lnTo>
                    <a:pt x="45668" y="78289"/>
                  </a:lnTo>
                  <a:lnTo>
                    <a:pt x="45668" y="71112"/>
                  </a:lnTo>
                  <a:cubicBezTo>
                    <a:pt x="49746" y="70264"/>
                    <a:pt x="53660" y="68666"/>
                    <a:pt x="57118" y="66350"/>
                  </a:cubicBezTo>
                  <a:lnTo>
                    <a:pt x="62207" y="71438"/>
                  </a:lnTo>
                  <a:lnTo>
                    <a:pt x="71438" y="62207"/>
                  </a:lnTo>
                  <a:lnTo>
                    <a:pt x="66349" y="57118"/>
                  </a:lnTo>
                  <a:cubicBezTo>
                    <a:pt x="68665" y="53661"/>
                    <a:pt x="70264" y="49746"/>
                    <a:pt x="71112" y="45669"/>
                  </a:cubicBezTo>
                  <a:lnTo>
                    <a:pt x="78288" y="45669"/>
                  </a:lnTo>
                  <a:lnTo>
                    <a:pt x="78288" y="32621"/>
                  </a:lnTo>
                  <a:lnTo>
                    <a:pt x="71112" y="32621"/>
                  </a:lnTo>
                  <a:cubicBezTo>
                    <a:pt x="70264" y="28543"/>
                    <a:pt x="68665" y="24629"/>
                    <a:pt x="66349" y="21171"/>
                  </a:cubicBezTo>
                  <a:lnTo>
                    <a:pt x="71438" y="16083"/>
                  </a:lnTo>
                  <a:lnTo>
                    <a:pt x="62207" y="6851"/>
                  </a:lnTo>
                  <a:lnTo>
                    <a:pt x="57118" y="11940"/>
                  </a:lnTo>
                  <a:cubicBezTo>
                    <a:pt x="53660" y="9624"/>
                    <a:pt x="49746" y="8025"/>
                    <a:pt x="45668" y="7177"/>
                  </a:cubicBezTo>
                  <a:lnTo>
                    <a:pt x="45668" y="1"/>
                  </a:lnTo>
                  <a:close/>
                </a:path>
              </a:pathLst>
            </a:custGeom>
            <a:solidFill>
              <a:srgbClr val="35C2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5"/>
            <p:cNvSpPr/>
            <p:nvPr/>
          </p:nvSpPr>
          <p:spPr>
            <a:xfrm>
              <a:off x="7213984" y="2419374"/>
              <a:ext cx="355541" cy="152384"/>
            </a:xfrm>
            <a:custGeom>
              <a:avLst/>
              <a:gdLst/>
              <a:ahLst/>
              <a:cxnLst/>
              <a:rect l="l" t="t" r="r" b="b"/>
              <a:pathLst>
                <a:path w="22835" h="9787" extrusionOk="0">
                  <a:moveTo>
                    <a:pt x="1" y="1"/>
                  </a:moveTo>
                  <a:lnTo>
                    <a:pt x="1" y="9787"/>
                  </a:lnTo>
                  <a:lnTo>
                    <a:pt x="22835" y="9787"/>
                  </a:lnTo>
                  <a:lnTo>
                    <a:pt x="22835" y="1"/>
                  </a:lnTo>
                  <a:close/>
                </a:path>
              </a:pathLst>
            </a:custGeom>
            <a:solidFill>
              <a:srgbClr val="4B62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5"/>
            <p:cNvSpPr/>
            <p:nvPr/>
          </p:nvSpPr>
          <p:spPr>
            <a:xfrm>
              <a:off x="6283022" y="3307176"/>
              <a:ext cx="698875" cy="536854"/>
            </a:xfrm>
            <a:custGeom>
              <a:avLst/>
              <a:gdLst/>
              <a:ahLst/>
              <a:cxnLst/>
              <a:rect l="l" t="t" r="r" b="b"/>
              <a:pathLst>
                <a:path w="44886" h="34480" extrusionOk="0">
                  <a:moveTo>
                    <a:pt x="12722" y="0"/>
                  </a:moveTo>
                  <a:lnTo>
                    <a:pt x="9004" y="5350"/>
                  </a:lnTo>
                  <a:lnTo>
                    <a:pt x="21497" y="14092"/>
                  </a:lnTo>
                  <a:lnTo>
                    <a:pt x="0" y="29130"/>
                  </a:lnTo>
                  <a:lnTo>
                    <a:pt x="3752" y="34479"/>
                  </a:lnTo>
                  <a:lnTo>
                    <a:pt x="27173" y="18072"/>
                  </a:lnTo>
                  <a:lnTo>
                    <a:pt x="39666" y="26814"/>
                  </a:lnTo>
                  <a:lnTo>
                    <a:pt x="43418" y="21464"/>
                  </a:lnTo>
                  <a:lnTo>
                    <a:pt x="32849" y="14092"/>
                  </a:lnTo>
                  <a:lnTo>
                    <a:pt x="44885" y="5676"/>
                  </a:lnTo>
                  <a:lnTo>
                    <a:pt x="41134" y="326"/>
                  </a:lnTo>
                  <a:lnTo>
                    <a:pt x="27173" y="10112"/>
                  </a:lnTo>
                  <a:lnTo>
                    <a:pt x="1272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5"/>
            <p:cNvSpPr/>
            <p:nvPr/>
          </p:nvSpPr>
          <p:spPr>
            <a:xfrm>
              <a:off x="6807669" y="3130425"/>
              <a:ext cx="406330" cy="914224"/>
            </a:xfrm>
            <a:custGeom>
              <a:avLst/>
              <a:gdLst/>
              <a:ahLst/>
              <a:cxnLst/>
              <a:rect l="l" t="t" r="r" b="b"/>
              <a:pathLst>
                <a:path w="26097" h="58717" extrusionOk="0">
                  <a:moveTo>
                    <a:pt x="1" y="0"/>
                  </a:moveTo>
                  <a:lnTo>
                    <a:pt x="19573" y="58716"/>
                  </a:lnTo>
                  <a:lnTo>
                    <a:pt x="26097" y="58716"/>
                  </a:lnTo>
                  <a:lnTo>
                    <a:pt x="1435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5"/>
            <p:cNvSpPr/>
            <p:nvPr/>
          </p:nvSpPr>
          <p:spPr>
            <a:xfrm>
              <a:off x="6198197" y="3130425"/>
              <a:ext cx="406330" cy="914224"/>
            </a:xfrm>
            <a:custGeom>
              <a:avLst/>
              <a:gdLst/>
              <a:ahLst/>
              <a:cxnLst/>
              <a:rect l="l" t="t" r="r" b="b"/>
              <a:pathLst>
                <a:path w="26097" h="58717" extrusionOk="0">
                  <a:moveTo>
                    <a:pt x="11744" y="0"/>
                  </a:moveTo>
                  <a:lnTo>
                    <a:pt x="1" y="58716"/>
                  </a:lnTo>
                  <a:lnTo>
                    <a:pt x="6525" y="58716"/>
                  </a:lnTo>
                  <a:lnTo>
                    <a:pt x="2609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5"/>
            <p:cNvSpPr/>
            <p:nvPr/>
          </p:nvSpPr>
          <p:spPr>
            <a:xfrm>
              <a:off x="6198197" y="2267006"/>
              <a:ext cx="1371328" cy="1015802"/>
            </a:xfrm>
            <a:custGeom>
              <a:avLst/>
              <a:gdLst/>
              <a:ahLst/>
              <a:cxnLst/>
              <a:rect l="l" t="t" r="r" b="b"/>
              <a:pathLst>
                <a:path w="88075" h="65241" extrusionOk="0">
                  <a:moveTo>
                    <a:pt x="9787" y="1"/>
                  </a:moveTo>
                  <a:cubicBezTo>
                    <a:pt x="4372" y="1"/>
                    <a:pt x="1" y="4372"/>
                    <a:pt x="1" y="9787"/>
                  </a:cubicBezTo>
                  <a:lnTo>
                    <a:pt x="1" y="39144"/>
                  </a:lnTo>
                  <a:cubicBezTo>
                    <a:pt x="1" y="53562"/>
                    <a:pt x="11679" y="65240"/>
                    <a:pt x="26097" y="65240"/>
                  </a:cubicBezTo>
                  <a:lnTo>
                    <a:pt x="88075" y="65240"/>
                  </a:lnTo>
                  <a:lnTo>
                    <a:pt x="88075" y="48930"/>
                  </a:lnTo>
                  <a:lnTo>
                    <a:pt x="32621" y="48930"/>
                  </a:lnTo>
                  <a:cubicBezTo>
                    <a:pt x="23618" y="48930"/>
                    <a:pt x="16311" y="41624"/>
                    <a:pt x="16311" y="32621"/>
                  </a:cubicBezTo>
                  <a:lnTo>
                    <a:pt x="163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5"/>
            <p:cNvSpPr/>
            <p:nvPr/>
          </p:nvSpPr>
          <p:spPr>
            <a:xfrm>
              <a:off x="6706090" y="2774900"/>
              <a:ext cx="1523696" cy="1168170"/>
            </a:xfrm>
            <a:custGeom>
              <a:avLst/>
              <a:gdLst/>
              <a:ahLst/>
              <a:cxnLst/>
              <a:rect l="l" t="t" r="r" b="b"/>
              <a:pathLst>
                <a:path w="97861" h="75027" extrusionOk="0">
                  <a:moveTo>
                    <a:pt x="1" y="1"/>
                  </a:moveTo>
                  <a:cubicBezTo>
                    <a:pt x="1" y="10798"/>
                    <a:pt x="8776" y="19572"/>
                    <a:pt x="19573" y="19572"/>
                  </a:cubicBezTo>
                  <a:lnTo>
                    <a:pt x="65241" y="19572"/>
                  </a:lnTo>
                  <a:lnTo>
                    <a:pt x="78289" y="75026"/>
                  </a:lnTo>
                  <a:lnTo>
                    <a:pt x="84812" y="75026"/>
                  </a:lnTo>
                  <a:lnTo>
                    <a:pt x="97860" y="68502"/>
                  </a:lnTo>
                  <a:lnTo>
                    <a:pt x="83932" y="10015"/>
                  </a:lnTo>
                  <a:cubicBezTo>
                    <a:pt x="82529" y="4143"/>
                    <a:pt x="77277" y="1"/>
                    <a:pt x="71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5"/>
            <p:cNvSpPr/>
            <p:nvPr/>
          </p:nvSpPr>
          <p:spPr>
            <a:xfrm>
              <a:off x="7925034" y="3841476"/>
              <a:ext cx="507909" cy="203173"/>
            </a:xfrm>
            <a:custGeom>
              <a:avLst/>
              <a:gdLst/>
              <a:ahLst/>
              <a:cxnLst/>
              <a:rect l="l" t="t" r="r" b="b"/>
              <a:pathLst>
                <a:path w="32621" h="13049" extrusionOk="0">
                  <a:moveTo>
                    <a:pt x="19572" y="0"/>
                  </a:moveTo>
                  <a:lnTo>
                    <a:pt x="6524" y="6524"/>
                  </a:lnTo>
                  <a:lnTo>
                    <a:pt x="1" y="6524"/>
                  </a:lnTo>
                  <a:lnTo>
                    <a:pt x="1" y="13048"/>
                  </a:lnTo>
                  <a:lnTo>
                    <a:pt x="32620" y="13048"/>
                  </a:lnTo>
                  <a:lnTo>
                    <a:pt x="32620" y="6524"/>
                  </a:lnTo>
                  <a:lnTo>
                    <a:pt x="19572" y="0"/>
                  </a:lnTo>
                  <a:close/>
                </a:path>
              </a:pathLst>
            </a:custGeom>
            <a:solidFill>
              <a:srgbClr val="794B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5"/>
            <p:cNvSpPr/>
            <p:nvPr/>
          </p:nvSpPr>
          <p:spPr>
            <a:xfrm>
              <a:off x="6283022" y="1962270"/>
              <a:ext cx="1184924" cy="812645"/>
            </a:xfrm>
            <a:custGeom>
              <a:avLst/>
              <a:gdLst/>
              <a:ahLst/>
              <a:cxnLst/>
              <a:rect l="l" t="t" r="r" b="b"/>
              <a:pathLst>
                <a:path w="76103" h="52193" extrusionOk="0">
                  <a:moveTo>
                    <a:pt x="18170" y="1"/>
                  </a:moveTo>
                  <a:cubicBezTo>
                    <a:pt x="6394" y="1"/>
                    <a:pt x="0" y="13766"/>
                    <a:pt x="7601" y="22769"/>
                  </a:cubicBezTo>
                  <a:lnTo>
                    <a:pt x="7601" y="52193"/>
                  </a:lnTo>
                  <a:lnTo>
                    <a:pt x="43483" y="52193"/>
                  </a:lnTo>
                  <a:lnTo>
                    <a:pt x="43483" y="26097"/>
                  </a:lnTo>
                  <a:cubicBezTo>
                    <a:pt x="45473" y="24107"/>
                    <a:pt x="46190" y="21138"/>
                    <a:pt x="45277" y="18464"/>
                  </a:cubicBezTo>
                  <a:lnTo>
                    <a:pt x="43483" y="13049"/>
                  </a:lnTo>
                  <a:lnTo>
                    <a:pt x="43483" y="13049"/>
                  </a:lnTo>
                  <a:lnTo>
                    <a:pt x="50463" y="22378"/>
                  </a:lnTo>
                  <a:lnTo>
                    <a:pt x="55715" y="29359"/>
                  </a:lnTo>
                  <a:lnTo>
                    <a:pt x="76103" y="29359"/>
                  </a:lnTo>
                  <a:lnTo>
                    <a:pt x="60739" y="12103"/>
                  </a:lnTo>
                  <a:lnTo>
                    <a:pt x="53888" y="4372"/>
                  </a:lnTo>
                  <a:cubicBezTo>
                    <a:pt x="51409" y="1599"/>
                    <a:pt x="47886" y="1"/>
                    <a:pt x="44135" y="1"/>
                  </a:cubicBezTo>
                  <a:close/>
                </a:path>
              </a:pathLst>
            </a:custGeom>
            <a:solidFill>
              <a:srgbClr val="EAD1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5"/>
            <p:cNvSpPr/>
            <p:nvPr/>
          </p:nvSpPr>
          <p:spPr>
            <a:xfrm>
              <a:off x="6283022" y="1962270"/>
              <a:ext cx="945706" cy="812645"/>
            </a:xfrm>
            <a:custGeom>
              <a:avLst/>
              <a:gdLst/>
              <a:ahLst/>
              <a:cxnLst/>
              <a:rect l="l" t="t" r="r" b="b"/>
              <a:pathLst>
                <a:path w="60739" h="52193" extrusionOk="0">
                  <a:moveTo>
                    <a:pt x="18170" y="1"/>
                  </a:moveTo>
                  <a:cubicBezTo>
                    <a:pt x="6394" y="1"/>
                    <a:pt x="0" y="13766"/>
                    <a:pt x="7601" y="22769"/>
                  </a:cubicBezTo>
                  <a:lnTo>
                    <a:pt x="7601" y="52193"/>
                  </a:lnTo>
                  <a:lnTo>
                    <a:pt x="43483" y="52193"/>
                  </a:lnTo>
                  <a:lnTo>
                    <a:pt x="43483" y="26097"/>
                  </a:lnTo>
                  <a:cubicBezTo>
                    <a:pt x="45473" y="24107"/>
                    <a:pt x="46190" y="21138"/>
                    <a:pt x="45277" y="18464"/>
                  </a:cubicBezTo>
                  <a:lnTo>
                    <a:pt x="43483" y="13049"/>
                  </a:lnTo>
                  <a:lnTo>
                    <a:pt x="43483" y="13049"/>
                  </a:lnTo>
                  <a:lnTo>
                    <a:pt x="50463" y="22378"/>
                  </a:lnTo>
                  <a:lnTo>
                    <a:pt x="60739" y="12103"/>
                  </a:lnTo>
                  <a:lnTo>
                    <a:pt x="53888" y="4372"/>
                  </a:lnTo>
                  <a:cubicBezTo>
                    <a:pt x="51409" y="1599"/>
                    <a:pt x="47886" y="1"/>
                    <a:pt x="441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5"/>
            <p:cNvSpPr/>
            <p:nvPr/>
          </p:nvSpPr>
          <p:spPr>
            <a:xfrm>
              <a:off x="6756880" y="2571742"/>
              <a:ext cx="2387115" cy="203173"/>
            </a:xfrm>
            <a:custGeom>
              <a:avLst/>
              <a:gdLst/>
              <a:ahLst/>
              <a:cxnLst/>
              <a:rect l="l" t="t" r="r" b="b"/>
              <a:pathLst>
                <a:path w="153315" h="13049" extrusionOk="0">
                  <a:moveTo>
                    <a:pt x="1" y="1"/>
                  </a:moveTo>
                  <a:lnTo>
                    <a:pt x="1" y="13049"/>
                  </a:lnTo>
                  <a:lnTo>
                    <a:pt x="153314" y="13049"/>
                  </a:lnTo>
                  <a:lnTo>
                    <a:pt x="1533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5"/>
            <p:cNvSpPr/>
            <p:nvPr/>
          </p:nvSpPr>
          <p:spPr>
            <a:xfrm>
              <a:off x="6381051" y="2302942"/>
              <a:ext cx="141718" cy="131302"/>
            </a:xfrm>
            <a:custGeom>
              <a:avLst/>
              <a:gdLst/>
              <a:ahLst/>
              <a:cxnLst/>
              <a:rect l="l" t="t" r="r" b="b"/>
              <a:pathLst>
                <a:path w="9102" h="8433" extrusionOk="0">
                  <a:moveTo>
                    <a:pt x="3605" y="1"/>
                  </a:moveTo>
                  <a:cubicBezTo>
                    <a:pt x="2773" y="1"/>
                    <a:pt x="1941" y="319"/>
                    <a:pt x="1305" y="955"/>
                  </a:cubicBezTo>
                  <a:cubicBezTo>
                    <a:pt x="0" y="2227"/>
                    <a:pt x="0" y="4282"/>
                    <a:pt x="1305" y="5554"/>
                  </a:cubicBezTo>
                  <a:lnTo>
                    <a:pt x="3197" y="7479"/>
                  </a:lnTo>
                  <a:cubicBezTo>
                    <a:pt x="3833" y="8115"/>
                    <a:pt x="4665" y="8433"/>
                    <a:pt x="5501" y="8433"/>
                  </a:cubicBezTo>
                  <a:cubicBezTo>
                    <a:pt x="6337" y="8433"/>
                    <a:pt x="7176" y="8115"/>
                    <a:pt x="7829" y="7479"/>
                  </a:cubicBezTo>
                  <a:cubicBezTo>
                    <a:pt x="9101" y="6206"/>
                    <a:pt x="9101" y="4151"/>
                    <a:pt x="7829" y="2847"/>
                  </a:cubicBezTo>
                  <a:lnTo>
                    <a:pt x="5904" y="955"/>
                  </a:lnTo>
                  <a:cubicBezTo>
                    <a:pt x="5268" y="319"/>
                    <a:pt x="4436" y="1"/>
                    <a:pt x="3605" y="1"/>
                  </a:cubicBezTo>
                  <a:close/>
                </a:path>
              </a:pathLst>
            </a:custGeom>
            <a:solidFill>
              <a:srgbClr val="B394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5"/>
            <p:cNvSpPr/>
            <p:nvPr/>
          </p:nvSpPr>
          <p:spPr>
            <a:xfrm>
              <a:off x="6498371" y="2115152"/>
              <a:ext cx="176766" cy="166724"/>
            </a:xfrm>
            <a:custGeom>
              <a:avLst/>
              <a:gdLst/>
              <a:ahLst/>
              <a:cxnLst/>
              <a:rect l="l" t="t" r="r" b="b"/>
              <a:pathLst>
                <a:path w="11353" h="10708" extrusionOk="0">
                  <a:moveTo>
                    <a:pt x="3601" y="0"/>
                  </a:moveTo>
                  <a:cubicBezTo>
                    <a:pt x="2765" y="0"/>
                    <a:pt x="1925" y="327"/>
                    <a:pt x="1272" y="979"/>
                  </a:cubicBezTo>
                  <a:cubicBezTo>
                    <a:pt x="0" y="2251"/>
                    <a:pt x="0" y="4306"/>
                    <a:pt x="1272" y="5578"/>
                  </a:cubicBezTo>
                  <a:lnTo>
                    <a:pt x="5448" y="9754"/>
                  </a:lnTo>
                  <a:cubicBezTo>
                    <a:pt x="6084" y="10390"/>
                    <a:pt x="6916" y="10708"/>
                    <a:pt x="7752" y="10708"/>
                  </a:cubicBezTo>
                  <a:cubicBezTo>
                    <a:pt x="8587" y="10708"/>
                    <a:pt x="9427" y="10390"/>
                    <a:pt x="10080" y="9754"/>
                  </a:cubicBezTo>
                  <a:cubicBezTo>
                    <a:pt x="11352" y="8481"/>
                    <a:pt x="11352" y="6426"/>
                    <a:pt x="10080" y="5122"/>
                  </a:cubicBezTo>
                  <a:lnTo>
                    <a:pt x="5904" y="979"/>
                  </a:lnTo>
                  <a:cubicBezTo>
                    <a:pt x="5268" y="327"/>
                    <a:pt x="4437" y="0"/>
                    <a:pt x="3601" y="0"/>
                  </a:cubicBezTo>
                  <a:close/>
                </a:path>
              </a:pathLst>
            </a:custGeom>
            <a:solidFill>
              <a:srgbClr val="B394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5"/>
            <p:cNvSpPr/>
            <p:nvPr/>
          </p:nvSpPr>
          <p:spPr>
            <a:xfrm>
              <a:off x="6655301" y="1809902"/>
              <a:ext cx="203173" cy="304752"/>
            </a:xfrm>
            <a:custGeom>
              <a:avLst/>
              <a:gdLst/>
              <a:ahLst/>
              <a:cxnLst/>
              <a:rect l="l" t="t" r="r" b="b"/>
              <a:pathLst>
                <a:path w="13049" h="19573" extrusionOk="0">
                  <a:moveTo>
                    <a:pt x="1" y="1"/>
                  </a:moveTo>
                  <a:lnTo>
                    <a:pt x="1" y="13049"/>
                  </a:lnTo>
                  <a:lnTo>
                    <a:pt x="6525" y="19573"/>
                  </a:lnTo>
                  <a:lnTo>
                    <a:pt x="13049" y="13049"/>
                  </a:lnTo>
                  <a:lnTo>
                    <a:pt x="13049" y="1"/>
                  </a:lnTo>
                  <a:close/>
                </a:path>
              </a:pathLst>
            </a:custGeom>
            <a:solidFill>
              <a:srgbClr val="EAD1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5"/>
            <p:cNvSpPr/>
            <p:nvPr/>
          </p:nvSpPr>
          <p:spPr>
            <a:xfrm>
              <a:off x="6502933" y="2267006"/>
              <a:ext cx="761856" cy="304752"/>
            </a:xfrm>
            <a:custGeom>
              <a:avLst/>
              <a:gdLst/>
              <a:ahLst/>
              <a:cxnLst/>
              <a:rect l="l" t="t" r="r" b="b"/>
              <a:pathLst>
                <a:path w="48931" h="19573" extrusionOk="0">
                  <a:moveTo>
                    <a:pt x="9787" y="1"/>
                  </a:moveTo>
                  <a:lnTo>
                    <a:pt x="1" y="9787"/>
                  </a:lnTo>
                  <a:lnTo>
                    <a:pt x="5970" y="15756"/>
                  </a:lnTo>
                  <a:cubicBezTo>
                    <a:pt x="8417" y="18203"/>
                    <a:pt x="11744" y="19573"/>
                    <a:pt x="15202" y="19573"/>
                  </a:cubicBezTo>
                  <a:lnTo>
                    <a:pt x="48931" y="19573"/>
                  </a:lnTo>
                  <a:lnTo>
                    <a:pt x="48931" y="16311"/>
                  </a:lnTo>
                  <a:cubicBezTo>
                    <a:pt x="48931" y="10896"/>
                    <a:pt x="44560" y="6525"/>
                    <a:pt x="39145" y="6525"/>
                  </a:cubicBezTo>
                  <a:lnTo>
                    <a:pt x="16311" y="6525"/>
                  </a:lnTo>
                  <a:lnTo>
                    <a:pt x="9787" y="1"/>
                  </a:lnTo>
                  <a:close/>
                </a:path>
              </a:pathLst>
            </a:custGeom>
            <a:solidFill>
              <a:srgbClr val="EAD1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5"/>
            <p:cNvSpPr/>
            <p:nvPr/>
          </p:nvSpPr>
          <p:spPr>
            <a:xfrm>
              <a:off x="7518720" y="2063849"/>
              <a:ext cx="457120" cy="507909"/>
            </a:xfrm>
            <a:custGeom>
              <a:avLst/>
              <a:gdLst/>
              <a:ahLst/>
              <a:cxnLst/>
              <a:rect l="l" t="t" r="r" b="b"/>
              <a:pathLst>
                <a:path w="29359" h="32621" extrusionOk="0">
                  <a:moveTo>
                    <a:pt x="6525" y="1"/>
                  </a:moveTo>
                  <a:lnTo>
                    <a:pt x="1" y="32621"/>
                  </a:lnTo>
                  <a:lnTo>
                    <a:pt x="22835" y="32621"/>
                  </a:lnTo>
                  <a:lnTo>
                    <a:pt x="29358" y="1"/>
                  </a:lnTo>
                  <a:close/>
                </a:path>
              </a:pathLst>
            </a:custGeom>
            <a:solidFill>
              <a:srgbClr val="627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5"/>
            <p:cNvSpPr/>
            <p:nvPr/>
          </p:nvSpPr>
          <p:spPr>
            <a:xfrm>
              <a:off x="6401354" y="2774900"/>
              <a:ext cx="1523696" cy="1168170"/>
            </a:xfrm>
            <a:custGeom>
              <a:avLst/>
              <a:gdLst/>
              <a:ahLst/>
              <a:cxnLst/>
              <a:rect l="l" t="t" r="r" b="b"/>
              <a:pathLst>
                <a:path w="97861" h="75027" extrusionOk="0">
                  <a:moveTo>
                    <a:pt x="1" y="1"/>
                  </a:moveTo>
                  <a:cubicBezTo>
                    <a:pt x="1" y="10798"/>
                    <a:pt x="8776" y="19572"/>
                    <a:pt x="19573" y="19572"/>
                  </a:cubicBezTo>
                  <a:lnTo>
                    <a:pt x="65241" y="19572"/>
                  </a:lnTo>
                  <a:lnTo>
                    <a:pt x="84813" y="75026"/>
                  </a:lnTo>
                  <a:lnTo>
                    <a:pt x="97861" y="68502"/>
                  </a:lnTo>
                  <a:lnTo>
                    <a:pt x="83932" y="10015"/>
                  </a:lnTo>
                  <a:cubicBezTo>
                    <a:pt x="82529" y="4143"/>
                    <a:pt x="77277" y="1"/>
                    <a:pt x="7124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5"/>
            <p:cNvSpPr/>
            <p:nvPr/>
          </p:nvSpPr>
          <p:spPr>
            <a:xfrm>
              <a:off x="7721877" y="3841476"/>
              <a:ext cx="406330" cy="203173"/>
            </a:xfrm>
            <a:custGeom>
              <a:avLst/>
              <a:gdLst/>
              <a:ahLst/>
              <a:cxnLst/>
              <a:rect l="l" t="t" r="r" b="b"/>
              <a:pathLst>
                <a:path w="26097" h="13049" extrusionOk="0">
                  <a:moveTo>
                    <a:pt x="13049" y="0"/>
                  </a:moveTo>
                  <a:lnTo>
                    <a:pt x="1" y="6524"/>
                  </a:lnTo>
                  <a:lnTo>
                    <a:pt x="1" y="13048"/>
                  </a:lnTo>
                  <a:lnTo>
                    <a:pt x="26096" y="13048"/>
                  </a:lnTo>
                  <a:lnTo>
                    <a:pt x="26096" y="6524"/>
                  </a:lnTo>
                  <a:lnTo>
                    <a:pt x="130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5"/>
            <p:cNvSpPr/>
            <p:nvPr/>
          </p:nvSpPr>
          <p:spPr>
            <a:xfrm>
              <a:off x="8128192" y="1555955"/>
              <a:ext cx="1015802" cy="660277"/>
            </a:xfrm>
            <a:custGeom>
              <a:avLst/>
              <a:gdLst/>
              <a:ahLst/>
              <a:cxnLst/>
              <a:rect l="l" t="t" r="r" b="b"/>
              <a:pathLst>
                <a:path w="65241" h="42407" extrusionOk="0">
                  <a:moveTo>
                    <a:pt x="0" y="1"/>
                  </a:moveTo>
                  <a:lnTo>
                    <a:pt x="0" y="42407"/>
                  </a:lnTo>
                  <a:lnTo>
                    <a:pt x="65240" y="42407"/>
                  </a:lnTo>
                  <a:lnTo>
                    <a:pt x="65240" y="1"/>
                  </a:lnTo>
                  <a:close/>
                </a:path>
              </a:pathLst>
            </a:custGeom>
            <a:solidFill>
              <a:srgbClr val="8098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5"/>
            <p:cNvSpPr/>
            <p:nvPr/>
          </p:nvSpPr>
          <p:spPr>
            <a:xfrm>
              <a:off x="8178981" y="1962270"/>
              <a:ext cx="609488" cy="609488"/>
            </a:xfrm>
            <a:custGeom>
              <a:avLst/>
              <a:gdLst/>
              <a:ahLst/>
              <a:cxnLst/>
              <a:rect l="l" t="t" r="r" b="b"/>
              <a:pathLst>
                <a:path w="39145" h="39145" extrusionOk="0">
                  <a:moveTo>
                    <a:pt x="22834" y="1"/>
                  </a:moveTo>
                  <a:lnTo>
                    <a:pt x="22834" y="29359"/>
                  </a:lnTo>
                  <a:lnTo>
                    <a:pt x="0" y="29359"/>
                  </a:lnTo>
                  <a:lnTo>
                    <a:pt x="0" y="39145"/>
                  </a:lnTo>
                  <a:lnTo>
                    <a:pt x="39144" y="39145"/>
                  </a:lnTo>
                  <a:lnTo>
                    <a:pt x="39144" y="1"/>
                  </a:lnTo>
                  <a:close/>
                </a:path>
              </a:pathLst>
            </a:custGeom>
            <a:solidFill>
              <a:srgbClr val="6279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5"/>
            <p:cNvSpPr/>
            <p:nvPr/>
          </p:nvSpPr>
          <p:spPr>
            <a:xfrm>
              <a:off x="8483717" y="2774900"/>
              <a:ext cx="406330" cy="203173"/>
            </a:xfrm>
            <a:custGeom>
              <a:avLst/>
              <a:gdLst/>
              <a:ahLst/>
              <a:cxnLst/>
              <a:rect l="l" t="t" r="r" b="b"/>
              <a:pathLst>
                <a:path w="26097" h="13049" extrusionOk="0">
                  <a:moveTo>
                    <a:pt x="0" y="1"/>
                  </a:moveTo>
                  <a:lnTo>
                    <a:pt x="0" y="13048"/>
                  </a:lnTo>
                  <a:lnTo>
                    <a:pt x="26096" y="13048"/>
                  </a:lnTo>
                  <a:lnTo>
                    <a:pt x="260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5"/>
            <p:cNvSpPr/>
            <p:nvPr/>
          </p:nvSpPr>
          <p:spPr>
            <a:xfrm>
              <a:off x="8636085" y="2774900"/>
              <a:ext cx="101594" cy="203173"/>
            </a:xfrm>
            <a:custGeom>
              <a:avLst/>
              <a:gdLst/>
              <a:ahLst/>
              <a:cxnLst/>
              <a:rect l="l" t="t" r="r" b="b"/>
              <a:pathLst>
                <a:path w="6525" h="13049" extrusionOk="0">
                  <a:moveTo>
                    <a:pt x="0" y="1"/>
                  </a:moveTo>
                  <a:lnTo>
                    <a:pt x="0" y="13048"/>
                  </a:lnTo>
                  <a:lnTo>
                    <a:pt x="6524" y="13048"/>
                  </a:lnTo>
                  <a:lnTo>
                    <a:pt x="652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5"/>
            <p:cNvSpPr/>
            <p:nvPr/>
          </p:nvSpPr>
          <p:spPr>
            <a:xfrm>
              <a:off x="8331349" y="2978057"/>
              <a:ext cx="355541" cy="1066592"/>
            </a:xfrm>
            <a:custGeom>
              <a:avLst/>
              <a:gdLst/>
              <a:ahLst/>
              <a:cxnLst/>
              <a:rect l="l" t="t" r="r" b="b"/>
              <a:pathLst>
                <a:path w="22835" h="68503" extrusionOk="0">
                  <a:moveTo>
                    <a:pt x="9786" y="0"/>
                  </a:moveTo>
                  <a:lnTo>
                    <a:pt x="0" y="68502"/>
                  </a:lnTo>
                  <a:lnTo>
                    <a:pt x="9786" y="68502"/>
                  </a:lnTo>
                  <a:lnTo>
                    <a:pt x="22834" y="0"/>
                  </a:lnTo>
                  <a:close/>
                </a:path>
              </a:pathLst>
            </a:custGeom>
            <a:solidFill>
              <a:srgbClr val="6971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5"/>
            <p:cNvSpPr/>
            <p:nvPr/>
          </p:nvSpPr>
          <p:spPr>
            <a:xfrm>
              <a:off x="8686875" y="2978057"/>
              <a:ext cx="355541" cy="1066592"/>
            </a:xfrm>
            <a:custGeom>
              <a:avLst/>
              <a:gdLst/>
              <a:ahLst/>
              <a:cxnLst/>
              <a:rect l="l" t="t" r="r" b="b"/>
              <a:pathLst>
                <a:path w="22835" h="68503" extrusionOk="0">
                  <a:moveTo>
                    <a:pt x="0" y="0"/>
                  </a:moveTo>
                  <a:lnTo>
                    <a:pt x="13048" y="68502"/>
                  </a:lnTo>
                  <a:lnTo>
                    <a:pt x="22834" y="68502"/>
                  </a:lnTo>
                  <a:lnTo>
                    <a:pt x="13048" y="0"/>
                  </a:lnTo>
                  <a:close/>
                </a:path>
              </a:pathLst>
            </a:custGeom>
            <a:solidFill>
              <a:srgbClr val="6971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5"/>
            <p:cNvSpPr/>
            <p:nvPr/>
          </p:nvSpPr>
          <p:spPr>
            <a:xfrm>
              <a:off x="6960037" y="2774900"/>
              <a:ext cx="406330" cy="203173"/>
            </a:xfrm>
            <a:custGeom>
              <a:avLst/>
              <a:gdLst/>
              <a:ahLst/>
              <a:cxnLst/>
              <a:rect l="l" t="t" r="r" b="b"/>
              <a:pathLst>
                <a:path w="26097" h="13049" extrusionOk="0">
                  <a:moveTo>
                    <a:pt x="1" y="1"/>
                  </a:moveTo>
                  <a:lnTo>
                    <a:pt x="1" y="13048"/>
                  </a:lnTo>
                  <a:lnTo>
                    <a:pt x="26097" y="13048"/>
                  </a:lnTo>
                  <a:lnTo>
                    <a:pt x="260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5"/>
            <p:cNvSpPr/>
            <p:nvPr/>
          </p:nvSpPr>
          <p:spPr>
            <a:xfrm>
              <a:off x="7112405" y="2774900"/>
              <a:ext cx="101594" cy="203173"/>
            </a:xfrm>
            <a:custGeom>
              <a:avLst/>
              <a:gdLst/>
              <a:ahLst/>
              <a:cxnLst/>
              <a:rect l="l" t="t" r="r" b="b"/>
              <a:pathLst>
                <a:path w="6525" h="13049" extrusionOk="0">
                  <a:moveTo>
                    <a:pt x="1" y="1"/>
                  </a:moveTo>
                  <a:lnTo>
                    <a:pt x="1" y="13048"/>
                  </a:lnTo>
                  <a:lnTo>
                    <a:pt x="6525" y="13048"/>
                  </a:lnTo>
                  <a:lnTo>
                    <a:pt x="65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5"/>
            <p:cNvSpPr/>
            <p:nvPr/>
          </p:nvSpPr>
          <p:spPr>
            <a:xfrm>
              <a:off x="6807669" y="2978057"/>
              <a:ext cx="355541" cy="1066592"/>
            </a:xfrm>
            <a:custGeom>
              <a:avLst/>
              <a:gdLst/>
              <a:ahLst/>
              <a:cxnLst/>
              <a:rect l="l" t="t" r="r" b="b"/>
              <a:pathLst>
                <a:path w="22835" h="68503" extrusionOk="0">
                  <a:moveTo>
                    <a:pt x="9787" y="0"/>
                  </a:moveTo>
                  <a:lnTo>
                    <a:pt x="1" y="68502"/>
                  </a:lnTo>
                  <a:lnTo>
                    <a:pt x="9787" y="68502"/>
                  </a:lnTo>
                  <a:lnTo>
                    <a:pt x="22835" y="0"/>
                  </a:lnTo>
                  <a:close/>
                </a:path>
              </a:pathLst>
            </a:custGeom>
            <a:solidFill>
              <a:srgbClr val="6971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5"/>
            <p:cNvSpPr/>
            <p:nvPr/>
          </p:nvSpPr>
          <p:spPr>
            <a:xfrm>
              <a:off x="7163194" y="2978057"/>
              <a:ext cx="355541" cy="1066592"/>
            </a:xfrm>
            <a:custGeom>
              <a:avLst/>
              <a:gdLst/>
              <a:ahLst/>
              <a:cxnLst/>
              <a:rect l="l" t="t" r="r" b="b"/>
              <a:pathLst>
                <a:path w="22835" h="68503" extrusionOk="0">
                  <a:moveTo>
                    <a:pt x="1" y="0"/>
                  </a:moveTo>
                  <a:lnTo>
                    <a:pt x="13049" y="68502"/>
                  </a:lnTo>
                  <a:lnTo>
                    <a:pt x="22835" y="68502"/>
                  </a:lnTo>
                  <a:lnTo>
                    <a:pt x="13049" y="0"/>
                  </a:lnTo>
                  <a:close/>
                </a:path>
              </a:pathLst>
            </a:custGeom>
            <a:solidFill>
              <a:srgbClr val="6971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5"/>
            <p:cNvSpPr/>
            <p:nvPr/>
          </p:nvSpPr>
          <p:spPr>
            <a:xfrm>
              <a:off x="6706090" y="1809902"/>
              <a:ext cx="152384" cy="203173"/>
            </a:xfrm>
            <a:custGeom>
              <a:avLst/>
              <a:gdLst/>
              <a:ahLst/>
              <a:cxnLst/>
              <a:rect l="l" t="t" r="r" b="b"/>
              <a:pathLst>
                <a:path w="9787" h="13049" extrusionOk="0">
                  <a:moveTo>
                    <a:pt x="1" y="1"/>
                  </a:moveTo>
                  <a:lnTo>
                    <a:pt x="1" y="6525"/>
                  </a:lnTo>
                  <a:cubicBezTo>
                    <a:pt x="1" y="10113"/>
                    <a:pt x="2937" y="13049"/>
                    <a:pt x="6525" y="13049"/>
                  </a:cubicBezTo>
                  <a:lnTo>
                    <a:pt x="9787" y="13049"/>
                  </a:lnTo>
                  <a:lnTo>
                    <a:pt x="9787" y="1"/>
                  </a:lnTo>
                  <a:close/>
                </a:path>
              </a:pathLst>
            </a:custGeom>
            <a:solidFill>
              <a:srgbClr val="D5A6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5"/>
            <p:cNvSpPr/>
            <p:nvPr/>
          </p:nvSpPr>
          <p:spPr>
            <a:xfrm>
              <a:off x="6502933" y="1505166"/>
              <a:ext cx="304752" cy="304752"/>
            </a:xfrm>
            <a:custGeom>
              <a:avLst/>
              <a:gdLst/>
              <a:ahLst/>
              <a:cxnLst/>
              <a:rect l="l" t="t" r="r" b="b"/>
              <a:pathLst>
                <a:path w="19573" h="19573" extrusionOk="0">
                  <a:moveTo>
                    <a:pt x="9787" y="1"/>
                  </a:moveTo>
                  <a:cubicBezTo>
                    <a:pt x="4372" y="1"/>
                    <a:pt x="1" y="4372"/>
                    <a:pt x="1" y="9787"/>
                  </a:cubicBezTo>
                  <a:cubicBezTo>
                    <a:pt x="1" y="15202"/>
                    <a:pt x="4372" y="19573"/>
                    <a:pt x="9787" y="19573"/>
                  </a:cubicBezTo>
                  <a:cubicBezTo>
                    <a:pt x="15202" y="19573"/>
                    <a:pt x="19573" y="15202"/>
                    <a:pt x="19573" y="9787"/>
                  </a:cubicBezTo>
                  <a:cubicBezTo>
                    <a:pt x="19573" y="4372"/>
                    <a:pt x="15202" y="1"/>
                    <a:pt x="9787" y="1"/>
                  </a:cubicBezTo>
                  <a:close/>
                </a:path>
              </a:pathLst>
            </a:custGeom>
            <a:solidFill>
              <a:srgbClr val="674E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5"/>
            <p:cNvSpPr/>
            <p:nvPr/>
          </p:nvSpPr>
          <p:spPr>
            <a:xfrm>
              <a:off x="6655301" y="1606745"/>
              <a:ext cx="203173" cy="203173"/>
            </a:xfrm>
            <a:custGeom>
              <a:avLst/>
              <a:gdLst/>
              <a:ahLst/>
              <a:cxnLst/>
              <a:rect l="l" t="t" r="r" b="b"/>
              <a:pathLst>
                <a:path w="13049" h="13049" extrusionOk="0">
                  <a:moveTo>
                    <a:pt x="6525" y="1"/>
                  </a:moveTo>
                  <a:cubicBezTo>
                    <a:pt x="2937" y="1"/>
                    <a:pt x="1" y="2937"/>
                    <a:pt x="1" y="6525"/>
                  </a:cubicBezTo>
                  <a:lnTo>
                    <a:pt x="1" y="13049"/>
                  </a:lnTo>
                  <a:lnTo>
                    <a:pt x="13049" y="13049"/>
                  </a:lnTo>
                  <a:lnTo>
                    <a:pt x="13049" y="6525"/>
                  </a:lnTo>
                  <a:cubicBezTo>
                    <a:pt x="13049" y="2937"/>
                    <a:pt x="10113" y="1"/>
                    <a:pt x="6525" y="1"/>
                  </a:cubicBezTo>
                  <a:close/>
                </a:path>
              </a:pathLst>
            </a:cu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5"/>
            <p:cNvSpPr/>
            <p:nvPr/>
          </p:nvSpPr>
          <p:spPr>
            <a:xfrm>
              <a:off x="6655301" y="1708323"/>
              <a:ext cx="203173" cy="253962"/>
            </a:xfrm>
            <a:custGeom>
              <a:avLst/>
              <a:gdLst/>
              <a:ahLst/>
              <a:cxnLst/>
              <a:rect l="l" t="t" r="r" b="b"/>
              <a:pathLst>
                <a:path w="13049" h="16311" extrusionOk="0">
                  <a:moveTo>
                    <a:pt x="3263" y="1"/>
                  </a:moveTo>
                  <a:lnTo>
                    <a:pt x="1" y="3263"/>
                  </a:lnTo>
                  <a:lnTo>
                    <a:pt x="1" y="9787"/>
                  </a:lnTo>
                  <a:cubicBezTo>
                    <a:pt x="1" y="13375"/>
                    <a:pt x="2937" y="16311"/>
                    <a:pt x="6525" y="16311"/>
                  </a:cubicBezTo>
                  <a:cubicBezTo>
                    <a:pt x="10113" y="16311"/>
                    <a:pt x="13049" y="13375"/>
                    <a:pt x="13049" y="9787"/>
                  </a:cubicBezTo>
                  <a:lnTo>
                    <a:pt x="13049" y="3263"/>
                  </a:lnTo>
                  <a:lnTo>
                    <a:pt x="11124" y="3263"/>
                  </a:lnTo>
                  <a:cubicBezTo>
                    <a:pt x="8188" y="3263"/>
                    <a:pt x="5350" y="2088"/>
                    <a:pt x="3263" y="1"/>
                  </a:cubicBezTo>
                  <a:close/>
                </a:path>
              </a:pathLst>
            </a:custGeom>
            <a:solidFill>
              <a:srgbClr val="EAD1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 name="Google Shape;839;p35"/>
          <p:cNvGrpSpPr/>
          <p:nvPr/>
        </p:nvGrpSpPr>
        <p:grpSpPr>
          <a:xfrm>
            <a:off x="6053879" y="1341561"/>
            <a:ext cx="95400" cy="3116250"/>
            <a:chOff x="4524300" y="1013625"/>
            <a:chExt cx="95400" cy="3116250"/>
          </a:xfrm>
        </p:grpSpPr>
        <p:sp>
          <p:nvSpPr>
            <p:cNvPr id="840" name="Google Shape;840;p35"/>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5"/>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5"/>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5"/>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5"/>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5"/>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634541CC-0B70-92FF-A12D-5EC96975BB8D}"/>
              </a:ext>
            </a:extLst>
          </p:cNvPr>
          <p:cNvSpPr txBox="1"/>
          <p:nvPr/>
        </p:nvSpPr>
        <p:spPr>
          <a:xfrm>
            <a:off x="794830" y="735536"/>
            <a:ext cx="4590584" cy="95410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400" b="1" i="0" u="none" strike="noStrike" kern="0" cap="none" spc="0" normalizeH="0" baseline="0" noProof="0" dirty="0" err="1">
                <a:ln>
                  <a:noFill/>
                </a:ln>
                <a:solidFill>
                  <a:schemeClr val="accent5">
                    <a:lumMod val="60000"/>
                    <a:lumOff val="40000"/>
                  </a:schemeClr>
                </a:solidFill>
                <a:effectLst/>
                <a:uLnTx/>
                <a:uFillTx/>
                <a:latin typeface="Roboto"/>
                <a:ea typeface="Roboto"/>
                <a:cs typeface="Roboto"/>
                <a:sym typeface="Roboto"/>
              </a:rPr>
              <a:t>Tensorflow</a:t>
            </a: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framework is used along with </a:t>
            </a:r>
            <a:r>
              <a:rPr kumimoji="0" lang="en-US" sz="1400" b="1" i="0" u="none" strike="noStrike" kern="0" cap="none" spc="0" normalizeH="0" baseline="0" noProof="0" dirty="0" err="1">
                <a:ln>
                  <a:noFill/>
                </a:ln>
                <a:solidFill>
                  <a:schemeClr val="accent5">
                    <a:lumMod val="60000"/>
                    <a:lumOff val="40000"/>
                  </a:schemeClr>
                </a:solidFill>
                <a:effectLst/>
                <a:uLnTx/>
                <a:uFillTx/>
                <a:latin typeface="Roboto"/>
                <a:ea typeface="Roboto"/>
                <a:cs typeface="Roboto"/>
                <a:sym typeface="Roboto"/>
              </a:rPr>
              <a:t>Keras</a:t>
            </a: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API in this project for classifying the images in the dataset. Along with that the </a:t>
            </a:r>
            <a:r>
              <a:rPr kumimoji="0" lang="en-US" sz="1400" b="1" i="0" u="none" strike="noStrike" kern="0" cap="none" spc="0" normalizeH="0" baseline="0" noProof="0" dirty="0" err="1">
                <a:ln>
                  <a:noFill/>
                </a:ln>
                <a:solidFill>
                  <a:schemeClr val="accent5">
                    <a:lumMod val="60000"/>
                    <a:lumOff val="40000"/>
                  </a:schemeClr>
                </a:solidFill>
                <a:effectLst/>
                <a:uLnTx/>
                <a:uFillTx/>
                <a:latin typeface="Roboto"/>
                <a:ea typeface="Roboto"/>
                <a:cs typeface="Roboto"/>
                <a:sym typeface="Roboto"/>
              </a:rPr>
              <a:t>Numpy</a:t>
            </a: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Python Library and the Matplotlib graphical representation Library </a:t>
            </a:r>
            <a:r>
              <a:rPr lang="en-US" dirty="0">
                <a:solidFill>
                  <a:srgbClr val="CEF3F5"/>
                </a:solidFill>
                <a:latin typeface="Roboto"/>
                <a:ea typeface="Roboto"/>
                <a:cs typeface="Roboto"/>
                <a:sym typeface="Roboto"/>
              </a:rPr>
              <a:t>is also used.</a:t>
            </a:r>
            <a:endPar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endParaRPr>
          </a:p>
        </p:txBody>
      </p:sp>
      <p:sp>
        <p:nvSpPr>
          <p:cNvPr id="11" name="TextBox 10">
            <a:extLst>
              <a:ext uri="{FF2B5EF4-FFF2-40B4-BE49-F238E27FC236}">
                <a16:creationId xmlns:a16="http://schemas.microsoft.com/office/drawing/2014/main" id="{3190EAF2-88A8-69C3-60D4-A136F56ECD60}"/>
              </a:ext>
            </a:extLst>
          </p:cNvPr>
          <p:cNvSpPr txBox="1"/>
          <p:nvPr/>
        </p:nvSpPr>
        <p:spPr>
          <a:xfrm>
            <a:off x="90317" y="1853790"/>
            <a:ext cx="589156"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3000" b="0" i="0" u="none" strike="noStrike" kern="0" cap="none" spc="0" normalizeH="0" baseline="0" noProof="0" dirty="0">
                <a:ln>
                  <a:noFill/>
                </a:ln>
                <a:solidFill>
                  <a:srgbClr val="878FFF"/>
                </a:solidFill>
                <a:effectLst/>
                <a:uLnTx/>
                <a:uFillTx/>
                <a:latin typeface="Oswald"/>
                <a:sym typeface="Oswald"/>
              </a:rPr>
              <a:t>02</a:t>
            </a:r>
          </a:p>
        </p:txBody>
      </p:sp>
      <p:sp>
        <p:nvSpPr>
          <p:cNvPr id="13" name="TextBox 12">
            <a:extLst>
              <a:ext uri="{FF2B5EF4-FFF2-40B4-BE49-F238E27FC236}">
                <a16:creationId xmlns:a16="http://schemas.microsoft.com/office/drawing/2014/main" id="{6C6408FD-332A-608A-86C0-13F6F249041A}"/>
              </a:ext>
            </a:extLst>
          </p:cNvPr>
          <p:cNvSpPr txBox="1"/>
          <p:nvPr/>
        </p:nvSpPr>
        <p:spPr>
          <a:xfrm>
            <a:off x="825798" y="1882529"/>
            <a:ext cx="4590584" cy="2462213"/>
          </a:xfrm>
          <a:prstGeom prst="rect">
            <a:avLst/>
          </a:prstGeom>
          <a:noFill/>
        </p:spPr>
        <p:txBody>
          <a:bodyPr wrap="square">
            <a:spAutoFit/>
          </a:bodyPr>
          <a:lstStyle/>
          <a:p>
            <a:r>
              <a:rPr lang="en-US" dirty="0">
                <a:solidFill>
                  <a:srgbClr val="CEF3F5"/>
                </a:solidFill>
                <a:latin typeface="Roboto"/>
                <a:ea typeface="Roboto"/>
                <a:cs typeface="Roboto"/>
                <a:sym typeface="Roboto"/>
              </a:rPr>
              <a:t>The Fashion MNIST dataset has </a:t>
            </a:r>
            <a:r>
              <a:rPr lang="en-US" b="1" dirty="0">
                <a:solidFill>
                  <a:schemeClr val="accent5">
                    <a:lumMod val="60000"/>
                    <a:lumOff val="40000"/>
                  </a:schemeClr>
                </a:solidFill>
                <a:latin typeface="Roboto"/>
                <a:ea typeface="Roboto"/>
                <a:cs typeface="Roboto"/>
                <a:sym typeface="Roboto"/>
              </a:rPr>
              <a:t>60,000 training images </a:t>
            </a:r>
            <a:r>
              <a:rPr lang="en-US" dirty="0">
                <a:solidFill>
                  <a:srgbClr val="CEF3F5"/>
                </a:solidFill>
                <a:latin typeface="Roboto"/>
                <a:ea typeface="Roboto"/>
                <a:cs typeface="Roboto"/>
                <a:sym typeface="Roboto"/>
              </a:rPr>
              <a:t>and </a:t>
            </a:r>
            <a:r>
              <a:rPr lang="en-US" b="1" dirty="0">
                <a:solidFill>
                  <a:schemeClr val="accent5">
                    <a:lumMod val="60000"/>
                    <a:lumOff val="40000"/>
                  </a:schemeClr>
                </a:solidFill>
                <a:latin typeface="Roboto"/>
                <a:ea typeface="Roboto"/>
                <a:cs typeface="Roboto"/>
                <a:sym typeface="Roboto"/>
              </a:rPr>
              <a:t>10,000 testing images</a:t>
            </a:r>
            <a:r>
              <a:rPr lang="en-US" dirty="0">
                <a:solidFill>
                  <a:srgbClr val="CEF3F5"/>
                </a:solidFill>
                <a:latin typeface="Roboto"/>
                <a:ea typeface="Roboto"/>
                <a:cs typeface="Roboto"/>
                <a:sym typeface="Roboto"/>
              </a:rPr>
              <a:t>. Both the test and training images are reshaped into a 4-D Tensor where each image is </a:t>
            </a:r>
            <a:r>
              <a:rPr lang="en-US" b="1" dirty="0">
                <a:solidFill>
                  <a:schemeClr val="accent5">
                    <a:lumMod val="60000"/>
                    <a:lumOff val="40000"/>
                  </a:schemeClr>
                </a:solidFill>
                <a:latin typeface="Roboto"/>
                <a:ea typeface="Roboto"/>
                <a:cs typeface="Roboto"/>
                <a:sym typeface="Roboto"/>
              </a:rPr>
              <a:t>28 X 28 pixels and in Grayscale format </a:t>
            </a:r>
            <a:r>
              <a:rPr lang="en-US" dirty="0">
                <a:solidFill>
                  <a:srgbClr val="CEF3F5"/>
                </a:solidFill>
                <a:latin typeface="Roboto"/>
                <a:ea typeface="Roboto"/>
                <a:cs typeface="Roboto"/>
                <a:sym typeface="Roboto"/>
              </a:rPr>
              <a:t>using the </a:t>
            </a:r>
            <a:r>
              <a:rPr lang="en-US" b="1" dirty="0">
                <a:solidFill>
                  <a:schemeClr val="accent5">
                    <a:lumMod val="60000"/>
                    <a:lumOff val="40000"/>
                  </a:schemeClr>
                </a:solidFill>
                <a:latin typeface="Roboto"/>
                <a:ea typeface="Roboto"/>
                <a:cs typeface="Roboto"/>
                <a:sym typeface="Roboto"/>
              </a:rPr>
              <a:t>reshape </a:t>
            </a:r>
            <a:r>
              <a:rPr lang="en-US" dirty="0">
                <a:solidFill>
                  <a:srgbClr val="CEF3F5"/>
                </a:solidFill>
                <a:latin typeface="Roboto"/>
                <a:ea typeface="Roboto"/>
                <a:cs typeface="Roboto"/>
                <a:sym typeface="Roboto"/>
              </a:rPr>
              <a:t>function. To scale the pixel intensities to a range between 0 to 1, each of them is divided by 255(maximum value a pixel can attain) and normalized. Normalizing the input data helps in reducing the impact of different scales and ranges of pixel intensities among images, making the optimization process more stable and efficient.</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03"/>
        <p:cNvGrpSpPr/>
        <p:nvPr/>
      </p:nvGrpSpPr>
      <p:grpSpPr>
        <a:xfrm>
          <a:off x="0" y="0"/>
          <a:ext cx="0" cy="0"/>
          <a:chOff x="0" y="0"/>
          <a:chExt cx="0" cy="0"/>
        </a:xfrm>
      </p:grpSpPr>
      <p:sp>
        <p:nvSpPr>
          <p:cNvPr id="805" name="Google Shape;805;p35"/>
          <p:cNvSpPr txBox="1">
            <a:spLocks noGrp="1"/>
          </p:cNvSpPr>
          <p:nvPr>
            <p:ph type="title" idx="2"/>
          </p:nvPr>
        </p:nvSpPr>
        <p:spPr>
          <a:xfrm>
            <a:off x="774907" y="113423"/>
            <a:ext cx="6606941" cy="6008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00B0F0"/>
                </a:solidFill>
              </a:rPr>
              <a:t>MY APPROACH TOWARDS THE PROBLEM(contd..)</a:t>
            </a:r>
            <a:endParaRPr dirty="0">
              <a:solidFill>
                <a:srgbClr val="00B0F0"/>
              </a:solidFill>
            </a:endParaRPr>
          </a:p>
        </p:txBody>
      </p:sp>
      <p:grpSp>
        <p:nvGrpSpPr>
          <p:cNvPr id="839" name="Google Shape;839;p35"/>
          <p:cNvGrpSpPr/>
          <p:nvPr/>
        </p:nvGrpSpPr>
        <p:grpSpPr>
          <a:xfrm>
            <a:off x="2306924" y="1295199"/>
            <a:ext cx="95400" cy="3116250"/>
            <a:chOff x="4524300" y="1013625"/>
            <a:chExt cx="95400" cy="3116250"/>
          </a:xfrm>
        </p:grpSpPr>
        <p:sp>
          <p:nvSpPr>
            <p:cNvPr id="840" name="Google Shape;840;p35"/>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5"/>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5"/>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5"/>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5"/>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5"/>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634541CC-0B70-92FF-A12D-5EC96975BB8D}"/>
              </a:ext>
            </a:extLst>
          </p:cNvPr>
          <p:cNvSpPr txBox="1"/>
          <p:nvPr/>
        </p:nvSpPr>
        <p:spPr>
          <a:xfrm>
            <a:off x="3148158" y="781137"/>
            <a:ext cx="4590584" cy="1815882"/>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Three convolutional layers are created using </a:t>
            </a:r>
            <a:r>
              <a:rPr kumimoji="0" lang="en-US" sz="1400" b="1" i="0" u="none" strike="noStrike" kern="0" cap="none" spc="0" normalizeH="0" baseline="0" noProof="0" dirty="0">
                <a:ln>
                  <a:noFill/>
                </a:ln>
                <a:solidFill>
                  <a:schemeClr val="accent6">
                    <a:lumMod val="40000"/>
                    <a:lumOff val="60000"/>
                  </a:schemeClr>
                </a:solidFill>
                <a:effectLst/>
                <a:uLnTx/>
                <a:uFillTx/>
                <a:latin typeface="Roboto"/>
                <a:ea typeface="Roboto"/>
                <a:cs typeface="Roboto"/>
                <a:sym typeface="Roboto"/>
              </a:rPr>
              <a:t>Conv2D</a:t>
            </a: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class provided by the </a:t>
            </a:r>
            <a:r>
              <a:rPr kumimoji="0" lang="en-US" sz="1400" b="0" i="0" u="none" strike="noStrike" kern="0" cap="none" spc="0" normalizeH="0" baseline="0" noProof="0" dirty="0" err="1">
                <a:ln>
                  <a:noFill/>
                </a:ln>
                <a:solidFill>
                  <a:srgbClr val="CEF3F5"/>
                </a:solidFill>
                <a:effectLst/>
                <a:uLnTx/>
                <a:uFillTx/>
                <a:latin typeface="Roboto"/>
                <a:ea typeface="Roboto"/>
                <a:cs typeface="Roboto"/>
                <a:sym typeface="Roboto"/>
              </a:rPr>
              <a:t>Keras</a:t>
            </a: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and </a:t>
            </a:r>
            <a:r>
              <a:rPr kumimoji="0" lang="en-US" sz="1400" b="0" i="0" u="none" strike="noStrike" kern="0" cap="none" spc="0" normalizeH="0" baseline="0" noProof="0" dirty="0" err="1">
                <a:ln>
                  <a:noFill/>
                </a:ln>
                <a:solidFill>
                  <a:srgbClr val="CEF3F5"/>
                </a:solidFill>
                <a:effectLst/>
                <a:uLnTx/>
                <a:uFillTx/>
                <a:latin typeface="Roboto"/>
                <a:ea typeface="Roboto"/>
                <a:cs typeface="Roboto"/>
                <a:sym typeface="Roboto"/>
              </a:rPr>
              <a:t>Tensorflow</a:t>
            </a: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library</a:t>
            </a:r>
            <a:r>
              <a:rPr lang="en-US" dirty="0">
                <a:solidFill>
                  <a:srgbClr val="CEF3F5"/>
                </a:solidFill>
                <a:latin typeface="Roboto"/>
                <a:ea typeface="Roboto"/>
                <a:cs typeface="Roboto"/>
                <a:sym typeface="Roboto"/>
              </a:rPr>
              <a:t>. The first layer has 32 filters followed by 64 and 128 filters by the second and third layers respectively. The size of the Convolution Kernel is 3 X 3 which slides over the input data and performs convolution operation. The </a:t>
            </a:r>
            <a:r>
              <a:rPr lang="en-US" b="1" dirty="0">
                <a:solidFill>
                  <a:schemeClr val="accent6">
                    <a:lumMod val="40000"/>
                    <a:lumOff val="60000"/>
                  </a:schemeClr>
                </a:solidFill>
                <a:latin typeface="Roboto"/>
                <a:ea typeface="Roboto"/>
                <a:cs typeface="Roboto"/>
                <a:sym typeface="Roboto"/>
              </a:rPr>
              <a:t>Rectified Linear Unit (</a:t>
            </a:r>
            <a:r>
              <a:rPr lang="en-US" b="1" dirty="0" err="1">
                <a:solidFill>
                  <a:schemeClr val="accent6">
                    <a:lumMod val="40000"/>
                    <a:lumOff val="60000"/>
                  </a:schemeClr>
                </a:solidFill>
                <a:latin typeface="Roboto"/>
                <a:ea typeface="Roboto"/>
                <a:cs typeface="Roboto"/>
                <a:sym typeface="Roboto"/>
              </a:rPr>
              <a:t>ReLU</a:t>
            </a:r>
            <a:r>
              <a:rPr lang="en-US" b="1" dirty="0">
                <a:solidFill>
                  <a:schemeClr val="accent6">
                    <a:lumMod val="40000"/>
                    <a:lumOff val="60000"/>
                  </a:schemeClr>
                </a:solidFill>
                <a:latin typeface="Roboto"/>
                <a:ea typeface="Roboto"/>
                <a:cs typeface="Roboto"/>
                <a:sym typeface="Roboto"/>
              </a:rPr>
              <a:t>) </a:t>
            </a:r>
            <a:r>
              <a:rPr lang="en-US" dirty="0">
                <a:solidFill>
                  <a:srgbClr val="CEF3F5"/>
                </a:solidFill>
                <a:latin typeface="Roboto"/>
                <a:ea typeface="Roboto"/>
                <a:cs typeface="Roboto"/>
                <a:sym typeface="Roboto"/>
              </a:rPr>
              <a:t>activation function is used, which introduces non-linearity into the network.</a:t>
            </a:r>
          </a:p>
        </p:txBody>
      </p:sp>
      <p:sp>
        <p:nvSpPr>
          <p:cNvPr id="13" name="TextBox 12">
            <a:extLst>
              <a:ext uri="{FF2B5EF4-FFF2-40B4-BE49-F238E27FC236}">
                <a16:creationId xmlns:a16="http://schemas.microsoft.com/office/drawing/2014/main" id="{6C6408FD-332A-608A-86C0-13F6F249041A}"/>
              </a:ext>
            </a:extLst>
          </p:cNvPr>
          <p:cNvSpPr txBox="1"/>
          <p:nvPr/>
        </p:nvSpPr>
        <p:spPr>
          <a:xfrm>
            <a:off x="3124860" y="2761925"/>
            <a:ext cx="5595376" cy="1600438"/>
          </a:xfrm>
          <a:prstGeom prst="rect">
            <a:avLst/>
          </a:prstGeom>
          <a:noFill/>
        </p:spPr>
        <p:txBody>
          <a:bodyPr wrap="square">
            <a:spAutoFit/>
          </a:bodyPr>
          <a:lstStyle/>
          <a:p>
            <a:r>
              <a:rPr lang="en-US" dirty="0">
                <a:solidFill>
                  <a:srgbClr val="CEF3F5"/>
                </a:solidFill>
                <a:latin typeface="Roboto"/>
                <a:ea typeface="Roboto"/>
                <a:cs typeface="Roboto"/>
                <a:sym typeface="Roboto"/>
              </a:rPr>
              <a:t>Three </a:t>
            </a:r>
            <a:r>
              <a:rPr lang="en-US" b="1" dirty="0">
                <a:solidFill>
                  <a:schemeClr val="accent6">
                    <a:lumMod val="40000"/>
                    <a:lumOff val="60000"/>
                  </a:schemeClr>
                </a:solidFill>
                <a:latin typeface="Roboto"/>
                <a:ea typeface="Roboto"/>
                <a:cs typeface="Roboto"/>
                <a:sym typeface="Roboto"/>
              </a:rPr>
              <a:t>Max Pooling layers </a:t>
            </a:r>
            <a:r>
              <a:rPr lang="en-US" dirty="0">
                <a:solidFill>
                  <a:srgbClr val="CEF3F5"/>
                </a:solidFill>
                <a:latin typeface="Roboto"/>
                <a:ea typeface="Roboto"/>
                <a:cs typeface="Roboto"/>
                <a:sym typeface="Roboto"/>
              </a:rPr>
              <a:t>are added after the convolutional layers. The max pooling operation divides the input feature map into non-overlapping rectangular regions of this size and outputs the maximum value within each region. By adding these max pooling layers to the model architecture, the feature maps obtained from the convolutional layers will be </a:t>
            </a:r>
            <a:r>
              <a:rPr lang="en-US" dirty="0" err="1">
                <a:solidFill>
                  <a:srgbClr val="CEF3F5"/>
                </a:solidFill>
                <a:latin typeface="Roboto"/>
                <a:ea typeface="Roboto"/>
                <a:cs typeface="Roboto"/>
                <a:sym typeface="Roboto"/>
              </a:rPr>
              <a:t>downsampled</a:t>
            </a:r>
            <a:r>
              <a:rPr lang="en-US" dirty="0">
                <a:solidFill>
                  <a:srgbClr val="CEF3F5"/>
                </a:solidFill>
                <a:latin typeface="Roboto"/>
                <a:ea typeface="Roboto"/>
                <a:cs typeface="Roboto"/>
                <a:sym typeface="Roboto"/>
              </a:rPr>
              <a:t>, progressively reducing their spatial dimensions. </a:t>
            </a:r>
            <a:endParaRPr lang="en-IN" dirty="0"/>
          </a:p>
        </p:txBody>
      </p:sp>
      <p:grpSp>
        <p:nvGrpSpPr>
          <p:cNvPr id="2" name="Google Shape;931;p41">
            <a:extLst>
              <a:ext uri="{FF2B5EF4-FFF2-40B4-BE49-F238E27FC236}">
                <a16:creationId xmlns:a16="http://schemas.microsoft.com/office/drawing/2014/main" id="{48C17A94-EA3C-8495-D769-4F4690435093}"/>
              </a:ext>
            </a:extLst>
          </p:cNvPr>
          <p:cNvGrpSpPr/>
          <p:nvPr/>
        </p:nvGrpSpPr>
        <p:grpSpPr>
          <a:xfrm>
            <a:off x="203138" y="1834626"/>
            <a:ext cx="1769465" cy="1790434"/>
            <a:chOff x="6945936" y="1456203"/>
            <a:chExt cx="2159597" cy="2231107"/>
          </a:xfrm>
        </p:grpSpPr>
        <p:sp>
          <p:nvSpPr>
            <p:cNvPr id="3" name="Google Shape;932;p41">
              <a:extLst>
                <a:ext uri="{FF2B5EF4-FFF2-40B4-BE49-F238E27FC236}">
                  <a16:creationId xmlns:a16="http://schemas.microsoft.com/office/drawing/2014/main" id="{419A7E07-6FAA-E7DC-DF9C-2F4E826DE720}"/>
                </a:ext>
              </a:extLst>
            </p:cNvPr>
            <p:cNvSpPr/>
            <p:nvPr/>
          </p:nvSpPr>
          <p:spPr>
            <a:xfrm>
              <a:off x="7643769" y="1456203"/>
              <a:ext cx="1461763" cy="1846434"/>
            </a:xfrm>
            <a:custGeom>
              <a:avLst/>
              <a:gdLst/>
              <a:ahLst/>
              <a:cxnLst/>
              <a:rect l="l" t="t" r="r" b="b"/>
              <a:pathLst>
                <a:path w="123957" h="156577" extrusionOk="0">
                  <a:moveTo>
                    <a:pt x="1" y="1"/>
                  </a:moveTo>
                  <a:lnTo>
                    <a:pt x="1" y="16311"/>
                  </a:lnTo>
                  <a:lnTo>
                    <a:pt x="107646" y="16311"/>
                  </a:lnTo>
                  <a:lnTo>
                    <a:pt x="107646" y="156576"/>
                  </a:lnTo>
                  <a:lnTo>
                    <a:pt x="123956" y="156576"/>
                  </a:lnTo>
                  <a:lnTo>
                    <a:pt x="1239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33;p41">
              <a:extLst>
                <a:ext uri="{FF2B5EF4-FFF2-40B4-BE49-F238E27FC236}">
                  <a16:creationId xmlns:a16="http://schemas.microsoft.com/office/drawing/2014/main" id="{7EEEAA55-C498-748D-E35A-2DC471749770}"/>
                </a:ext>
              </a:extLst>
            </p:cNvPr>
            <p:cNvSpPr/>
            <p:nvPr/>
          </p:nvSpPr>
          <p:spPr>
            <a:xfrm>
              <a:off x="7451434" y="1648538"/>
              <a:ext cx="1461763" cy="1846434"/>
            </a:xfrm>
            <a:custGeom>
              <a:avLst/>
              <a:gdLst/>
              <a:ahLst/>
              <a:cxnLst/>
              <a:rect l="l" t="t" r="r" b="b"/>
              <a:pathLst>
                <a:path w="123957" h="156577" extrusionOk="0">
                  <a:moveTo>
                    <a:pt x="1" y="1"/>
                  </a:moveTo>
                  <a:lnTo>
                    <a:pt x="1" y="16311"/>
                  </a:lnTo>
                  <a:lnTo>
                    <a:pt x="81550" y="16311"/>
                  </a:lnTo>
                  <a:lnTo>
                    <a:pt x="107646" y="42407"/>
                  </a:lnTo>
                  <a:lnTo>
                    <a:pt x="107646" y="156576"/>
                  </a:lnTo>
                  <a:lnTo>
                    <a:pt x="123956" y="156576"/>
                  </a:lnTo>
                  <a:lnTo>
                    <a:pt x="123956" y="140266"/>
                  </a:lnTo>
                  <a:lnTo>
                    <a:pt x="1239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934;p41">
              <a:extLst>
                <a:ext uri="{FF2B5EF4-FFF2-40B4-BE49-F238E27FC236}">
                  <a16:creationId xmlns:a16="http://schemas.microsoft.com/office/drawing/2014/main" id="{3C57DFD5-7A13-7755-ADF8-152DB3C9EEEF}"/>
                </a:ext>
              </a:extLst>
            </p:cNvPr>
            <p:cNvSpPr/>
            <p:nvPr/>
          </p:nvSpPr>
          <p:spPr>
            <a:xfrm>
              <a:off x="7259100" y="1840875"/>
              <a:ext cx="1487174" cy="1846434"/>
            </a:xfrm>
            <a:custGeom>
              <a:avLst/>
              <a:gdLst/>
              <a:ahLst/>
              <a:cxnLst/>
              <a:rect l="l" t="t" r="r" b="b"/>
              <a:pathLst>
                <a:path w="123957" h="156577" extrusionOk="0">
                  <a:moveTo>
                    <a:pt x="1" y="1"/>
                  </a:moveTo>
                  <a:lnTo>
                    <a:pt x="1" y="156576"/>
                  </a:lnTo>
                  <a:lnTo>
                    <a:pt x="123956" y="156576"/>
                  </a:lnTo>
                  <a:lnTo>
                    <a:pt x="123956" y="27043"/>
                  </a:lnTo>
                  <a:lnTo>
                    <a:pt x="980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35;p41">
              <a:extLst>
                <a:ext uri="{FF2B5EF4-FFF2-40B4-BE49-F238E27FC236}">
                  <a16:creationId xmlns:a16="http://schemas.microsoft.com/office/drawing/2014/main" id="{BED8F1CD-66F8-7003-A64C-36B7D3CE8187}"/>
                </a:ext>
              </a:extLst>
            </p:cNvPr>
            <p:cNvSpPr/>
            <p:nvPr/>
          </p:nvSpPr>
          <p:spPr>
            <a:xfrm>
              <a:off x="6945936" y="2917954"/>
              <a:ext cx="769354" cy="769354"/>
            </a:xfrm>
            <a:custGeom>
              <a:avLst/>
              <a:gdLst/>
              <a:ahLst/>
              <a:cxnLst/>
              <a:rect l="l" t="t" r="r" b="b"/>
              <a:pathLst>
                <a:path w="65241" h="65241" extrusionOk="0">
                  <a:moveTo>
                    <a:pt x="26097" y="0"/>
                  </a:moveTo>
                  <a:lnTo>
                    <a:pt x="26097" y="10732"/>
                  </a:lnTo>
                  <a:cubicBezTo>
                    <a:pt x="24596" y="11189"/>
                    <a:pt x="23128" y="11776"/>
                    <a:pt x="21758" y="12526"/>
                  </a:cubicBezTo>
                  <a:lnTo>
                    <a:pt x="21726" y="12526"/>
                  </a:lnTo>
                  <a:lnTo>
                    <a:pt x="14158" y="4926"/>
                  </a:lnTo>
                  <a:lnTo>
                    <a:pt x="4927" y="14157"/>
                  </a:lnTo>
                  <a:lnTo>
                    <a:pt x="12527" y="21758"/>
                  </a:lnTo>
                  <a:cubicBezTo>
                    <a:pt x="11777" y="23128"/>
                    <a:pt x="11190" y="24596"/>
                    <a:pt x="10733" y="26096"/>
                  </a:cubicBezTo>
                  <a:lnTo>
                    <a:pt x="1" y="26096"/>
                  </a:lnTo>
                  <a:lnTo>
                    <a:pt x="1" y="39144"/>
                  </a:lnTo>
                  <a:lnTo>
                    <a:pt x="10733" y="39144"/>
                  </a:lnTo>
                  <a:cubicBezTo>
                    <a:pt x="11190" y="40645"/>
                    <a:pt x="11777" y="42113"/>
                    <a:pt x="12527" y="43483"/>
                  </a:cubicBezTo>
                  <a:lnTo>
                    <a:pt x="12527" y="43515"/>
                  </a:lnTo>
                  <a:lnTo>
                    <a:pt x="4927" y="51083"/>
                  </a:lnTo>
                  <a:lnTo>
                    <a:pt x="14158" y="60315"/>
                  </a:lnTo>
                  <a:lnTo>
                    <a:pt x="21758" y="52714"/>
                  </a:lnTo>
                  <a:cubicBezTo>
                    <a:pt x="23128" y="53464"/>
                    <a:pt x="24596" y="54052"/>
                    <a:pt x="26097" y="54508"/>
                  </a:cubicBezTo>
                  <a:lnTo>
                    <a:pt x="26097" y="65240"/>
                  </a:lnTo>
                  <a:lnTo>
                    <a:pt x="39145" y="65240"/>
                  </a:lnTo>
                  <a:lnTo>
                    <a:pt x="39145" y="54508"/>
                  </a:lnTo>
                  <a:cubicBezTo>
                    <a:pt x="40645" y="54052"/>
                    <a:pt x="42113" y="53464"/>
                    <a:pt x="43483" y="52714"/>
                  </a:cubicBezTo>
                  <a:lnTo>
                    <a:pt x="51084" y="60315"/>
                  </a:lnTo>
                  <a:lnTo>
                    <a:pt x="60315" y="51083"/>
                  </a:lnTo>
                  <a:lnTo>
                    <a:pt x="52715" y="43515"/>
                  </a:lnTo>
                  <a:lnTo>
                    <a:pt x="52715" y="43483"/>
                  </a:lnTo>
                  <a:cubicBezTo>
                    <a:pt x="53465" y="42113"/>
                    <a:pt x="54052" y="40645"/>
                    <a:pt x="54509" y="39144"/>
                  </a:cubicBezTo>
                  <a:lnTo>
                    <a:pt x="65241" y="39144"/>
                  </a:lnTo>
                  <a:lnTo>
                    <a:pt x="65241" y="26096"/>
                  </a:lnTo>
                  <a:lnTo>
                    <a:pt x="54509" y="26096"/>
                  </a:lnTo>
                  <a:cubicBezTo>
                    <a:pt x="54052" y="24596"/>
                    <a:pt x="53465" y="23128"/>
                    <a:pt x="52715" y="21758"/>
                  </a:cubicBezTo>
                  <a:lnTo>
                    <a:pt x="60315" y="14157"/>
                  </a:lnTo>
                  <a:lnTo>
                    <a:pt x="51084" y="4926"/>
                  </a:lnTo>
                  <a:lnTo>
                    <a:pt x="43516" y="12526"/>
                  </a:lnTo>
                  <a:lnTo>
                    <a:pt x="43483" y="12526"/>
                  </a:lnTo>
                  <a:cubicBezTo>
                    <a:pt x="42113" y="11776"/>
                    <a:pt x="40645" y="11189"/>
                    <a:pt x="39145" y="10732"/>
                  </a:cubicBezTo>
                  <a:lnTo>
                    <a:pt x="39145" y="0"/>
                  </a:lnTo>
                  <a:close/>
                </a:path>
              </a:pathLst>
            </a:custGeom>
            <a:solidFill>
              <a:srgbClr val="67E0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36;p41">
              <a:extLst>
                <a:ext uri="{FF2B5EF4-FFF2-40B4-BE49-F238E27FC236}">
                  <a16:creationId xmlns:a16="http://schemas.microsoft.com/office/drawing/2014/main" id="{CD6943BE-9654-A483-08FD-EBD9F91B41EB}"/>
                </a:ext>
              </a:extLst>
            </p:cNvPr>
            <p:cNvSpPr/>
            <p:nvPr/>
          </p:nvSpPr>
          <p:spPr>
            <a:xfrm>
              <a:off x="7215206" y="3187224"/>
              <a:ext cx="230815" cy="230815"/>
            </a:xfrm>
            <a:custGeom>
              <a:avLst/>
              <a:gdLst/>
              <a:ahLst/>
              <a:cxnLst/>
              <a:rect l="l" t="t" r="r" b="b"/>
              <a:pathLst>
                <a:path w="19573" h="19573" extrusionOk="0">
                  <a:moveTo>
                    <a:pt x="9787" y="0"/>
                  </a:moveTo>
                  <a:cubicBezTo>
                    <a:pt x="4372" y="0"/>
                    <a:pt x="1" y="4371"/>
                    <a:pt x="1" y="9786"/>
                  </a:cubicBezTo>
                  <a:cubicBezTo>
                    <a:pt x="1" y="15201"/>
                    <a:pt x="4372" y="19572"/>
                    <a:pt x="9787" y="19572"/>
                  </a:cubicBezTo>
                  <a:cubicBezTo>
                    <a:pt x="15202" y="19572"/>
                    <a:pt x="19573" y="15201"/>
                    <a:pt x="19573" y="9786"/>
                  </a:cubicBezTo>
                  <a:cubicBezTo>
                    <a:pt x="19573" y="4371"/>
                    <a:pt x="15202" y="0"/>
                    <a:pt x="9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37;p41">
              <a:extLst>
                <a:ext uri="{FF2B5EF4-FFF2-40B4-BE49-F238E27FC236}">
                  <a16:creationId xmlns:a16="http://schemas.microsoft.com/office/drawing/2014/main" id="{6EF69816-FC28-CF7F-122B-904E49498B6C}"/>
                </a:ext>
              </a:extLst>
            </p:cNvPr>
            <p:cNvSpPr/>
            <p:nvPr/>
          </p:nvSpPr>
          <p:spPr>
            <a:xfrm>
              <a:off x="7489901" y="1994743"/>
              <a:ext cx="307749" cy="307749"/>
            </a:xfrm>
            <a:custGeom>
              <a:avLst/>
              <a:gdLst/>
              <a:ahLst/>
              <a:cxnLst/>
              <a:rect l="l" t="t" r="r" b="b"/>
              <a:pathLst>
                <a:path w="26097" h="26097" extrusionOk="0">
                  <a:moveTo>
                    <a:pt x="1" y="1"/>
                  </a:moveTo>
                  <a:lnTo>
                    <a:pt x="1" y="26097"/>
                  </a:lnTo>
                  <a:lnTo>
                    <a:pt x="26097" y="26097"/>
                  </a:lnTo>
                  <a:lnTo>
                    <a:pt x="26097" y="1"/>
                  </a:lnTo>
                  <a:close/>
                </a:path>
              </a:pathLst>
            </a:custGeom>
            <a:solidFill>
              <a:srgbClr val="BB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38;p41">
              <a:extLst>
                <a:ext uri="{FF2B5EF4-FFF2-40B4-BE49-F238E27FC236}">
                  <a16:creationId xmlns:a16="http://schemas.microsoft.com/office/drawing/2014/main" id="{DF2E0BE2-4278-2942-5650-59CF4D78EB6A}"/>
                </a:ext>
              </a:extLst>
            </p:cNvPr>
            <p:cNvSpPr/>
            <p:nvPr/>
          </p:nvSpPr>
          <p:spPr>
            <a:xfrm>
              <a:off x="7489901" y="2533283"/>
              <a:ext cx="307749" cy="307749"/>
            </a:xfrm>
            <a:custGeom>
              <a:avLst/>
              <a:gdLst/>
              <a:ahLst/>
              <a:cxnLst/>
              <a:rect l="l" t="t" r="r" b="b"/>
              <a:pathLst>
                <a:path w="26097" h="26097" extrusionOk="0">
                  <a:moveTo>
                    <a:pt x="1" y="1"/>
                  </a:moveTo>
                  <a:lnTo>
                    <a:pt x="1" y="26096"/>
                  </a:lnTo>
                  <a:lnTo>
                    <a:pt x="26097" y="26096"/>
                  </a:lnTo>
                  <a:lnTo>
                    <a:pt x="26097" y="1"/>
                  </a:lnTo>
                  <a:close/>
                </a:path>
              </a:pathLst>
            </a:custGeom>
            <a:solidFill>
              <a:srgbClr val="BB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39;p41">
              <a:extLst>
                <a:ext uri="{FF2B5EF4-FFF2-40B4-BE49-F238E27FC236}">
                  <a16:creationId xmlns:a16="http://schemas.microsoft.com/office/drawing/2014/main" id="{62B61E6C-8675-D0EA-0ECB-1DD86527CE37}"/>
                </a:ext>
              </a:extLst>
            </p:cNvPr>
            <p:cNvSpPr/>
            <p:nvPr/>
          </p:nvSpPr>
          <p:spPr>
            <a:xfrm>
              <a:off x="8259243" y="3148757"/>
              <a:ext cx="307749" cy="307749"/>
            </a:xfrm>
            <a:custGeom>
              <a:avLst/>
              <a:gdLst/>
              <a:ahLst/>
              <a:cxnLst/>
              <a:rect l="l" t="t" r="r" b="b"/>
              <a:pathLst>
                <a:path w="26097" h="26097" extrusionOk="0">
                  <a:moveTo>
                    <a:pt x="13048" y="0"/>
                  </a:moveTo>
                  <a:cubicBezTo>
                    <a:pt x="5839" y="0"/>
                    <a:pt x="0" y="5839"/>
                    <a:pt x="0" y="13048"/>
                  </a:cubicBezTo>
                  <a:cubicBezTo>
                    <a:pt x="0" y="20257"/>
                    <a:pt x="5839" y="26096"/>
                    <a:pt x="13048" y="26096"/>
                  </a:cubicBezTo>
                  <a:cubicBezTo>
                    <a:pt x="20257" y="26096"/>
                    <a:pt x="26096" y="20257"/>
                    <a:pt x="26096" y="13048"/>
                  </a:cubicBezTo>
                  <a:cubicBezTo>
                    <a:pt x="26096" y="5839"/>
                    <a:pt x="20257" y="0"/>
                    <a:pt x="13048" y="0"/>
                  </a:cubicBezTo>
                  <a:close/>
                </a:path>
              </a:pathLst>
            </a:custGeom>
            <a:solidFill>
              <a:srgbClr val="BB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40;p41">
              <a:extLst>
                <a:ext uri="{FF2B5EF4-FFF2-40B4-BE49-F238E27FC236}">
                  <a16:creationId xmlns:a16="http://schemas.microsoft.com/office/drawing/2014/main" id="{883C302A-0A14-C2AD-5EE8-40A13A79F66F}"/>
                </a:ext>
              </a:extLst>
            </p:cNvPr>
            <p:cNvSpPr/>
            <p:nvPr/>
          </p:nvSpPr>
          <p:spPr>
            <a:xfrm>
              <a:off x="7913039" y="1956275"/>
              <a:ext cx="384683" cy="76946"/>
            </a:xfrm>
            <a:custGeom>
              <a:avLst/>
              <a:gdLst/>
              <a:ahLst/>
              <a:cxnLst/>
              <a:rect l="l" t="t" r="r" b="b"/>
              <a:pathLst>
                <a:path w="32621" h="6525" extrusionOk="0">
                  <a:moveTo>
                    <a:pt x="1" y="1"/>
                  </a:moveTo>
                  <a:lnTo>
                    <a:pt x="1" y="6525"/>
                  </a:lnTo>
                  <a:lnTo>
                    <a:pt x="32620" y="6525"/>
                  </a:lnTo>
                  <a:lnTo>
                    <a:pt x="32620" y="1"/>
                  </a:lnTo>
                  <a:close/>
                </a:path>
              </a:pathLst>
            </a:custGeom>
            <a:solidFill>
              <a:srgbClr val="424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41;p41">
              <a:extLst>
                <a:ext uri="{FF2B5EF4-FFF2-40B4-BE49-F238E27FC236}">
                  <a16:creationId xmlns:a16="http://schemas.microsoft.com/office/drawing/2014/main" id="{1C2A2D92-4AB8-600D-CE0B-1DA6CCFC8C14}"/>
                </a:ext>
              </a:extLst>
            </p:cNvPr>
            <p:cNvSpPr/>
            <p:nvPr/>
          </p:nvSpPr>
          <p:spPr>
            <a:xfrm>
              <a:off x="7913039" y="2110144"/>
              <a:ext cx="384683" cy="76946"/>
            </a:xfrm>
            <a:custGeom>
              <a:avLst/>
              <a:gdLst/>
              <a:ahLst/>
              <a:cxnLst/>
              <a:rect l="l" t="t" r="r" b="b"/>
              <a:pathLst>
                <a:path w="32621" h="6525" extrusionOk="0">
                  <a:moveTo>
                    <a:pt x="1" y="1"/>
                  </a:moveTo>
                  <a:lnTo>
                    <a:pt x="1" y="6525"/>
                  </a:lnTo>
                  <a:lnTo>
                    <a:pt x="32620" y="6525"/>
                  </a:lnTo>
                  <a:lnTo>
                    <a:pt x="32620" y="1"/>
                  </a:lnTo>
                  <a:close/>
                </a:path>
              </a:pathLst>
            </a:custGeom>
            <a:solidFill>
              <a:srgbClr val="424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42;p41">
              <a:extLst>
                <a:ext uri="{FF2B5EF4-FFF2-40B4-BE49-F238E27FC236}">
                  <a16:creationId xmlns:a16="http://schemas.microsoft.com/office/drawing/2014/main" id="{6E13569C-951E-982D-08D6-471AB7F9FC03}"/>
                </a:ext>
              </a:extLst>
            </p:cNvPr>
            <p:cNvSpPr/>
            <p:nvPr/>
          </p:nvSpPr>
          <p:spPr>
            <a:xfrm>
              <a:off x="7913039" y="2264013"/>
              <a:ext cx="384683" cy="76946"/>
            </a:xfrm>
            <a:custGeom>
              <a:avLst/>
              <a:gdLst/>
              <a:ahLst/>
              <a:cxnLst/>
              <a:rect l="l" t="t" r="r" b="b"/>
              <a:pathLst>
                <a:path w="32621" h="6525" extrusionOk="0">
                  <a:moveTo>
                    <a:pt x="1" y="1"/>
                  </a:moveTo>
                  <a:lnTo>
                    <a:pt x="1" y="6525"/>
                  </a:lnTo>
                  <a:lnTo>
                    <a:pt x="32620" y="6525"/>
                  </a:lnTo>
                  <a:lnTo>
                    <a:pt x="32620" y="1"/>
                  </a:lnTo>
                  <a:close/>
                </a:path>
              </a:pathLst>
            </a:custGeom>
            <a:solidFill>
              <a:srgbClr val="424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43;p41">
              <a:extLst>
                <a:ext uri="{FF2B5EF4-FFF2-40B4-BE49-F238E27FC236}">
                  <a16:creationId xmlns:a16="http://schemas.microsoft.com/office/drawing/2014/main" id="{89440720-F0DC-5681-F828-E2968AD4E47A}"/>
                </a:ext>
              </a:extLst>
            </p:cNvPr>
            <p:cNvSpPr/>
            <p:nvPr/>
          </p:nvSpPr>
          <p:spPr>
            <a:xfrm>
              <a:off x="7913039" y="2494815"/>
              <a:ext cx="615486" cy="76946"/>
            </a:xfrm>
            <a:custGeom>
              <a:avLst/>
              <a:gdLst/>
              <a:ahLst/>
              <a:cxnLst/>
              <a:rect l="l" t="t" r="r" b="b"/>
              <a:pathLst>
                <a:path w="52193" h="6525" extrusionOk="0">
                  <a:moveTo>
                    <a:pt x="1" y="1"/>
                  </a:moveTo>
                  <a:lnTo>
                    <a:pt x="1" y="6525"/>
                  </a:lnTo>
                  <a:lnTo>
                    <a:pt x="52192" y="6525"/>
                  </a:lnTo>
                  <a:lnTo>
                    <a:pt x="52192" y="1"/>
                  </a:lnTo>
                  <a:close/>
                </a:path>
              </a:pathLst>
            </a:custGeom>
            <a:solidFill>
              <a:srgbClr val="424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44;p41">
              <a:extLst>
                <a:ext uri="{FF2B5EF4-FFF2-40B4-BE49-F238E27FC236}">
                  <a16:creationId xmlns:a16="http://schemas.microsoft.com/office/drawing/2014/main" id="{33715FD8-291D-536E-C4CD-8EC35CBF3437}"/>
                </a:ext>
              </a:extLst>
            </p:cNvPr>
            <p:cNvSpPr/>
            <p:nvPr/>
          </p:nvSpPr>
          <p:spPr>
            <a:xfrm>
              <a:off x="7913039" y="2648684"/>
              <a:ext cx="615486" cy="76946"/>
            </a:xfrm>
            <a:custGeom>
              <a:avLst/>
              <a:gdLst/>
              <a:ahLst/>
              <a:cxnLst/>
              <a:rect l="l" t="t" r="r" b="b"/>
              <a:pathLst>
                <a:path w="52193" h="6525" extrusionOk="0">
                  <a:moveTo>
                    <a:pt x="1" y="1"/>
                  </a:moveTo>
                  <a:lnTo>
                    <a:pt x="1" y="6525"/>
                  </a:lnTo>
                  <a:lnTo>
                    <a:pt x="52192" y="6525"/>
                  </a:lnTo>
                  <a:lnTo>
                    <a:pt x="52192" y="1"/>
                  </a:lnTo>
                  <a:close/>
                </a:path>
              </a:pathLst>
            </a:custGeom>
            <a:solidFill>
              <a:srgbClr val="424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45;p41">
              <a:extLst>
                <a:ext uri="{FF2B5EF4-FFF2-40B4-BE49-F238E27FC236}">
                  <a16:creationId xmlns:a16="http://schemas.microsoft.com/office/drawing/2014/main" id="{4607A1C2-D2DF-CF42-26E5-18E66218B8A3}"/>
                </a:ext>
              </a:extLst>
            </p:cNvPr>
            <p:cNvSpPr/>
            <p:nvPr/>
          </p:nvSpPr>
          <p:spPr>
            <a:xfrm>
              <a:off x="7913039" y="2802552"/>
              <a:ext cx="615486" cy="76946"/>
            </a:xfrm>
            <a:custGeom>
              <a:avLst/>
              <a:gdLst/>
              <a:ahLst/>
              <a:cxnLst/>
              <a:rect l="l" t="t" r="r" b="b"/>
              <a:pathLst>
                <a:path w="52193" h="6525" extrusionOk="0">
                  <a:moveTo>
                    <a:pt x="1" y="0"/>
                  </a:moveTo>
                  <a:lnTo>
                    <a:pt x="1" y="6524"/>
                  </a:lnTo>
                  <a:lnTo>
                    <a:pt x="52192" y="6524"/>
                  </a:lnTo>
                  <a:lnTo>
                    <a:pt x="52192" y="0"/>
                  </a:lnTo>
                  <a:close/>
                </a:path>
              </a:pathLst>
            </a:custGeom>
            <a:solidFill>
              <a:srgbClr val="424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46;p41">
              <a:extLst>
                <a:ext uri="{FF2B5EF4-FFF2-40B4-BE49-F238E27FC236}">
                  <a16:creationId xmlns:a16="http://schemas.microsoft.com/office/drawing/2014/main" id="{1CEA418F-8301-E1B9-9081-E84922A991E6}"/>
                </a:ext>
              </a:extLst>
            </p:cNvPr>
            <p:cNvSpPr/>
            <p:nvPr/>
          </p:nvSpPr>
          <p:spPr>
            <a:xfrm>
              <a:off x="7797638" y="3110290"/>
              <a:ext cx="346216" cy="76946"/>
            </a:xfrm>
            <a:custGeom>
              <a:avLst/>
              <a:gdLst/>
              <a:ahLst/>
              <a:cxnLst/>
              <a:rect l="l" t="t" r="r" b="b"/>
              <a:pathLst>
                <a:path w="29359" h="6525" extrusionOk="0">
                  <a:moveTo>
                    <a:pt x="1" y="0"/>
                  </a:moveTo>
                  <a:lnTo>
                    <a:pt x="1" y="6524"/>
                  </a:lnTo>
                  <a:lnTo>
                    <a:pt x="29359" y="6524"/>
                  </a:lnTo>
                  <a:lnTo>
                    <a:pt x="29359" y="0"/>
                  </a:lnTo>
                  <a:close/>
                </a:path>
              </a:pathLst>
            </a:custGeom>
            <a:solidFill>
              <a:srgbClr val="424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47;p41">
              <a:extLst>
                <a:ext uri="{FF2B5EF4-FFF2-40B4-BE49-F238E27FC236}">
                  <a16:creationId xmlns:a16="http://schemas.microsoft.com/office/drawing/2014/main" id="{3408EB91-B838-7DFB-9F0F-9D558B18F282}"/>
                </a:ext>
              </a:extLst>
            </p:cNvPr>
            <p:cNvSpPr/>
            <p:nvPr/>
          </p:nvSpPr>
          <p:spPr>
            <a:xfrm>
              <a:off x="7797638" y="3264158"/>
              <a:ext cx="346216" cy="76946"/>
            </a:xfrm>
            <a:custGeom>
              <a:avLst/>
              <a:gdLst/>
              <a:ahLst/>
              <a:cxnLst/>
              <a:rect l="l" t="t" r="r" b="b"/>
              <a:pathLst>
                <a:path w="29359" h="6525" extrusionOk="0">
                  <a:moveTo>
                    <a:pt x="1" y="0"/>
                  </a:moveTo>
                  <a:lnTo>
                    <a:pt x="1" y="6524"/>
                  </a:lnTo>
                  <a:lnTo>
                    <a:pt x="29359" y="6524"/>
                  </a:lnTo>
                  <a:lnTo>
                    <a:pt x="29359" y="0"/>
                  </a:lnTo>
                  <a:close/>
                </a:path>
              </a:pathLst>
            </a:custGeom>
            <a:solidFill>
              <a:srgbClr val="424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48;p41">
              <a:extLst>
                <a:ext uri="{FF2B5EF4-FFF2-40B4-BE49-F238E27FC236}">
                  <a16:creationId xmlns:a16="http://schemas.microsoft.com/office/drawing/2014/main" id="{100424B8-18DA-AD48-5E72-180C9D2C1AB4}"/>
                </a:ext>
              </a:extLst>
            </p:cNvPr>
            <p:cNvSpPr/>
            <p:nvPr/>
          </p:nvSpPr>
          <p:spPr>
            <a:xfrm>
              <a:off x="7797638" y="3418027"/>
              <a:ext cx="346216" cy="76946"/>
            </a:xfrm>
            <a:custGeom>
              <a:avLst/>
              <a:gdLst/>
              <a:ahLst/>
              <a:cxnLst/>
              <a:rect l="l" t="t" r="r" b="b"/>
              <a:pathLst>
                <a:path w="29359" h="6525" extrusionOk="0">
                  <a:moveTo>
                    <a:pt x="1" y="0"/>
                  </a:moveTo>
                  <a:lnTo>
                    <a:pt x="1" y="6524"/>
                  </a:lnTo>
                  <a:lnTo>
                    <a:pt x="29359" y="6524"/>
                  </a:lnTo>
                  <a:lnTo>
                    <a:pt x="29359" y="0"/>
                  </a:lnTo>
                  <a:close/>
                </a:path>
              </a:pathLst>
            </a:custGeom>
            <a:solidFill>
              <a:srgbClr val="424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49;p41">
              <a:extLst>
                <a:ext uri="{FF2B5EF4-FFF2-40B4-BE49-F238E27FC236}">
                  <a16:creationId xmlns:a16="http://schemas.microsoft.com/office/drawing/2014/main" id="{8E5CAD6D-56A8-D3E0-2818-B368D43845AC}"/>
                </a:ext>
              </a:extLst>
            </p:cNvPr>
            <p:cNvSpPr/>
            <p:nvPr/>
          </p:nvSpPr>
          <p:spPr>
            <a:xfrm>
              <a:off x="8413100" y="1828800"/>
              <a:ext cx="333193" cy="319819"/>
            </a:xfrm>
            <a:custGeom>
              <a:avLst/>
              <a:gdLst/>
              <a:ahLst/>
              <a:cxnLst/>
              <a:rect l="l" t="t" r="r" b="b"/>
              <a:pathLst>
                <a:path w="26097" h="26097" extrusionOk="0">
                  <a:moveTo>
                    <a:pt x="0" y="1"/>
                  </a:moveTo>
                  <a:lnTo>
                    <a:pt x="0" y="26097"/>
                  </a:lnTo>
                  <a:lnTo>
                    <a:pt x="26096" y="26097"/>
                  </a:lnTo>
                  <a:lnTo>
                    <a:pt x="0" y="1"/>
                  </a:lnTo>
                  <a:close/>
                </a:path>
              </a:pathLst>
            </a:custGeom>
            <a:solidFill>
              <a:srgbClr val="BBBFFF"/>
            </a:solidFill>
            <a:ln w="9525" cap="flat" cmpd="sng">
              <a:solidFill>
                <a:srgbClr val="BBB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TextBox 26">
            <a:extLst>
              <a:ext uri="{FF2B5EF4-FFF2-40B4-BE49-F238E27FC236}">
                <a16:creationId xmlns:a16="http://schemas.microsoft.com/office/drawing/2014/main" id="{C1D3BEC1-58B7-1393-5E38-2870C86D2D06}"/>
              </a:ext>
            </a:extLst>
          </p:cNvPr>
          <p:cNvSpPr txBox="1"/>
          <p:nvPr/>
        </p:nvSpPr>
        <p:spPr>
          <a:xfrm>
            <a:off x="2429058" y="741201"/>
            <a:ext cx="615176"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3000" b="0" i="0" u="none" strike="noStrike" kern="0" cap="none" spc="0" normalizeH="0" baseline="0" noProof="0" dirty="0">
                <a:ln>
                  <a:noFill/>
                </a:ln>
                <a:solidFill>
                  <a:srgbClr val="35C2DF"/>
                </a:solidFill>
                <a:effectLst/>
                <a:uLnTx/>
                <a:uFillTx/>
                <a:latin typeface="Oswald"/>
                <a:sym typeface="Oswald"/>
              </a:rPr>
              <a:t>03</a:t>
            </a:r>
          </a:p>
        </p:txBody>
      </p:sp>
      <p:sp>
        <p:nvSpPr>
          <p:cNvPr id="33" name="TextBox 32">
            <a:extLst>
              <a:ext uri="{FF2B5EF4-FFF2-40B4-BE49-F238E27FC236}">
                <a16:creationId xmlns:a16="http://schemas.microsoft.com/office/drawing/2014/main" id="{4966A6CB-B398-149B-73B4-A0CD22B2BD51}"/>
              </a:ext>
            </a:extLst>
          </p:cNvPr>
          <p:cNvSpPr txBox="1"/>
          <p:nvPr/>
        </p:nvSpPr>
        <p:spPr>
          <a:xfrm>
            <a:off x="2441848" y="2737388"/>
            <a:ext cx="589156"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3000" b="0" i="0" u="none" strike="noStrike" kern="0" cap="none" spc="0" normalizeH="0" baseline="0" noProof="0" dirty="0">
                <a:ln>
                  <a:noFill/>
                </a:ln>
                <a:solidFill>
                  <a:srgbClr val="35C2DF"/>
                </a:solidFill>
                <a:effectLst/>
                <a:uLnTx/>
                <a:uFillTx/>
                <a:latin typeface="Oswald"/>
                <a:cs typeface="Arial"/>
                <a:sym typeface="Oswald"/>
              </a:rPr>
              <a:t>04</a:t>
            </a:r>
          </a:p>
        </p:txBody>
      </p:sp>
    </p:spTree>
    <p:extLst>
      <p:ext uri="{BB962C8B-B14F-4D97-AF65-F5344CB8AC3E}">
        <p14:creationId xmlns:p14="http://schemas.microsoft.com/office/powerpoint/2010/main" val="492218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1342"/>
        <p:cNvGrpSpPr/>
        <p:nvPr/>
      </p:nvGrpSpPr>
      <p:grpSpPr>
        <a:xfrm>
          <a:off x="0" y="0"/>
          <a:ext cx="0" cy="0"/>
          <a:chOff x="0" y="0"/>
          <a:chExt cx="0" cy="0"/>
        </a:xfrm>
      </p:grpSpPr>
      <p:grpSp>
        <p:nvGrpSpPr>
          <p:cNvPr id="1345" name="Google Shape;1345;p54"/>
          <p:cNvGrpSpPr/>
          <p:nvPr/>
        </p:nvGrpSpPr>
        <p:grpSpPr>
          <a:xfrm>
            <a:off x="7025268" y="2074127"/>
            <a:ext cx="1627343" cy="1686386"/>
            <a:chOff x="6275090" y="1382992"/>
            <a:chExt cx="2377521" cy="2377521"/>
          </a:xfrm>
        </p:grpSpPr>
        <p:sp>
          <p:nvSpPr>
            <p:cNvPr id="1346" name="Google Shape;1346;p54"/>
            <p:cNvSpPr/>
            <p:nvPr/>
          </p:nvSpPr>
          <p:spPr>
            <a:xfrm>
              <a:off x="6275090" y="1382992"/>
              <a:ext cx="1862394" cy="2139770"/>
            </a:xfrm>
            <a:custGeom>
              <a:avLst/>
              <a:gdLst/>
              <a:ahLst/>
              <a:cxnLst/>
              <a:rect l="l" t="t" r="r" b="b"/>
              <a:pathLst>
                <a:path w="153315" h="176149" extrusionOk="0">
                  <a:moveTo>
                    <a:pt x="1" y="1"/>
                  </a:moveTo>
                  <a:lnTo>
                    <a:pt x="1" y="176148"/>
                  </a:lnTo>
                  <a:lnTo>
                    <a:pt x="153314" y="176148"/>
                  </a:lnTo>
                  <a:lnTo>
                    <a:pt x="153314" y="22835"/>
                  </a:lnTo>
                  <a:lnTo>
                    <a:pt x="13048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54"/>
            <p:cNvSpPr/>
            <p:nvPr/>
          </p:nvSpPr>
          <p:spPr>
            <a:xfrm>
              <a:off x="7860096" y="1382992"/>
              <a:ext cx="277388" cy="277388"/>
            </a:xfrm>
            <a:custGeom>
              <a:avLst/>
              <a:gdLst/>
              <a:ahLst/>
              <a:cxnLst/>
              <a:rect l="l" t="t" r="r" b="b"/>
              <a:pathLst>
                <a:path w="22835" h="22835" extrusionOk="0">
                  <a:moveTo>
                    <a:pt x="0" y="1"/>
                  </a:moveTo>
                  <a:lnTo>
                    <a:pt x="0" y="22835"/>
                  </a:lnTo>
                  <a:lnTo>
                    <a:pt x="22834" y="22835"/>
                  </a:lnTo>
                  <a:lnTo>
                    <a:pt x="0" y="1"/>
                  </a:lnTo>
                  <a:close/>
                </a:path>
              </a:pathLst>
            </a:custGeom>
            <a:solidFill>
              <a:srgbClr val="1B9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54"/>
            <p:cNvSpPr/>
            <p:nvPr/>
          </p:nvSpPr>
          <p:spPr>
            <a:xfrm>
              <a:off x="6631716" y="1977369"/>
              <a:ext cx="1228392" cy="1228392"/>
            </a:xfrm>
            <a:custGeom>
              <a:avLst/>
              <a:gdLst/>
              <a:ahLst/>
              <a:cxnLst/>
              <a:rect l="l" t="t" r="r" b="b"/>
              <a:pathLst>
                <a:path w="101123" h="101123" extrusionOk="0">
                  <a:moveTo>
                    <a:pt x="78289" y="55455"/>
                  </a:moveTo>
                  <a:lnTo>
                    <a:pt x="78289" y="78288"/>
                  </a:lnTo>
                  <a:lnTo>
                    <a:pt x="55455" y="78288"/>
                  </a:lnTo>
                  <a:lnTo>
                    <a:pt x="78289" y="55455"/>
                  </a:lnTo>
                  <a:close/>
                  <a:moveTo>
                    <a:pt x="101122" y="1"/>
                  </a:moveTo>
                  <a:lnTo>
                    <a:pt x="1" y="101122"/>
                  </a:lnTo>
                  <a:lnTo>
                    <a:pt x="101122" y="101122"/>
                  </a:lnTo>
                  <a:lnTo>
                    <a:pt x="10112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4"/>
            <p:cNvSpPr/>
            <p:nvPr/>
          </p:nvSpPr>
          <p:spPr>
            <a:xfrm>
              <a:off x="7622345" y="2730246"/>
              <a:ext cx="1030266" cy="1030266"/>
            </a:xfrm>
            <a:custGeom>
              <a:avLst/>
              <a:gdLst/>
              <a:ahLst/>
              <a:cxnLst/>
              <a:rect l="l" t="t" r="r" b="b"/>
              <a:pathLst>
                <a:path w="84813" h="84813" extrusionOk="0">
                  <a:moveTo>
                    <a:pt x="42406" y="1"/>
                  </a:moveTo>
                  <a:cubicBezTo>
                    <a:pt x="41167" y="1"/>
                    <a:pt x="39927" y="66"/>
                    <a:pt x="38688" y="196"/>
                  </a:cubicBezTo>
                  <a:lnTo>
                    <a:pt x="36763" y="7014"/>
                  </a:lnTo>
                  <a:cubicBezTo>
                    <a:pt x="34284" y="7405"/>
                    <a:pt x="31870" y="8058"/>
                    <a:pt x="29554" y="8938"/>
                  </a:cubicBezTo>
                  <a:lnTo>
                    <a:pt x="24531" y="4013"/>
                  </a:lnTo>
                  <a:cubicBezTo>
                    <a:pt x="22247" y="5057"/>
                    <a:pt x="20094" y="6296"/>
                    <a:pt x="18072" y="7699"/>
                  </a:cubicBezTo>
                  <a:lnTo>
                    <a:pt x="19833" y="14549"/>
                  </a:lnTo>
                  <a:cubicBezTo>
                    <a:pt x="17876" y="16115"/>
                    <a:pt x="16115" y="17876"/>
                    <a:pt x="14549" y="19833"/>
                  </a:cubicBezTo>
                  <a:lnTo>
                    <a:pt x="7699" y="18072"/>
                  </a:lnTo>
                  <a:cubicBezTo>
                    <a:pt x="6296" y="20094"/>
                    <a:pt x="5057" y="22247"/>
                    <a:pt x="4013" y="24531"/>
                  </a:cubicBezTo>
                  <a:lnTo>
                    <a:pt x="8938" y="29554"/>
                  </a:lnTo>
                  <a:cubicBezTo>
                    <a:pt x="8058" y="31870"/>
                    <a:pt x="7405" y="34284"/>
                    <a:pt x="7014" y="36763"/>
                  </a:cubicBezTo>
                  <a:lnTo>
                    <a:pt x="196" y="38688"/>
                  </a:lnTo>
                  <a:cubicBezTo>
                    <a:pt x="66" y="39927"/>
                    <a:pt x="1" y="41167"/>
                    <a:pt x="1" y="42406"/>
                  </a:cubicBezTo>
                  <a:cubicBezTo>
                    <a:pt x="1" y="43646"/>
                    <a:pt x="66" y="44885"/>
                    <a:pt x="196" y="46125"/>
                  </a:cubicBezTo>
                  <a:lnTo>
                    <a:pt x="7014" y="48050"/>
                  </a:lnTo>
                  <a:cubicBezTo>
                    <a:pt x="7405" y="50529"/>
                    <a:pt x="8058" y="52943"/>
                    <a:pt x="8938" y="55259"/>
                  </a:cubicBezTo>
                  <a:lnTo>
                    <a:pt x="4013" y="60282"/>
                  </a:lnTo>
                  <a:cubicBezTo>
                    <a:pt x="5057" y="62565"/>
                    <a:pt x="6296" y="64718"/>
                    <a:pt x="7699" y="66741"/>
                  </a:cubicBezTo>
                  <a:lnTo>
                    <a:pt x="14549" y="64979"/>
                  </a:lnTo>
                  <a:cubicBezTo>
                    <a:pt x="16115" y="66936"/>
                    <a:pt x="17876" y="68698"/>
                    <a:pt x="19833" y="70264"/>
                  </a:cubicBezTo>
                  <a:lnTo>
                    <a:pt x="18072" y="77114"/>
                  </a:lnTo>
                  <a:cubicBezTo>
                    <a:pt x="20094" y="78517"/>
                    <a:pt x="22247" y="79756"/>
                    <a:pt x="24531" y="80800"/>
                  </a:cubicBezTo>
                  <a:lnTo>
                    <a:pt x="29554" y="75874"/>
                  </a:lnTo>
                  <a:cubicBezTo>
                    <a:pt x="31870" y="76755"/>
                    <a:pt x="34284" y="77407"/>
                    <a:pt x="36763" y="77799"/>
                  </a:cubicBezTo>
                  <a:lnTo>
                    <a:pt x="38688" y="84616"/>
                  </a:lnTo>
                  <a:cubicBezTo>
                    <a:pt x="39927" y="84747"/>
                    <a:pt x="41167" y="84812"/>
                    <a:pt x="42406" y="84812"/>
                  </a:cubicBezTo>
                  <a:cubicBezTo>
                    <a:pt x="43646" y="84812"/>
                    <a:pt x="44885" y="84747"/>
                    <a:pt x="46125" y="84616"/>
                  </a:cubicBezTo>
                  <a:lnTo>
                    <a:pt x="48050" y="77799"/>
                  </a:lnTo>
                  <a:cubicBezTo>
                    <a:pt x="50529" y="77407"/>
                    <a:pt x="52943" y="76755"/>
                    <a:pt x="55259" y="75874"/>
                  </a:cubicBezTo>
                  <a:lnTo>
                    <a:pt x="60282" y="80800"/>
                  </a:lnTo>
                  <a:cubicBezTo>
                    <a:pt x="62565" y="79756"/>
                    <a:pt x="64718" y="78517"/>
                    <a:pt x="66741" y="77114"/>
                  </a:cubicBezTo>
                  <a:lnTo>
                    <a:pt x="64979" y="70264"/>
                  </a:lnTo>
                  <a:cubicBezTo>
                    <a:pt x="66936" y="68698"/>
                    <a:pt x="68698" y="66936"/>
                    <a:pt x="70264" y="64979"/>
                  </a:cubicBezTo>
                  <a:lnTo>
                    <a:pt x="77114" y="66741"/>
                  </a:lnTo>
                  <a:cubicBezTo>
                    <a:pt x="78517" y="64718"/>
                    <a:pt x="79756" y="62565"/>
                    <a:pt x="80800" y="60282"/>
                  </a:cubicBezTo>
                  <a:lnTo>
                    <a:pt x="75874" y="55259"/>
                  </a:lnTo>
                  <a:cubicBezTo>
                    <a:pt x="76755" y="52943"/>
                    <a:pt x="77407" y="50529"/>
                    <a:pt x="77799" y="48050"/>
                  </a:cubicBezTo>
                  <a:lnTo>
                    <a:pt x="84616" y="46125"/>
                  </a:lnTo>
                  <a:cubicBezTo>
                    <a:pt x="84747" y="44885"/>
                    <a:pt x="84812" y="43646"/>
                    <a:pt x="84812" y="42406"/>
                  </a:cubicBezTo>
                  <a:cubicBezTo>
                    <a:pt x="84812" y="41167"/>
                    <a:pt x="84747" y="39927"/>
                    <a:pt x="84616" y="38688"/>
                  </a:cubicBezTo>
                  <a:lnTo>
                    <a:pt x="77799" y="36763"/>
                  </a:lnTo>
                  <a:cubicBezTo>
                    <a:pt x="77407" y="34284"/>
                    <a:pt x="76755" y="31870"/>
                    <a:pt x="75874" y="29554"/>
                  </a:cubicBezTo>
                  <a:lnTo>
                    <a:pt x="80800" y="24531"/>
                  </a:lnTo>
                  <a:cubicBezTo>
                    <a:pt x="79756" y="22247"/>
                    <a:pt x="78517" y="20094"/>
                    <a:pt x="77114" y="18072"/>
                  </a:cubicBezTo>
                  <a:lnTo>
                    <a:pt x="70264" y="19833"/>
                  </a:lnTo>
                  <a:cubicBezTo>
                    <a:pt x="68698" y="17876"/>
                    <a:pt x="66936" y="16115"/>
                    <a:pt x="64979" y="14549"/>
                  </a:cubicBezTo>
                  <a:lnTo>
                    <a:pt x="66741" y="7699"/>
                  </a:lnTo>
                  <a:cubicBezTo>
                    <a:pt x="64718" y="6296"/>
                    <a:pt x="62565" y="5057"/>
                    <a:pt x="60282" y="4013"/>
                  </a:cubicBezTo>
                  <a:lnTo>
                    <a:pt x="55259" y="8938"/>
                  </a:lnTo>
                  <a:cubicBezTo>
                    <a:pt x="52943" y="8058"/>
                    <a:pt x="50529" y="7405"/>
                    <a:pt x="48050" y="7014"/>
                  </a:cubicBezTo>
                  <a:lnTo>
                    <a:pt x="46125" y="196"/>
                  </a:lnTo>
                  <a:cubicBezTo>
                    <a:pt x="44885" y="66"/>
                    <a:pt x="43646" y="1"/>
                    <a:pt x="424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54"/>
            <p:cNvSpPr/>
            <p:nvPr/>
          </p:nvSpPr>
          <p:spPr>
            <a:xfrm>
              <a:off x="7265719" y="1660368"/>
              <a:ext cx="237763" cy="237763"/>
            </a:xfrm>
            <a:custGeom>
              <a:avLst/>
              <a:gdLst/>
              <a:ahLst/>
              <a:cxnLst/>
              <a:rect l="l" t="t" r="r" b="b"/>
              <a:pathLst>
                <a:path w="19573" h="19573" extrusionOk="0">
                  <a:moveTo>
                    <a:pt x="9787" y="1"/>
                  </a:moveTo>
                  <a:lnTo>
                    <a:pt x="1" y="19573"/>
                  </a:lnTo>
                  <a:lnTo>
                    <a:pt x="19573" y="19573"/>
                  </a:lnTo>
                  <a:lnTo>
                    <a:pt x="9787" y="1"/>
                  </a:lnTo>
                  <a:close/>
                </a:path>
              </a:pathLst>
            </a:custGeom>
            <a:solidFill>
              <a:srgbClr val="DED8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54"/>
            <p:cNvSpPr/>
            <p:nvPr/>
          </p:nvSpPr>
          <p:spPr>
            <a:xfrm>
              <a:off x="7265719" y="1898118"/>
              <a:ext cx="237763" cy="673640"/>
            </a:xfrm>
            <a:custGeom>
              <a:avLst/>
              <a:gdLst/>
              <a:ahLst/>
              <a:cxnLst/>
              <a:rect l="l" t="t" r="r" b="b"/>
              <a:pathLst>
                <a:path w="19573" h="55455" extrusionOk="0">
                  <a:moveTo>
                    <a:pt x="1" y="1"/>
                  </a:moveTo>
                  <a:lnTo>
                    <a:pt x="1" y="55455"/>
                  </a:lnTo>
                  <a:lnTo>
                    <a:pt x="19573" y="35883"/>
                  </a:lnTo>
                  <a:lnTo>
                    <a:pt x="19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54"/>
            <p:cNvSpPr/>
            <p:nvPr/>
          </p:nvSpPr>
          <p:spPr>
            <a:xfrm>
              <a:off x="6631716" y="1660368"/>
              <a:ext cx="396264" cy="515139"/>
            </a:xfrm>
            <a:custGeom>
              <a:avLst/>
              <a:gdLst/>
              <a:ahLst/>
              <a:cxnLst/>
              <a:rect l="l" t="t" r="r" b="b"/>
              <a:pathLst>
                <a:path w="32621" h="42407" extrusionOk="0">
                  <a:moveTo>
                    <a:pt x="16311" y="1"/>
                  </a:moveTo>
                  <a:lnTo>
                    <a:pt x="1" y="26097"/>
                  </a:lnTo>
                  <a:lnTo>
                    <a:pt x="9787" y="42407"/>
                  </a:lnTo>
                  <a:lnTo>
                    <a:pt x="22835" y="42407"/>
                  </a:lnTo>
                  <a:lnTo>
                    <a:pt x="32621" y="26097"/>
                  </a:lnTo>
                  <a:lnTo>
                    <a:pt x="16311" y="1"/>
                  </a:lnTo>
                  <a:close/>
                </a:path>
              </a:pathLst>
            </a:custGeom>
            <a:solidFill>
              <a:srgbClr val="DED8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54"/>
            <p:cNvSpPr/>
            <p:nvPr/>
          </p:nvSpPr>
          <p:spPr>
            <a:xfrm>
              <a:off x="6671342" y="2175494"/>
              <a:ext cx="317013" cy="922092"/>
            </a:xfrm>
            <a:custGeom>
              <a:avLst/>
              <a:gdLst/>
              <a:ahLst/>
              <a:cxnLst/>
              <a:rect l="l" t="t" r="r" b="b"/>
              <a:pathLst>
                <a:path w="26097" h="75908" extrusionOk="0">
                  <a:moveTo>
                    <a:pt x="6525" y="1"/>
                  </a:moveTo>
                  <a:lnTo>
                    <a:pt x="1" y="19573"/>
                  </a:lnTo>
                  <a:lnTo>
                    <a:pt x="5644" y="75907"/>
                  </a:lnTo>
                  <a:lnTo>
                    <a:pt x="22117" y="59434"/>
                  </a:lnTo>
                  <a:lnTo>
                    <a:pt x="26097" y="19573"/>
                  </a:lnTo>
                  <a:lnTo>
                    <a:pt x="19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54"/>
            <p:cNvSpPr/>
            <p:nvPr/>
          </p:nvSpPr>
          <p:spPr>
            <a:xfrm>
              <a:off x="7820471" y="2928372"/>
              <a:ext cx="634014" cy="634014"/>
            </a:xfrm>
            <a:custGeom>
              <a:avLst/>
              <a:gdLst/>
              <a:ahLst/>
              <a:cxnLst/>
              <a:rect l="l" t="t" r="r" b="b"/>
              <a:pathLst>
                <a:path w="52193" h="52193" extrusionOk="0">
                  <a:moveTo>
                    <a:pt x="26096" y="0"/>
                  </a:moveTo>
                  <a:cubicBezTo>
                    <a:pt x="11678" y="0"/>
                    <a:pt x="0" y="11678"/>
                    <a:pt x="0" y="26096"/>
                  </a:cubicBezTo>
                  <a:cubicBezTo>
                    <a:pt x="0" y="40514"/>
                    <a:pt x="11678" y="52192"/>
                    <a:pt x="26096" y="52192"/>
                  </a:cubicBezTo>
                  <a:cubicBezTo>
                    <a:pt x="40514" y="52192"/>
                    <a:pt x="52192" y="40514"/>
                    <a:pt x="52192" y="26096"/>
                  </a:cubicBezTo>
                  <a:cubicBezTo>
                    <a:pt x="52192" y="11678"/>
                    <a:pt x="40514" y="0"/>
                    <a:pt x="260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54"/>
            <p:cNvSpPr/>
            <p:nvPr/>
          </p:nvSpPr>
          <p:spPr>
            <a:xfrm>
              <a:off x="7899721" y="2928372"/>
              <a:ext cx="277388" cy="356638"/>
            </a:xfrm>
            <a:custGeom>
              <a:avLst/>
              <a:gdLst/>
              <a:ahLst/>
              <a:cxnLst/>
              <a:rect l="l" t="t" r="r" b="b"/>
              <a:pathLst>
                <a:path w="22835" h="29359" extrusionOk="0">
                  <a:moveTo>
                    <a:pt x="16310" y="0"/>
                  </a:moveTo>
                  <a:lnTo>
                    <a:pt x="16310" y="22834"/>
                  </a:lnTo>
                  <a:lnTo>
                    <a:pt x="0" y="22834"/>
                  </a:lnTo>
                  <a:lnTo>
                    <a:pt x="0" y="29358"/>
                  </a:lnTo>
                  <a:lnTo>
                    <a:pt x="22834" y="29358"/>
                  </a:lnTo>
                  <a:lnTo>
                    <a:pt x="228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54"/>
            <p:cNvSpPr/>
            <p:nvPr/>
          </p:nvSpPr>
          <p:spPr>
            <a:xfrm>
              <a:off x="8058222" y="3166123"/>
              <a:ext cx="158513" cy="158513"/>
            </a:xfrm>
            <a:custGeom>
              <a:avLst/>
              <a:gdLst/>
              <a:ahLst/>
              <a:cxnLst/>
              <a:rect l="l" t="t" r="r" b="b"/>
              <a:pathLst>
                <a:path w="13049" h="13049" extrusionOk="0">
                  <a:moveTo>
                    <a:pt x="6524" y="0"/>
                  </a:moveTo>
                  <a:cubicBezTo>
                    <a:pt x="2936" y="0"/>
                    <a:pt x="0" y="2936"/>
                    <a:pt x="0" y="6524"/>
                  </a:cubicBezTo>
                  <a:cubicBezTo>
                    <a:pt x="0" y="10113"/>
                    <a:pt x="2936" y="13048"/>
                    <a:pt x="6524" y="13048"/>
                  </a:cubicBezTo>
                  <a:cubicBezTo>
                    <a:pt x="10113" y="13048"/>
                    <a:pt x="13048" y="10113"/>
                    <a:pt x="13048" y="6524"/>
                  </a:cubicBezTo>
                  <a:cubicBezTo>
                    <a:pt x="13048" y="2936"/>
                    <a:pt x="10113" y="0"/>
                    <a:pt x="65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54"/>
            <p:cNvSpPr/>
            <p:nvPr/>
          </p:nvSpPr>
          <p:spPr>
            <a:xfrm>
              <a:off x="6790217" y="1660368"/>
              <a:ext cx="79262" cy="317013"/>
            </a:xfrm>
            <a:custGeom>
              <a:avLst/>
              <a:gdLst/>
              <a:ahLst/>
              <a:cxnLst/>
              <a:rect l="l" t="t" r="r" b="b"/>
              <a:pathLst>
                <a:path w="6525" h="26097" extrusionOk="0">
                  <a:moveTo>
                    <a:pt x="3263" y="1"/>
                  </a:moveTo>
                  <a:lnTo>
                    <a:pt x="1" y="5220"/>
                  </a:lnTo>
                  <a:lnTo>
                    <a:pt x="1" y="26097"/>
                  </a:lnTo>
                  <a:lnTo>
                    <a:pt x="6525" y="26097"/>
                  </a:lnTo>
                  <a:lnTo>
                    <a:pt x="6525" y="5220"/>
                  </a:lnTo>
                  <a:lnTo>
                    <a:pt x="32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54"/>
            <p:cNvSpPr/>
            <p:nvPr/>
          </p:nvSpPr>
          <p:spPr>
            <a:xfrm>
              <a:off x="6841334" y="2939864"/>
              <a:ext cx="135141" cy="135129"/>
            </a:xfrm>
            <a:custGeom>
              <a:avLst/>
              <a:gdLst/>
              <a:ahLst/>
              <a:cxnLst/>
              <a:rect l="l" t="t" r="r" b="b"/>
              <a:pathLst>
                <a:path w="11125" h="11124" extrusionOk="0">
                  <a:moveTo>
                    <a:pt x="4600" y="0"/>
                  </a:moveTo>
                  <a:lnTo>
                    <a:pt x="1" y="4600"/>
                  </a:lnTo>
                  <a:lnTo>
                    <a:pt x="6525" y="11124"/>
                  </a:lnTo>
                  <a:lnTo>
                    <a:pt x="11124" y="6524"/>
                  </a:lnTo>
                  <a:lnTo>
                    <a:pt x="4600" y="0"/>
                  </a:lnTo>
                  <a:close/>
                </a:path>
              </a:pathLst>
            </a:custGeom>
            <a:solidFill>
              <a:srgbClr val="6F3C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54"/>
            <p:cNvSpPr/>
            <p:nvPr/>
          </p:nvSpPr>
          <p:spPr>
            <a:xfrm>
              <a:off x="6960209" y="2820988"/>
              <a:ext cx="135141" cy="135129"/>
            </a:xfrm>
            <a:custGeom>
              <a:avLst/>
              <a:gdLst/>
              <a:ahLst/>
              <a:cxnLst/>
              <a:rect l="l" t="t" r="r" b="b"/>
              <a:pathLst>
                <a:path w="11125" h="11124" extrusionOk="0">
                  <a:moveTo>
                    <a:pt x="4600" y="0"/>
                  </a:moveTo>
                  <a:lnTo>
                    <a:pt x="1" y="4632"/>
                  </a:lnTo>
                  <a:lnTo>
                    <a:pt x="6525" y="11124"/>
                  </a:lnTo>
                  <a:lnTo>
                    <a:pt x="11124" y="6524"/>
                  </a:lnTo>
                  <a:lnTo>
                    <a:pt x="4600" y="0"/>
                  </a:lnTo>
                  <a:close/>
                </a:path>
              </a:pathLst>
            </a:custGeom>
            <a:solidFill>
              <a:srgbClr val="6F3C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54"/>
            <p:cNvSpPr/>
            <p:nvPr/>
          </p:nvSpPr>
          <p:spPr>
            <a:xfrm>
              <a:off x="7079085" y="2702113"/>
              <a:ext cx="135141" cy="135530"/>
            </a:xfrm>
            <a:custGeom>
              <a:avLst/>
              <a:gdLst/>
              <a:ahLst/>
              <a:cxnLst/>
              <a:rect l="l" t="t" r="r" b="b"/>
              <a:pathLst>
                <a:path w="11125" h="11157" extrusionOk="0">
                  <a:moveTo>
                    <a:pt x="4600" y="1"/>
                  </a:moveTo>
                  <a:lnTo>
                    <a:pt x="1" y="4633"/>
                  </a:lnTo>
                  <a:lnTo>
                    <a:pt x="6525" y="11156"/>
                  </a:lnTo>
                  <a:lnTo>
                    <a:pt x="11124" y="6524"/>
                  </a:lnTo>
                  <a:lnTo>
                    <a:pt x="4600" y="1"/>
                  </a:lnTo>
                  <a:close/>
                </a:path>
              </a:pathLst>
            </a:custGeom>
            <a:solidFill>
              <a:srgbClr val="6F3C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54"/>
            <p:cNvSpPr/>
            <p:nvPr/>
          </p:nvSpPr>
          <p:spPr>
            <a:xfrm>
              <a:off x="7197960" y="2583237"/>
              <a:ext cx="135129" cy="135530"/>
            </a:xfrm>
            <a:custGeom>
              <a:avLst/>
              <a:gdLst/>
              <a:ahLst/>
              <a:cxnLst/>
              <a:rect l="l" t="t" r="r" b="b"/>
              <a:pathLst>
                <a:path w="11124" h="11157" extrusionOk="0">
                  <a:moveTo>
                    <a:pt x="4600" y="1"/>
                  </a:moveTo>
                  <a:lnTo>
                    <a:pt x="1" y="4633"/>
                  </a:lnTo>
                  <a:lnTo>
                    <a:pt x="6525" y="11157"/>
                  </a:lnTo>
                  <a:lnTo>
                    <a:pt x="11124" y="6525"/>
                  </a:lnTo>
                  <a:lnTo>
                    <a:pt x="4600" y="1"/>
                  </a:lnTo>
                  <a:close/>
                </a:path>
              </a:pathLst>
            </a:custGeom>
            <a:solidFill>
              <a:srgbClr val="6F3C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54"/>
            <p:cNvSpPr/>
            <p:nvPr/>
          </p:nvSpPr>
          <p:spPr>
            <a:xfrm>
              <a:off x="7316835" y="2464362"/>
              <a:ext cx="135129" cy="135530"/>
            </a:xfrm>
            <a:custGeom>
              <a:avLst/>
              <a:gdLst/>
              <a:ahLst/>
              <a:cxnLst/>
              <a:rect l="l" t="t" r="r" b="b"/>
              <a:pathLst>
                <a:path w="11124" h="11157" extrusionOk="0">
                  <a:moveTo>
                    <a:pt x="4600" y="1"/>
                  </a:moveTo>
                  <a:lnTo>
                    <a:pt x="1" y="4633"/>
                  </a:lnTo>
                  <a:lnTo>
                    <a:pt x="6525" y="11157"/>
                  </a:lnTo>
                  <a:lnTo>
                    <a:pt x="11124" y="6525"/>
                  </a:lnTo>
                  <a:lnTo>
                    <a:pt x="4600" y="1"/>
                  </a:lnTo>
                  <a:close/>
                </a:path>
              </a:pathLst>
            </a:custGeom>
            <a:solidFill>
              <a:srgbClr val="6F3C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54"/>
            <p:cNvSpPr/>
            <p:nvPr/>
          </p:nvSpPr>
          <p:spPr>
            <a:xfrm>
              <a:off x="7435711" y="2345487"/>
              <a:ext cx="135129" cy="135530"/>
            </a:xfrm>
            <a:custGeom>
              <a:avLst/>
              <a:gdLst/>
              <a:ahLst/>
              <a:cxnLst/>
              <a:rect l="l" t="t" r="r" b="b"/>
              <a:pathLst>
                <a:path w="11124" h="11157" extrusionOk="0">
                  <a:moveTo>
                    <a:pt x="4600" y="1"/>
                  </a:moveTo>
                  <a:lnTo>
                    <a:pt x="1" y="4633"/>
                  </a:lnTo>
                  <a:lnTo>
                    <a:pt x="6525" y="11157"/>
                  </a:lnTo>
                  <a:lnTo>
                    <a:pt x="11124" y="6525"/>
                  </a:lnTo>
                  <a:lnTo>
                    <a:pt x="4600" y="1"/>
                  </a:lnTo>
                  <a:close/>
                </a:path>
              </a:pathLst>
            </a:custGeom>
            <a:solidFill>
              <a:srgbClr val="6F3C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54"/>
            <p:cNvSpPr/>
            <p:nvPr/>
          </p:nvSpPr>
          <p:spPr>
            <a:xfrm>
              <a:off x="7554586" y="2226611"/>
              <a:ext cx="135129" cy="135530"/>
            </a:xfrm>
            <a:custGeom>
              <a:avLst/>
              <a:gdLst/>
              <a:ahLst/>
              <a:cxnLst/>
              <a:rect l="l" t="t" r="r" b="b"/>
              <a:pathLst>
                <a:path w="11124" h="11157" extrusionOk="0">
                  <a:moveTo>
                    <a:pt x="4600" y="1"/>
                  </a:moveTo>
                  <a:lnTo>
                    <a:pt x="1" y="4633"/>
                  </a:lnTo>
                  <a:lnTo>
                    <a:pt x="6524" y="11157"/>
                  </a:lnTo>
                  <a:lnTo>
                    <a:pt x="11124" y="6525"/>
                  </a:lnTo>
                  <a:lnTo>
                    <a:pt x="4600" y="1"/>
                  </a:lnTo>
                  <a:close/>
                </a:path>
              </a:pathLst>
            </a:custGeom>
            <a:solidFill>
              <a:srgbClr val="6F3C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54"/>
            <p:cNvSpPr/>
            <p:nvPr/>
          </p:nvSpPr>
          <p:spPr>
            <a:xfrm>
              <a:off x="6354340" y="3364249"/>
              <a:ext cx="79262" cy="79262"/>
            </a:xfrm>
            <a:custGeom>
              <a:avLst/>
              <a:gdLst/>
              <a:ahLst/>
              <a:cxnLst/>
              <a:rect l="l" t="t" r="r" b="b"/>
              <a:pathLst>
                <a:path w="6525" h="6525" extrusionOk="0">
                  <a:moveTo>
                    <a:pt x="1" y="0"/>
                  </a:moveTo>
                  <a:lnTo>
                    <a:pt x="1" y="6524"/>
                  </a:lnTo>
                  <a:lnTo>
                    <a:pt x="6525" y="6524"/>
                  </a:lnTo>
                  <a:lnTo>
                    <a:pt x="6525" y="0"/>
                  </a:lnTo>
                  <a:close/>
                </a:path>
              </a:pathLst>
            </a:custGeom>
            <a:solidFill>
              <a:srgbClr val="1B9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54"/>
            <p:cNvSpPr/>
            <p:nvPr/>
          </p:nvSpPr>
          <p:spPr>
            <a:xfrm>
              <a:off x="6512841" y="3364249"/>
              <a:ext cx="79262" cy="79262"/>
            </a:xfrm>
            <a:custGeom>
              <a:avLst/>
              <a:gdLst/>
              <a:ahLst/>
              <a:cxnLst/>
              <a:rect l="l" t="t" r="r" b="b"/>
              <a:pathLst>
                <a:path w="6525" h="6525" extrusionOk="0">
                  <a:moveTo>
                    <a:pt x="1" y="0"/>
                  </a:moveTo>
                  <a:lnTo>
                    <a:pt x="1" y="6524"/>
                  </a:lnTo>
                  <a:lnTo>
                    <a:pt x="6525" y="6524"/>
                  </a:lnTo>
                  <a:lnTo>
                    <a:pt x="6525" y="0"/>
                  </a:lnTo>
                  <a:close/>
                </a:path>
              </a:pathLst>
            </a:custGeom>
            <a:solidFill>
              <a:srgbClr val="1B9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54"/>
            <p:cNvSpPr/>
            <p:nvPr/>
          </p:nvSpPr>
          <p:spPr>
            <a:xfrm>
              <a:off x="6671342" y="3364249"/>
              <a:ext cx="79262" cy="79262"/>
            </a:xfrm>
            <a:custGeom>
              <a:avLst/>
              <a:gdLst/>
              <a:ahLst/>
              <a:cxnLst/>
              <a:rect l="l" t="t" r="r" b="b"/>
              <a:pathLst>
                <a:path w="6525" h="6525" extrusionOk="0">
                  <a:moveTo>
                    <a:pt x="1" y="0"/>
                  </a:moveTo>
                  <a:lnTo>
                    <a:pt x="1" y="6524"/>
                  </a:lnTo>
                  <a:lnTo>
                    <a:pt x="6525" y="6524"/>
                  </a:lnTo>
                  <a:lnTo>
                    <a:pt x="6525" y="0"/>
                  </a:lnTo>
                  <a:close/>
                </a:path>
              </a:pathLst>
            </a:custGeom>
            <a:solidFill>
              <a:srgbClr val="1B9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54"/>
          <p:cNvGrpSpPr/>
          <p:nvPr/>
        </p:nvGrpSpPr>
        <p:grpSpPr>
          <a:xfrm>
            <a:off x="6616602" y="1210517"/>
            <a:ext cx="95400" cy="3116250"/>
            <a:chOff x="4524300" y="1013625"/>
            <a:chExt cx="95400" cy="3116250"/>
          </a:xfrm>
        </p:grpSpPr>
        <p:sp>
          <p:nvSpPr>
            <p:cNvPr id="1369" name="Google Shape;1369;p54"/>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54"/>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54"/>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54"/>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54"/>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4"/>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9C162668-B9E5-6C65-5D75-503A3E0041E6}"/>
              </a:ext>
            </a:extLst>
          </p:cNvPr>
          <p:cNvSpPr txBox="1"/>
          <p:nvPr/>
        </p:nvSpPr>
        <p:spPr>
          <a:xfrm>
            <a:off x="1201615" y="168744"/>
            <a:ext cx="6791922" cy="523220"/>
          </a:xfrm>
          <a:prstGeom prst="rect">
            <a:avLst/>
          </a:prstGeom>
          <a:noFill/>
        </p:spPr>
        <p:txBody>
          <a:bodyPr wrap="square">
            <a:spAutoFit/>
          </a:bodyPr>
          <a:lstStyle/>
          <a:p>
            <a:r>
              <a:rPr kumimoji="0" lang="en" sz="2800" b="0" i="0" u="none" strike="noStrike" kern="0" cap="none" spc="0" normalizeH="0" baseline="0" noProof="0" dirty="0">
                <a:ln>
                  <a:noFill/>
                </a:ln>
                <a:solidFill>
                  <a:schemeClr val="accent6">
                    <a:lumMod val="60000"/>
                    <a:lumOff val="40000"/>
                  </a:schemeClr>
                </a:solidFill>
                <a:effectLst/>
                <a:uLnTx/>
                <a:uFillTx/>
                <a:latin typeface="Oswald"/>
                <a:sym typeface="Oswald"/>
              </a:rPr>
              <a:t>MY APPROACH TOWARDS THE PROBLEM(contd..)</a:t>
            </a:r>
            <a:endParaRPr lang="en-IN" dirty="0">
              <a:solidFill>
                <a:schemeClr val="accent6">
                  <a:lumMod val="60000"/>
                  <a:lumOff val="40000"/>
                </a:schemeClr>
              </a:solidFill>
            </a:endParaRPr>
          </a:p>
        </p:txBody>
      </p:sp>
      <p:sp>
        <p:nvSpPr>
          <p:cNvPr id="11" name="TextBox 10">
            <a:extLst>
              <a:ext uri="{FF2B5EF4-FFF2-40B4-BE49-F238E27FC236}">
                <a16:creationId xmlns:a16="http://schemas.microsoft.com/office/drawing/2014/main" id="{78418F2E-5E79-E6C1-E509-83FD9F957DBB}"/>
              </a:ext>
            </a:extLst>
          </p:cNvPr>
          <p:cNvSpPr txBox="1"/>
          <p:nvPr/>
        </p:nvSpPr>
        <p:spPr>
          <a:xfrm>
            <a:off x="261371" y="902943"/>
            <a:ext cx="661640"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3000" b="0" i="0" u="none" strike="noStrike" kern="0" cap="none" spc="0" normalizeH="0" baseline="0" noProof="0" dirty="0">
                <a:ln>
                  <a:noFill/>
                </a:ln>
                <a:solidFill>
                  <a:srgbClr val="9154F8"/>
                </a:solidFill>
                <a:effectLst/>
                <a:uLnTx/>
                <a:uFillTx/>
                <a:latin typeface="Oswald"/>
                <a:sym typeface="Oswald"/>
              </a:rPr>
              <a:t>05</a:t>
            </a:r>
          </a:p>
        </p:txBody>
      </p:sp>
      <p:sp>
        <p:nvSpPr>
          <p:cNvPr id="13" name="TextBox 12">
            <a:extLst>
              <a:ext uri="{FF2B5EF4-FFF2-40B4-BE49-F238E27FC236}">
                <a16:creationId xmlns:a16="http://schemas.microsoft.com/office/drawing/2014/main" id="{01004D0D-A303-9330-3082-6BC14E020AE7}"/>
              </a:ext>
            </a:extLst>
          </p:cNvPr>
          <p:cNvSpPr txBox="1"/>
          <p:nvPr/>
        </p:nvSpPr>
        <p:spPr>
          <a:xfrm>
            <a:off x="948958" y="902943"/>
            <a:ext cx="4572000" cy="353943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The layers are flattened using the </a:t>
            </a:r>
            <a:r>
              <a:rPr kumimoji="0" lang="en-US" sz="1400" b="1" i="0" u="none" strike="noStrike" kern="0" cap="none" spc="0" normalizeH="0" baseline="0" noProof="0" dirty="0">
                <a:ln>
                  <a:noFill/>
                </a:ln>
                <a:solidFill>
                  <a:schemeClr val="accent5">
                    <a:lumMod val="60000"/>
                    <a:lumOff val="40000"/>
                  </a:schemeClr>
                </a:solidFill>
                <a:effectLst/>
                <a:uLnTx/>
                <a:uFillTx/>
                <a:latin typeface="Roboto"/>
                <a:ea typeface="Roboto"/>
                <a:cs typeface="Roboto"/>
                <a:sym typeface="Roboto"/>
              </a:rPr>
              <a:t>Flatten</a:t>
            </a: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function to reshape the input data from a multi-dimensional tensor to a one-dimensional vector. This is often required when transitioning from convolutional layers to fully connected layers. Just after the flattening the </a:t>
            </a:r>
            <a:r>
              <a:rPr kumimoji="0" lang="en-US" sz="1400" b="1" i="0" u="none" strike="noStrike" kern="0" cap="none" spc="0" normalizeH="0" baseline="0" noProof="0" dirty="0">
                <a:ln>
                  <a:noFill/>
                </a:ln>
                <a:solidFill>
                  <a:schemeClr val="accent5">
                    <a:lumMod val="60000"/>
                    <a:lumOff val="40000"/>
                  </a:schemeClr>
                </a:solidFill>
                <a:effectLst/>
                <a:uLnTx/>
                <a:uFillTx/>
                <a:latin typeface="Roboto"/>
                <a:ea typeface="Roboto"/>
                <a:cs typeface="Roboto"/>
                <a:sym typeface="Roboto"/>
              </a:rPr>
              <a:t>Dense layer</a:t>
            </a: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which is a </a:t>
            </a:r>
            <a:r>
              <a:rPr kumimoji="0" lang="en-US" sz="1400" b="1" i="0" u="none" strike="noStrike" kern="0" cap="none" spc="0" normalizeH="0" baseline="0" noProof="0" dirty="0">
                <a:ln>
                  <a:noFill/>
                </a:ln>
                <a:solidFill>
                  <a:schemeClr val="accent5">
                    <a:lumMod val="60000"/>
                    <a:lumOff val="40000"/>
                  </a:schemeClr>
                </a:solidFill>
                <a:effectLst/>
                <a:uLnTx/>
                <a:uFillTx/>
                <a:latin typeface="Roboto"/>
                <a:ea typeface="Roboto"/>
                <a:cs typeface="Roboto"/>
                <a:sym typeface="Roboto"/>
              </a:rPr>
              <a:t>fully connected layer</a:t>
            </a: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 is integrated. It connects every neuron from the previous layer to every neuron in the current layer. </a:t>
            </a:r>
          </a:p>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lang="en-US" dirty="0">
                <a:solidFill>
                  <a:srgbClr val="CEF3F5"/>
                </a:solidFill>
                <a:latin typeface="Roboto"/>
                <a:ea typeface="Roboto"/>
                <a:cs typeface="Roboto"/>
                <a:sym typeface="Roboto"/>
              </a:rPr>
              <a:t>Next the output layer is added with 10 neuron units and the </a:t>
            </a:r>
            <a:r>
              <a:rPr lang="en-US" dirty="0" err="1">
                <a:solidFill>
                  <a:srgbClr val="CEF3F5"/>
                </a:solidFill>
                <a:latin typeface="Roboto"/>
                <a:ea typeface="Roboto"/>
                <a:cs typeface="Roboto"/>
                <a:sym typeface="Roboto"/>
              </a:rPr>
              <a:t>Softmax</a:t>
            </a:r>
            <a:r>
              <a:rPr lang="en-US" dirty="0">
                <a:solidFill>
                  <a:srgbClr val="CEF3F5"/>
                </a:solidFill>
                <a:latin typeface="Roboto"/>
                <a:ea typeface="Roboto"/>
                <a:cs typeface="Roboto"/>
                <a:sym typeface="Roboto"/>
              </a:rPr>
              <a:t> activation function. The </a:t>
            </a:r>
            <a:r>
              <a:rPr lang="en-US" dirty="0" err="1">
                <a:solidFill>
                  <a:srgbClr val="CEF3F5"/>
                </a:solidFill>
                <a:latin typeface="Roboto"/>
                <a:ea typeface="Roboto"/>
                <a:cs typeface="Roboto"/>
                <a:sym typeface="Roboto"/>
              </a:rPr>
              <a:t>softmax</a:t>
            </a:r>
            <a:r>
              <a:rPr lang="en-US" dirty="0">
                <a:solidFill>
                  <a:srgbClr val="CEF3F5"/>
                </a:solidFill>
                <a:latin typeface="Roboto"/>
                <a:ea typeface="Roboto"/>
                <a:cs typeface="Roboto"/>
                <a:sym typeface="Roboto"/>
              </a:rPr>
              <a:t> function is often used in multi-class classification problems as it normalizes the output values into a probability distribution over the different classes. The output layer provides the final predictions of the model, often with the </a:t>
            </a:r>
            <a:r>
              <a:rPr lang="en-US" dirty="0" err="1">
                <a:solidFill>
                  <a:srgbClr val="CEF3F5"/>
                </a:solidFill>
                <a:latin typeface="Roboto"/>
                <a:ea typeface="Roboto"/>
                <a:cs typeface="Roboto"/>
                <a:sym typeface="Roboto"/>
              </a:rPr>
              <a:t>softmax</a:t>
            </a:r>
            <a:r>
              <a:rPr lang="en-US" dirty="0">
                <a:solidFill>
                  <a:srgbClr val="CEF3F5"/>
                </a:solidFill>
                <a:latin typeface="Roboto"/>
                <a:ea typeface="Roboto"/>
                <a:cs typeface="Roboto"/>
                <a:sym typeface="Roboto"/>
              </a:rPr>
              <a:t> activation function to produce class probabilities.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01"/>
        <p:cNvGrpSpPr/>
        <p:nvPr/>
      </p:nvGrpSpPr>
      <p:grpSpPr>
        <a:xfrm>
          <a:off x="0" y="0"/>
          <a:ext cx="0" cy="0"/>
          <a:chOff x="0" y="0"/>
          <a:chExt cx="0" cy="0"/>
        </a:xfrm>
      </p:grpSpPr>
      <p:grpSp>
        <p:nvGrpSpPr>
          <p:cNvPr id="704" name="Google Shape;704;p31"/>
          <p:cNvGrpSpPr/>
          <p:nvPr/>
        </p:nvGrpSpPr>
        <p:grpSpPr>
          <a:xfrm>
            <a:off x="429806" y="1958971"/>
            <a:ext cx="1447413" cy="1226907"/>
            <a:chOff x="-3137650" y="2787000"/>
            <a:chExt cx="291450" cy="257575"/>
          </a:xfrm>
        </p:grpSpPr>
        <p:sp>
          <p:nvSpPr>
            <p:cNvPr id="705" name="Google Shape;705;p31"/>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1"/>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1"/>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1"/>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1"/>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1"/>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1"/>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1"/>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 name="Google Shape;713;p31"/>
          <p:cNvGrpSpPr/>
          <p:nvPr/>
        </p:nvGrpSpPr>
        <p:grpSpPr>
          <a:xfrm>
            <a:off x="0" y="4569046"/>
            <a:ext cx="1022509" cy="572747"/>
            <a:chOff x="-77" y="3784091"/>
            <a:chExt cx="2423582" cy="1357541"/>
          </a:xfrm>
        </p:grpSpPr>
        <p:sp>
          <p:nvSpPr>
            <p:cNvPr id="714" name="Google Shape;714;p3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31"/>
          <p:cNvGrpSpPr/>
          <p:nvPr/>
        </p:nvGrpSpPr>
        <p:grpSpPr>
          <a:xfrm rot="10800000">
            <a:off x="8121500" y="-4"/>
            <a:ext cx="1022509" cy="572747"/>
            <a:chOff x="-77" y="3784091"/>
            <a:chExt cx="2423582" cy="1357541"/>
          </a:xfrm>
        </p:grpSpPr>
        <p:sp>
          <p:nvSpPr>
            <p:cNvPr id="720" name="Google Shape;720;p3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31"/>
          <p:cNvGrpSpPr/>
          <p:nvPr/>
        </p:nvGrpSpPr>
        <p:grpSpPr>
          <a:xfrm>
            <a:off x="2242017" y="1170953"/>
            <a:ext cx="95400" cy="3116250"/>
            <a:chOff x="4524300" y="1013625"/>
            <a:chExt cx="95400" cy="3116250"/>
          </a:xfrm>
        </p:grpSpPr>
        <p:sp>
          <p:nvSpPr>
            <p:cNvPr id="726" name="Google Shape;726;p31"/>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1"/>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1"/>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1"/>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1"/>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1"/>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21B01A10-E9DC-46E0-E55F-1D6567231C9D}"/>
              </a:ext>
            </a:extLst>
          </p:cNvPr>
          <p:cNvSpPr txBox="1"/>
          <p:nvPr/>
        </p:nvSpPr>
        <p:spPr>
          <a:xfrm>
            <a:off x="1245166" y="173310"/>
            <a:ext cx="750217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0" i="0" u="none" strike="noStrike" kern="0" cap="none" spc="0" normalizeH="0" baseline="0" noProof="0" dirty="0">
                <a:ln>
                  <a:noFill/>
                </a:ln>
                <a:solidFill>
                  <a:schemeClr val="accent5">
                    <a:lumMod val="75000"/>
                  </a:schemeClr>
                </a:solidFill>
                <a:effectLst/>
                <a:uLnTx/>
                <a:uFillTx/>
                <a:latin typeface="Oswald"/>
                <a:cs typeface="Arial"/>
                <a:sym typeface="Oswald"/>
              </a:rPr>
              <a:t>MY APPROACH TOWARDS THE PROBLEM(contd..)</a:t>
            </a:r>
            <a:endParaRPr kumimoji="0" lang="en-IN" sz="1400" b="0" i="0" u="none" strike="noStrike" kern="0" cap="none" spc="0" normalizeH="0" baseline="0" noProof="0" dirty="0">
              <a:ln>
                <a:noFill/>
              </a:ln>
              <a:solidFill>
                <a:schemeClr val="accent5">
                  <a:lumMod val="75000"/>
                </a:schemeClr>
              </a:solidFill>
              <a:effectLst/>
              <a:uLnTx/>
              <a:uFillTx/>
              <a:latin typeface="Arial"/>
              <a:cs typeface="Arial"/>
              <a:sym typeface="Arial"/>
            </a:endParaRPr>
          </a:p>
        </p:txBody>
      </p:sp>
      <p:sp>
        <p:nvSpPr>
          <p:cNvPr id="17" name="TextBox 16">
            <a:extLst>
              <a:ext uri="{FF2B5EF4-FFF2-40B4-BE49-F238E27FC236}">
                <a16:creationId xmlns:a16="http://schemas.microsoft.com/office/drawing/2014/main" id="{07670E97-7F18-2610-0FBF-7511A2C67069}"/>
              </a:ext>
            </a:extLst>
          </p:cNvPr>
          <p:cNvSpPr txBox="1"/>
          <p:nvPr/>
        </p:nvSpPr>
        <p:spPr>
          <a:xfrm>
            <a:off x="2406707" y="852924"/>
            <a:ext cx="591015"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3000" b="0" i="0" u="none" strike="noStrike" kern="0" cap="none" spc="0" normalizeH="0" baseline="0" noProof="0" dirty="0">
                <a:ln>
                  <a:noFill/>
                </a:ln>
                <a:solidFill>
                  <a:srgbClr val="972CB4"/>
                </a:solidFill>
                <a:effectLst/>
                <a:uLnTx/>
                <a:uFillTx/>
                <a:latin typeface="Oswald"/>
                <a:sym typeface="Oswald"/>
              </a:rPr>
              <a:t>06</a:t>
            </a:r>
          </a:p>
        </p:txBody>
      </p:sp>
      <p:sp>
        <p:nvSpPr>
          <p:cNvPr id="19" name="TextBox 18">
            <a:extLst>
              <a:ext uri="{FF2B5EF4-FFF2-40B4-BE49-F238E27FC236}">
                <a16:creationId xmlns:a16="http://schemas.microsoft.com/office/drawing/2014/main" id="{961414F1-1CDC-BE61-42D1-3ABE4C82549A}"/>
              </a:ext>
            </a:extLst>
          </p:cNvPr>
          <p:cNvSpPr txBox="1"/>
          <p:nvPr/>
        </p:nvSpPr>
        <p:spPr>
          <a:xfrm>
            <a:off x="3067011" y="869833"/>
            <a:ext cx="5735017" cy="3970318"/>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200" b="0" i="0" u="none" strike="noStrike" kern="0" cap="none" spc="0" normalizeH="0" baseline="0" noProof="0" dirty="0">
                <a:ln>
                  <a:noFill/>
                </a:ln>
                <a:solidFill>
                  <a:srgbClr val="CEF3F5"/>
                </a:solidFill>
                <a:effectLst/>
                <a:uLnTx/>
                <a:uFillTx/>
                <a:latin typeface="Roboto"/>
                <a:ea typeface="Roboto"/>
                <a:cs typeface="Roboto"/>
                <a:sym typeface="Roboto"/>
              </a:rPr>
              <a:t>The model is then compiled. It is a crucial step in preparing the model for training. It configures the model with the specified optimizer, loss function, and metrics. This step allows the model to be ready for the subsequent training process, where it learns from the training data and adjusts its weights and biases to minimize the loss and improve the specified metrics.</a:t>
            </a:r>
          </a:p>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200" b="0" i="0" u="none" strike="noStrike" kern="0" cap="none" spc="0" normalizeH="0" baseline="0" noProof="0" dirty="0">
                <a:ln>
                  <a:noFill/>
                </a:ln>
                <a:solidFill>
                  <a:srgbClr val="CEF3F5"/>
                </a:solidFill>
                <a:effectLst/>
                <a:uLnTx/>
                <a:uFillTx/>
                <a:latin typeface="Roboto"/>
                <a:ea typeface="Roboto"/>
                <a:cs typeface="Roboto"/>
                <a:sym typeface="Roboto"/>
              </a:rPr>
              <a:t>The </a:t>
            </a:r>
            <a:r>
              <a:rPr kumimoji="0" lang="en-US" sz="1200" b="1" i="0" u="none" strike="noStrike" kern="0" cap="none" spc="0" normalizeH="0" baseline="0" noProof="0" dirty="0">
                <a:ln>
                  <a:noFill/>
                </a:ln>
                <a:solidFill>
                  <a:schemeClr val="accent3">
                    <a:lumMod val="60000"/>
                    <a:lumOff val="40000"/>
                  </a:schemeClr>
                </a:solidFill>
                <a:effectLst/>
                <a:uLnTx/>
                <a:uFillTx/>
                <a:latin typeface="Roboto"/>
                <a:ea typeface="Roboto"/>
                <a:cs typeface="Roboto"/>
                <a:sym typeface="Roboto"/>
              </a:rPr>
              <a:t>optimizer</a:t>
            </a:r>
            <a:r>
              <a:rPr lang="en-US" sz="1200" b="1" dirty="0">
                <a:solidFill>
                  <a:schemeClr val="accent3">
                    <a:lumMod val="60000"/>
                    <a:lumOff val="40000"/>
                  </a:schemeClr>
                </a:solidFill>
                <a:latin typeface="Roboto"/>
                <a:ea typeface="Roboto"/>
                <a:cs typeface="Roboto"/>
                <a:sym typeface="Roboto"/>
              </a:rPr>
              <a:t> parameter </a:t>
            </a:r>
            <a:r>
              <a:rPr lang="en-US" sz="1200" dirty="0">
                <a:solidFill>
                  <a:srgbClr val="CEF3F5"/>
                </a:solidFill>
                <a:latin typeface="Roboto"/>
                <a:ea typeface="Roboto"/>
                <a:cs typeface="Roboto"/>
                <a:sym typeface="Roboto"/>
              </a:rPr>
              <a:t>specifies the optimization algorithm to be used during the training process. In this case, the Adam optimizer is chosen. </a:t>
            </a:r>
            <a:r>
              <a:rPr lang="en-US" sz="1200" b="1" dirty="0">
                <a:solidFill>
                  <a:schemeClr val="accent3">
                    <a:lumMod val="60000"/>
                    <a:lumOff val="40000"/>
                  </a:schemeClr>
                </a:solidFill>
                <a:latin typeface="Roboto"/>
                <a:ea typeface="Roboto"/>
                <a:cs typeface="Roboto"/>
                <a:sym typeface="Roboto"/>
              </a:rPr>
              <a:t>Adam (short for Adaptive Moment Estimation) </a:t>
            </a:r>
            <a:r>
              <a:rPr lang="en-US" sz="1200" dirty="0">
                <a:solidFill>
                  <a:srgbClr val="CEF3F5"/>
                </a:solidFill>
                <a:latin typeface="Roboto"/>
                <a:ea typeface="Roboto"/>
                <a:cs typeface="Roboto"/>
                <a:sym typeface="Roboto"/>
              </a:rPr>
              <a:t>is a popular optimization algorithm that combines the advantages of both </a:t>
            </a:r>
            <a:r>
              <a:rPr lang="en-US" sz="1200" dirty="0" err="1">
                <a:solidFill>
                  <a:srgbClr val="CEF3F5"/>
                </a:solidFill>
                <a:latin typeface="Roboto"/>
                <a:ea typeface="Roboto"/>
                <a:cs typeface="Roboto"/>
                <a:sym typeface="Roboto"/>
              </a:rPr>
              <a:t>AdaGrad</a:t>
            </a:r>
            <a:r>
              <a:rPr lang="en-US" sz="1200" dirty="0">
                <a:solidFill>
                  <a:srgbClr val="CEF3F5"/>
                </a:solidFill>
                <a:latin typeface="Roboto"/>
                <a:ea typeface="Roboto"/>
                <a:cs typeface="Roboto"/>
                <a:sym typeface="Roboto"/>
              </a:rPr>
              <a:t> and </a:t>
            </a:r>
            <a:r>
              <a:rPr lang="en-US" sz="1200" dirty="0" err="1">
                <a:solidFill>
                  <a:srgbClr val="CEF3F5"/>
                </a:solidFill>
                <a:latin typeface="Roboto"/>
                <a:ea typeface="Roboto"/>
                <a:cs typeface="Roboto"/>
                <a:sym typeface="Roboto"/>
              </a:rPr>
              <a:t>RMSProp</a:t>
            </a:r>
            <a:r>
              <a:rPr lang="en-US" sz="1200" dirty="0">
                <a:solidFill>
                  <a:srgbClr val="CEF3F5"/>
                </a:solidFill>
                <a:latin typeface="Roboto"/>
                <a:ea typeface="Roboto"/>
                <a:cs typeface="Roboto"/>
                <a:sym typeface="Roboto"/>
              </a:rPr>
              <a:t>. It is well-suited for training deep neural networks and performs automatic learning rate adaptation. </a:t>
            </a:r>
          </a:p>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lang="en-US" sz="1200" dirty="0">
                <a:solidFill>
                  <a:srgbClr val="CEF3F5"/>
                </a:solidFill>
                <a:latin typeface="Roboto"/>
                <a:ea typeface="Roboto"/>
                <a:cs typeface="Roboto"/>
                <a:sym typeface="Roboto"/>
              </a:rPr>
              <a:t>The </a:t>
            </a:r>
            <a:r>
              <a:rPr lang="en-US" sz="1200" b="1" dirty="0">
                <a:solidFill>
                  <a:schemeClr val="accent3">
                    <a:lumMod val="60000"/>
                    <a:lumOff val="40000"/>
                  </a:schemeClr>
                </a:solidFill>
                <a:latin typeface="Roboto"/>
                <a:ea typeface="Roboto"/>
                <a:cs typeface="Roboto"/>
                <a:sym typeface="Roboto"/>
              </a:rPr>
              <a:t>loss parameter </a:t>
            </a:r>
            <a:r>
              <a:rPr lang="en-US" sz="1200" dirty="0">
                <a:solidFill>
                  <a:srgbClr val="CEF3F5"/>
                </a:solidFill>
                <a:latin typeface="Roboto"/>
                <a:ea typeface="Roboto"/>
                <a:cs typeface="Roboto"/>
                <a:sym typeface="Roboto"/>
              </a:rPr>
              <a:t>determines the loss function that is used to compute the model's error during training. In this case, the </a:t>
            </a:r>
            <a:r>
              <a:rPr lang="en-US" sz="1200" b="1" dirty="0">
                <a:solidFill>
                  <a:schemeClr val="accent3">
                    <a:lumMod val="60000"/>
                    <a:lumOff val="40000"/>
                  </a:schemeClr>
                </a:solidFill>
                <a:latin typeface="Roboto"/>
                <a:ea typeface="Roboto"/>
                <a:cs typeface="Roboto"/>
                <a:sym typeface="Roboto"/>
              </a:rPr>
              <a:t>sparse categorical cross-entropy loss function</a:t>
            </a:r>
            <a:r>
              <a:rPr lang="en-US" sz="1200" dirty="0">
                <a:solidFill>
                  <a:srgbClr val="CEF3F5"/>
                </a:solidFill>
                <a:latin typeface="Roboto"/>
                <a:ea typeface="Roboto"/>
                <a:cs typeface="Roboto"/>
                <a:sym typeface="Roboto"/>
              </a:rPr>
              <a:t> is selected. This loss function is commonly used for multi-class classification tasks where the target labels are integers (as opposed to one-hot encoded vectors). It calculates the cross-entropy loss between the predicted class probabilities and the true class labels.</a:t>
            </a:r>
          </a:p>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lang="en-US" sz="1200" dirty="0">
                <a:solidFill>
                  <a:srgbClr val="CEF3F5"/>
                </a:solidFill>
                <a:latin typeface="Roboto"/>
                <a:ea typeface="Roboto"/>
                <a:cs typeface="Roboto"/>
                <a:sym typeface="Roboto"/>
              </a:rPr>
              <a:t>The </a:t>
            </a:r>
            <a:r>
              <a:rPr lang="en-US" sz="1200" b="1" dirty="0">
                <a:solidFill>
                  <a:schemeClr val="accent3">
                    <a:lumMod val="60000"/>
                    <a:lumOff val="40000"/>
                  </a:schemeClr>
                </a:solidFill>
                <a:latin typeface="Roboto"/>
                <a:ea typeface="Roboto"/>
                <a:cs typeface="Roboto"/>
                <a:sym typeface="Roboto"/>
              </a:rPr>
              <a:t>metrics parameter </a:t>
            </a:r>
            <a:r>
              <a:rPr lang="en-US" sz="1200" dirty="0">
                <a:solidFill>
                  <a:srgbClr val="CEF3F5"/>
                </a:solidFill>
                <a:latin typeface="Roboto"/>
                <a:ea typeface="Roboto"/>
                <a:cs typeface="Roboto"/>
                <a:sym typeface="Roboto"/>
              </a:rPr>
              <a:t>specifies the evaluation metrics to be used to monitor the model's performance during training and evaluation. In this case, the chosen metric is accuracy. </a:t>
            </a:r>
            <a:r>
              <a:rPr lang="en-US" sz="1200" b="1" dirty="0">
                <a:solidFill>
                  <a:schemeClr val="accent3">
                    <a:lumMod val="60000"/>
                    <a:lumOff val="40000"/>
                  </a:schemeClr>
                </a:solidFill>
                <a:latin typeface="Roboto"/>
                <a:ea typeface="Roboto"/>
                <a:cs typeface="Roboto"/>
                <a:sym typeface="Roboto"/>
              </a:rPr>
              <a:t>Accuracy</a:t>
            </a:r>
            <a:r>
              <a:rPr lang="en-US" sz="1200" dirty="0">
                <a:solidFill>
                  <a:srgbClr val="CEF3F5"/>
                </a:solidFill>
                <a:latin typeface="Roboto"/>
                <a:ea typeface="Roboto"/>
                <a:cs typeface="Roboto"/>
                <a:sym typeface="Roboto"/>
              </a:rPr>
              <a:t> measures the percentage of correctly predicted labels out of the total number of samples. It provides a measure of how well the model is classifying the data.</a:t>
            </a:r>
          </a:p>
        </p:txBody>
      </p:sp>
    </p:spTree>
    <p:extLst>
      <p:ext uri="{BB962C8B-B14F-4D97-AF65-F5344CB8AC3E}">
        <p14:creationId xmlns:p14="http://schemas.microsoft.com/office/powerpoint/2010/main" val="498427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01"/>
        <p:cNvGrpSpPr/>
        <p:nvPr/>
      </p:nvGrpSpPr>
      <p:grpSpPr>
        <a:xfrm>
          <a:off x="0" y="0"/>
          <a:ext cx="0" cy="0"/>
          <a:chOff x="0" y="0"/>
          <a:chExt cx="0" cy="0"/>
        </a:xfrm>
      </p:grpSpPr>
      <p:grpSp>
        <p:nvGrpSpPr>
          <p:cNvPr id="713" name="Google Shape;713;p31"/>
          <p:cNvGrpSpPr/>
          <p:nvPr/>
        </p:nvGrpSpPr>
        <p:grpSpPr>
          <a:xfrm>
            <a:off x="0" y="4569046"/>
            <a:ext cx="1022509" cy="572747"/>
            <a:chOff x="-77" y="3784091"/>
            <a:chExt cx="2423582" cy="1357541"/>
          </a:xfrm>
        </p:grpSpPr>
        <p:sp>
          <p:nvSpPr>
            <p:cNvPr id="714" name="Google Shape;714;p3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31"/>
          <p:cNvGrpSpPr/>
          <p:nvPr/>
        </p:nvGrpSpPr>
        <p:grpSpPr>
          <a:xfrm rot="10800000">
            <a:off x="8121500" y="-4"/>
            <a:ext cx="1022509" cy="572747"/>
            <a:chOff x="-77" y="3784091"/>
            <a:chExt cx="2423582" cy="1357541"/>
          </a:xfrm>
        </p:grpSpPr>
        <p:sp>
          <p:nvSpPr>
            <p:cNvPr id="720" name="Google Shape;720;p3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31"/>
          <p:cNvGrpSpPr/>
          <p:nvPr/>
        </p:nvGrpSpPr>
        <p:grpSpPr>
          <a:xfrm>
            <a:off x="2381692" y="1164346"/>
            <a:ext cx="95400" cy="3116250"/>
            <a:chOff x="4524300" y="1013625"/>
            <a:chExt cx="95400" cy="3116250"/>
          </a:xfrm>
        </p:grpSpPr>
        <p:sp>
          <p:nvSpPr>
            <p:cNvPr id="726" name="Google Shape;726;p31"/>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1"/>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1"/>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1"/>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1"/>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1"/>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21B01A10-E9DC-46E0-E55F-1D6567231C9D}"/>
              </a:ext>
            </a:extLst>
          </p:cNvPr>
          <p:cNvSpPr txBox="1"/>
          <p:nvPr/>
        </p:nvSpPr>
        <p:spPr>
          <a:xfrm>
            <a:off x="1245166" y="173310"/>
            <a:ext cx="750217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0" i="0" u="none" strike="noStrike" kern="0" cap="none" spc="0" normalizeH="0" baseline="0" noProof="0" dirty="0">
                <a:ln>
                  <a:noFill/>
                </a:ln>
                <a:solidFill>
                  <a:schemeClr val="accent5">
                    <a:lumMod val="75000"/>
                  </a:schemeClr>
                </a:solidFill>
                <a:effectLst/>
                <a:uLnTx/>
                <a:uFillTx/>
                <a:latin typeface="Oswald"/>
                <a:cs typeface="Arial"/>
                <a:sym typeface="Oswald"/>
              </a:rPr>
              <a:t>MY APPROACH TOWARDS THE PROBLEM(contd..)</a:t>
            </a:r>
            <a:endParaRPr kumimoji="0" lang="en-IN" sz="1400" b="0" i="0" u="none" strike="noStrike" kern="0" cap="none" spc="0" normalizeH="0" baseline="0" noProof="0" dirty="0">
              <a:ln>
                <a:noFill/>
              </a:ln>
              <a:solidFill>
                <a:schemeClr val="accent5">
                  <a:lumMod val="75000"/>
                </a:schemeClr>
              </a:solidFill>
              <a:effectLst/>
              <a:uLnTx/>
              <a:uFillTx/>
              <a:latin typeface="Arial"/>
              <a:cs typeface="Arial"/>
              <a:sym typeface="Arial"/>
            </a:endParaRPr>
          </a:p>
        </p:txBody>
      </p:sp>
      <p:sp>
        <p:nvSpPr>
          <p:cNvPr id="17" name="TextBox 16">
            <a:extLst>
              <a:ext uri="{FF2B5EF4-FFF2-40B4-BE49-F238E27FC236}">
                <a16:creationId xmlns:a16="http://schemas.microsoft.com/office/drawing/2014/main" id="{07670E97-7F18-2610-0FBF-7511A2C67069}"/>
              </a:ext>
            </a:extLst>
          </p:cNvPr>
          <p:cNvSpPr txBox="1"/>
          <p:nvPr/>
        </p:nvSpPr>
        <p:spPr>
          <a:xfrm>
            <a:off x="2565988" y="875566"/>
            <a:ext cx="591015"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3000" b="0" i="0" u="none" strike="noStrike" kern="0" cap="none" spc="0" normalizeH="0" baseline="0" noProof="0" dirty="0">
                <a:ln>
                  <a:noFill/>
                </a:ln>
                <a:solidFill>
                  <a:srgbClr val="972CB4"/>
                </a:solidFill>
                <a:effectLst/>
                <a:uLnTx/>
                <a:uFillTx/>
                <a:latin typeface="Oswald"/>
                <a:sym typeface="Oswald"/>
              </a:rPr>
              <a:t>07</a:t>
            </a:r>
          </a:p>
        </p:txBody>
      </p:sp>
      <p:sp>
        <p:nvSpPr>
          <p:cNvPr id="19" name="TextBox 18">
            <a:extLst>
              <a:ext uri="{FF2B5EF4-FFF2-40B4-BE49-F238E27FC236}">
                <a16:creationId xmlns:a16="http://schemas.microsoft.com/office/drawing/2014/main" id="{961414F1-1CDC-BE61-42D1-3ABE4C82549A}"/>
              </a:ext>
            </a:extLst>
          </p:cNvPr>
          <p:cNvSpPr txBox="1"/>
          <p:nvPr/>
        </p:nvSpPr>
        <p:spPr>
          <a:xfrm>
            <a:off x="3067011" y="869833"/>
            <a:ext cx="5735017" cy="249299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lang="en-US" sz="1300" dirty="0">
                <a:solidFill>
                  <a:srgbClr val="CEF3F5"/>
                </a:solidFill>
                <a:latin typeface="Roboto"/>
                <a:ea typeface="Roboto"/>
                <a:cs typeface="Roboto"/>
                <a:sym typeface="Roboto"/>
              </a:rPr>
              <a:t>U</a:t>
            </a:r>
            <a:r>
              <a:rPr kumimoji="0" lang="en-US" sz="1300" b="0" i="0" u="none" strike="noStrike" kern="0" cap="none" spc="0" normalizeH="0" baseline="0" noProof="0" dirty="0">
                <a:ln>
                  <a:noFill/>
                </a:ln>
                <a:solidFill>
                  <a:srgbClr val="CEF3F5"/>
                </a:solidFill>
                <a:effectLst/>
                <a:uLnTx/>
                <a:uFillTx/>
                <a:latin typeface="Roboto"/>
                <a:ea typeface="Roboto"/>
                <a:cs typeface="Roboto"/>
                <a:sym typeface="Roboto"/>
              </a:rPr>
              <a:t>sing the </a:t>
            </a:r>
            <a:r>
              <a:rPr kumimoji="0" lang="en-US" sz="1300" b="1" i="0" u="none" strike="noStrike" kern="0" cap="none" spc="0" normalizeH="0" baseline="0" noProof="0" dirty="0">
                <a:ln>
                  <a:noFill/>
                </a:ln>
                <a:solidFill>
                  <a:schemeClr val="accent5">
                    <a:lumMod val="60000"/>
                    <a:lumOff val="40000"/>
                  </a:schemeClr>
                </a:solidFill>
                <a:effectLst/>
                <a:uLnTx/>
                <a:uFillTx/>
                <a:latin typeface="Roboto"/>
                <a:ea typeface="Roboto"/>
                <a:cs typeface="Roboto"/>
                <a:sym typeface="Roboto"/>
              </a:rPr>
              <a:t>fit function</a:t>
            </a:r>
            <a:r>
              <a:rPr kumimoji="0" lang="en-US" sz="1300" b="0" i="0" u="none" strike="noStrike" kern="0" cap="none" spc="0" normalizeH="0" baseline="0" noProof="0" dirty="0">
                <a:ln>
                  <a:noFill/>
                </a:ln>
                <a:solidFill>
                  <a:srgbClr val="CEF3F5"/>
                </a:solidFill>
                <a:effectLst/>
                <a:uLnTx/>
                <a:uFillTx/>
                <a:latin typeface="Roboto"/>
                <a:ea typeface="Roboto"/>
                <a:cs typeface="Roboto"/>
                <a:sym typeface="Roboto"/>
              </a:rPr>
              <a:t>, the model is trained. It takes the training data and labels as input, along with various configuration parameters. During the training process, the model will iteratively update its weights and biases based on the provided data and loss function. The validation split allows for monitoring the model's performance on unseen data, and the </a:t>
            </a:r>
            <a:r>
              <a:rPr kumimoji="0" lang="en-US" sz="1300" b="1" i="0" u="none" strike="noStrike" kern="0" cap="none" spc="0" normalizeH="0" baseline="0" noProof="0" dirty="0">
                <a:ln>
                  <a:noFill/>
                </a:ln>
                <a:solidFill>
                  <a:schemeClr val="accent5">
                    <a:lumMod val="60000"/>
                    <a:lumOff val="40000"/>
                  </a:schemeClr>
                </a:solidFill>
                <a:effectLst/>
                <a:uLnTx/>
                <a:uFillTx/>
                <a:latin typeface="Roboto"/>
                <a:ea typeface="Roboto"/>
                <a:cs typeface="Roboto"/>
                <a:sym typeface="Roboto"/>
              </a:rPr>
              <a:t>number of epochs </a:t>
            </a:r>
            <a:r>
              <a:rPr kumimoji="0" lang="en-US" sz="1300" b="0" i="0" u="none" strike="noStrike" kern="0" cap="none" spc="0" normalizeH="0" baseline="0" noProof="0" dirty="0">
                <a:ln>
                  <a:noFill/>
                </a:ln>
                <a:solidFill>
                  <a:srgbClr val="CEF3F5"/>
                </a:solidFill>
                <a:effectLst/>
                <a:uLnTx/>
                <a:uFillTx/>
                <a:latin typeface="Roboto"/>
                <a:ea typeface="Roboto"/>
                <a:cs typeface="Roboto"/>
                <a:sym typeface="Roboto"/>
              </a:rPr>
              <a:t>controls the overall training duration. </a:t>
            </a:r>
          </a:p>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300" b="0" i="0" u="none" strike="noStrike" kern="0" cap="none" spc="0" normalizeH="0" baseline="0" noProof="0" dirty="0">
                <a:ln>
                  <a:noFill/>
                </a:ln>
                <a:solidFill>
                  <a:srgbClr val="CEF3F5"/>
                </a:solidFill>
                <a:effectLst/>
                <a:uLnTx/>
                <a:uFillTx/>
                <a:latin typeface="Roboto"/>
                <a:ea typeface="Roboto"/>
                <a:cs typeface="Roboto"/>
                <a:sym typeface="Roboto"/>
              </a:rPr>
              <a:t>The </a:t>
            </a:r>
            <a:r>
              <a:rPr kumimoji="0" lang="en-US" sz="1300" b="1" i="0" u="none" strike="noStrike" kern="0" cap="none" spc="0" normalizeH="0" baseline="0" noProof="0" dirty="0">
                <a:ln>
                  <a:noFill/>
                </a:ln>
                <a:solidFill>
                  <a:schemeClr val="accent5">
                    <a:lumMod val="60000"/>
                    <a:lumOff val="40000"/>
                  </a:schemeClr>
                </a:solidFill>
                <a:effectLst/>
                <a:uLnTx/>
                <a:uFillTx/>
                <a:latin typeface="Roboto"/>
                <a:ea typeface="Roboto"/>
                <a:cs typeface="Roboto"/>
                <a:sym typeface="Roboto"/>
              </a:rPr>
              <a:t>validation split </a:t>
            </a:r>
            <a:r>
              <a:rPr kumimoji="0" lang="en-US" sz="1300" b="0" i="0" u="none" strike="noStrike" kern="0" cap="none" spc="0" normalizeH="0" baseline="0" noProof="0" dirty="0">
                <a:ln>
                  <a:noFill/>
                </a:ln>
                <a:solidFill>
                  <a:srgbClr val="CEF3F5"/>
                </a:solidFill>
                <a:effectLst/>
                <a:uLnTx/>
                <a:uFillTx/>
                <a:latin typeface="Roboto"/>
                <a:ea typeface="Roboto"/>
                <a:cs typeface="Roboto"/>
                <a:sym typeface="Roboto"/>
              </a:rPr>
              <a:t>specifies the proportion of the training data that will be used for validation during training. </a:t>
            </a:r>
          </a:p>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300" b="0" i="0" u="none" strike="noStrike" kern="0" cap="none" spc="0" normalizeH="0" baseline="0" noProof="0" dirty="0">
                <a:ln>
                  <a:noFill/>
                </a:ln>
                <a:solidFill>
                  <a:srgbClr val="CEF3F5"/>
                </a:solidFill>
                <a:effectLst/>
                <a:uLnTx/>
                <a:uFillTx/>
                <a:latin typeface="Roboto"/>
                <a:ea typeface="Roboto"/>
                <a:cs typeface="Roboto"/>
                <a:sym typeface="Roboto"/>
              </a:rPr>
              <a:t>The </a:t>
            </a:r>
            <a:r>
              <a:rPr kumimoji="0" lang="en-US" sz="1300" b="1" i="0" u="none" strike="noStrike" kern="0" cap="none" spc="0" normalizeH="0" baseline="0" noProof="0" dirty="0">
                <a:ln>
                  <a:noFill/>
                </a:ln>
                <a:solidFill>
                  <a:schemeClr val="accent5">
                    <a:lumMod val="60000"/>
                    <a:lumOff val="40000"/>
                  </a:schemeClr>
                </a:solidFill>
                <a:effectLst/>
                <a:uLnTx/>
                <a:uFillTx/>
                <a:latin typeface="Roboto"/>
                <a:ea typeface="Roboto"/>
                <a:cs typeface="Roboto"/>
                <a:sym typeface="Roboto"/>
              </a:rPr>
              <a:t>batch size </a:t>
            </a:r>
            <a:r>
              <a:rPr kumimoji="0" lang="en-US" sz="1300" b="0" i="0" u="none" strike="noStrike" kern="0" cap="none" spc="0" normalizeH="0" baseline="0" noProof="0" dirty="0">
                <a:ln>
                  <a:noFill/>
                </a:ln>
                <a:solidFill>
                  <a:srgbClr val="CEF3F5"/>
                </a:solidFill>
                <a:effectLst/>
                <a:uLnTx/>
                <a:uFillTx/>
                <a:latin typeface="Roboto"/>
                <a:ea typeface="Roboto"/>
                <a:cs typeface="Roboto"/>
                <a:sym typeface="Roboto"/>
              </a:rPr>
              <a:t>determines the number of samples per batch that will be used for each gradient update. The training data will be divided into batches of </a:t>
            </a:r>
            <a:r>
              <a:rPr kumimoji="0" lang="en-US" sz="1300" b="1" i="0" u="none" strike="noStrike" kern="0" cap="none" spc="0" normalizeH="0" baseline="0" noProof="0" dirty="0">
                <a:ln>
                  <a:noFill/>
                </a:ln>
                <a:solidFill>
                  <a:schemeClr val="accent5">
                    <a:lumMod val="60000"/>
                    <a:lumOff val="40000"/>
                  </a:schemeClr>
                </a:solidFill>
                <a:effectLst/>
                <a:uLnTx/>
                <a:uFillTx/>
                <a:latin typeface="Roboto"/>
                <a:ea typeface="Roboto"/>
                <a:cs typeface="Roboto"/>
                <a:sym typeface="Roboto"/>
              </a:rPr>
              <a:t>size 512</a:t>
            </a:r>
            <a:r>
              <a:rPr kumimoji="0" lang="en-US" sz="1300" b="0" i="0" u="none" strike="noStrike" kern="0" cap="none" spc="0" normalizeH="0" baseline="0" noProof="0" dirty="0">
                <a:ln>
                  <a:noFill/>
                </a:ln>
                <a:solidFill>
                  <a:srgbClr val="CEF3F5"/>
                </a:solidFill>
                <a:effectLst/>
                <a:uLnTx/>
                <a:uFillTx/>
                <a:latin typeface="Roboto"/>
                <a:ea typeface="Roboto"/>
                <a:cs typeface="Roboto"/>
                <a:sym typeface="Roboto"/>
              </a:rPr>
              <a:t>, and the model's weights will be updated after processing each batch</a:t>
            </a:r>
            <a:endParaRPr lang="en-US" sz="1300" dirty="0">
              <a:solidFill>
                <a:srgbClr val="CEF3F5"/>
              </a:solidFill>
              <a:latin typeface="Roboto"/>
              <a:ea typeface="Roboto"/>
              <a:cs typeface="Roboto"/>
              <a:sym typeface="Roboto"/>
            </a:endParaRPr>
          </a:p>
        </p:txBody>
      </p:sp>
      <p:grpSp>
        <p:nvGrpSpPr>
          <p:cNvPr id="749" name="Google Shape;413;p26">
            <a:extLst>
              <a:ext uri="{FF2B5EF4-FFF2-40B4-BE49-F238E27FC236}">
                <a16:creationId xmlns:a16="http://schemas.microsoft.com/office/drawing/2014/main" id="{03DE470D-638A-8E8D-246B-6690B582C534}"/>
              </a:ext>
            </a:extLst>
          </p:cNvPr>
          <p:cNvGrpSpPr/>
          <p:nvPr/>
        </p:nvGrpSpPr>
        <p:grpSpPr>
          <a:xfrm>
            <a:off x="147116" y="1590956"/>
            <a:ext cx="2178581" cy="1830135"/>
            <a:chOff x="6384600" y="2378025"/>
            <a:chExt cx="1672950" cy="1406500"/>
          </a:xfrm>
        </p:grpSpPr>
        <p:sp>
          <p:nvSpPr>
            <p:cNvPr id="750" name="Google Shape;414;p26">
              <a:extLst>
                <a:ext uri="{FF2B5EF4-FFF2-40B4-BE49-F238E27FC236}">
                  <a16:creationId xmlns:a16="http://schemas.microsoft.com/office/drawing/2014/main" id="{94A67E5D-02E7-5A20-116B-F961985EE003}"/>
                </a:ext>
              </a:extLst>
            </p:cNvPr>
            <p:cNvSpPr/>
            <p:nvPr/>
          </p:nvSpPr>
          <p:spPr>
            <a:xfrm>
              <a:off x="6710450" y="2909500"/>
              <a:ext cx="1021250" cy="593400"/>
            </a:xfrm>
            <a:custGeom>
              <a:avLst/>
              <a:gdLst/>
              <a:ahLst/>
              <a:cxnLst/>
              <a:rect l="l" t="t" r="r" b="b"/>
              <a:pathLst>
                <a:path w="40850" h="23736" extrusionOk="0">
                  <a:moveTo>
                    <a:pt x="0" y="0"/>
                  </a:moveTo>
                  <a:lnTo>
                    <a:pt x="0" y="23736"/>
                  </a:lnTo>
                  <a:lnTo>
                    <a:pt x="40850" y="23736"/>
                  </a:lnTo>
                  <a:lnTo>
                    <a:pt x="40850" y="0"/>
                  </a:lnTo>
                  <a:close/>
                </a:path>
              </a:pathLst>
            </a:custGeom>
            <a:solidFill>
              <a:srgbClr val="35C2D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1" name="Google Shape;415;p26">
              <a:extLst>
                <a:ext uri="{FF2B5EF4-FFF2-40B4-BE49-F238E27FC236}">
                  <a16:creationId xmlns:a16="http://schemas.microsoft.com/office/drawing/2014/main" id="{759530C7-73AA-7F1E-84E2-9D9A9786DC62}"/>
                </a:ext>
              </a:extLst>
            </p:cNvPr>
            <p:cNvSpPr/>
            <p:nvPr/>
          </p:nvSpPr>
          <p:spPr>
            <a:xfrm>
              <a:off x="6740600" y="2927000"/>
              <a:ext cx="960950" cy="558400"/>
            </a:xfrm>
            <a:custGeom>
              <a:avLst/>
              <a:gdLst/>
              <a:ahLst/>
              <a:cxnLst/>
              <a:rect l="l" t="t" r="r" b="b"/>
              <a:pathLst>
                <a:path w="38438" h="22336" extrusionOk="0">
                  <a:moveTo>
                    <a:pt x="1" y="1"/>
                  </a:moveTo>
                  <a:lnTo>
                    <a:pt x="1" y="22336"/>
                  </a:lnTo>
                  <a:lnTo>
                    <a:pt x="38437" y="22336"/>
                  </a:lnTo>
                  <a:lnTo>
                    <a:pt x="38437"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2" name="Google Shape;416;p26">
              <a:extLst>
                <a:ext uri="{FF2B5EF4-FFF2-40B4-BE49-F238E27FC236}">
                  <a16:creationId xmlns:a16="http://schemas.microsoft.com/office/drawing/2014/main" id="{7A5B0229-631C-A5BA-1B82-B2E9D01FD715}"/>
                </a:ext>
              </a:extLst>
            </p:cNvPr>
            <p:cNvSpPr/>
            <p:nvPr/>
          </p:nvSpPr>
          <p:spPr>
            <a:xfrm>
              <a:off x="6791850" y="3032425"/>
              <a:ext cx="231475" cy="16075"/>
            </a:xfrm>
            <a:custGeom>
              <a:avLst/>
              <a:gdLst/>
              <a:ahLst/>
              <a:cxnLst/>
              <a:rect l="l" t="t" r="r" b="b"/>
              <a:pathLst>
                <a:path w="9259" h="643" extrusionOk="0">
                  <a:moveTo>
                    <a:pt x="320" y="0"/>
                  </a:moveTo>
                  <a:cubicBezTo>
                    <a:pt x="146" y="0"/>
                    <a:pt x="1" y="146"/>
                    <a:pt x="1" y="319"/>
                  </a:cubicBezTo>
                  <a:cubicBezTo>
                    <a:pt x="1" y="499"/>
                    <a:pt x="146" y="643"/>
                    <a:pt x="320" y="643"/>
                  </a:cubicBezTo>
                  <a:lnTo>
                    <a:pt x="8942" y="643"/>
                  </a:lnTo>
                  <a:cubicBezTo>
                    <a:pt x="9115" y="643"/>
                    <a:pt x="9259" y="499"/>
                    <a:pt x="9259" y="319"/>
                  </a:cubicBezTo>
                  <a:cubicBezTo>
                    <a:pt x="9259" y="146"/>
                    <a:pt x="9115" y="0"/>
                    <a:pt x="8942" y="0"/>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3" name="Google Shape;417;p26">
              <a:extLst>
                <a:ext uri="{FF2B5EF4-FFF2-40B4-BE49-F238E27FC236}">
                  <a16:creationId xmlns:a16="http://schemas.microsoft.com/office/drawing/2014/main" id="{6B34285E-E7AD-078D-5214-EF56CA80E90E}"/>
                </a:ext>
              </a:extLst>
            </p:cNvPr>
            <p:cNvSpPr/>
            <p:nvPr/>
          </p:nvSpPr>
          <p:spPr>
            <a:xfrm>
              <a:off x="7045325" y="3032425"/>
              <a:ext cx="231625" cy="16075"/>
            </a:xfrm>
            <a:custGeom>
              <a:avLst/>
              <a:gdLst/>
              <a:ahLst/>
              <a:cxnLst/>
              <a:rect l="l" t="t" r="r" b="b"/>
              <a:pathLst>
                <a:path w="9265" h="643" extrusionOk="0">
                  <a:moveTo>
                    <a:pt x="326" y="0"/>
                  </a:moveTo>
                  <a:cubicBezTo>
                    <a:pt x="146" y="0"/>
                    <a:pt x="0" y="146"/>
                    <a:pt x="0" y="319"/>
                  </a:cubicBezTo>
                  <a:cubicBezTo>
                    <a:pt x="0" y="499"/>
                    <a:pt x="146" y="643"/>
                    <a:pt x="326" y="643"/>
                  </a:cubicBezTo>
                  <a:lnTo>
                    <a:pt x="8948" y="643"/>
                  </a:lnTo>
                  <a:cubicBezTo>
                    <a:pt x="9121" y="643"/>
                    <a:pt x="9265" y="499"/>
                    <a:pt x="9265" y="319"/>
                  </a:cubicBezTo>
                  <a:cubicBezTo>
                    <a:pt x="9265" y="146"/>
                    <a:pt x="9121" y="0"/>
                    <a:pt x="8948" y="0"/>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4" name="Google Shape;418;p26">
              <a:extLst>
                <a:ext uri="{FF2B5EF4-FFF2-40B4-BE49-F238E27FC236}">
                  <a16:creationId xmlns:a16="http://schemas.microsoft.com/office/drawing/2014/main" id="{5D210EB3-4409-21C7-9BCF-F56DACBA45A8}"/>
                </a:ext>
              </a:extLst>
            </p:cNvPr>
            <p:cNvSpPr/>
            <p:nvPr/>
          </p:nvSpPr>
          <p:spPr>
            <a:xfrm>
              <a:off x="7303850" y="3032425"/>
              <a:ext cx="75100" cy="16075"/>
            </a:xfrm>
            <a:custGeom>
              <a:avLst/>
              <a:gdLst/>
              <a:ahLst/>
              <a:cxnLst/>
              <a:rect l="l" t="t" r="r" b="b"/>
              <a:pathLst>
                <a:path w="3004" h="643" extrusionOk="0">
                  <a:moveTo>
                    <a:pt x="317" y="0"/>
                  </a:moveTo>
                  <a:cubicBezTo>
                    <a:pt x="144" y="0"/>
                    <a:pt x="0" y="146"/>
                    <a:pt x="0" y="319"/>
                  </a:cubicBezTo>
                  <a:cubicBezTo>
                    <a:pt x="0" y="499"/>
                    <a:pt x="144" y="643"/>
                    <a:pt x="317" y="643"/>
                  </a:cubicBezTo>
                  <a:lnTo>
                    <a:pt x="2686" y="643"/>
                  </a:lnTo>
                  <a:cubicBezTo>
                    <a:pt x="2860" y="643"/>
                    <a:pt x="3003" y="499"/>
                    <a:pt x="3003" y="319"/>
                  </a:cubicBezTo>
                  <a:cubicBezTo>
                    <a:pt x="3003" y="146"/>
                    <a:pt x="2860" y="0"/>
                    <a:pt x="2686" y="0"/>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5" name="Google Shape;419;p26">
              <a:extLst>
                <a:ext uri="{FF2B5EF4-FFF2-40B4-BE49-F238E27FC236}">
                  <a16:creationId xmlns:a16="http://schemas.microsoft.com/office/drawing/2014/main" id="{53FA88FF-0929-FD46-083A-E2DAD24FB8AE}"/>
                </a:ext>
              </a:extLst>
            </p:cNvPr>
            <p:cNvSpPr/>
            <p:nvPr/>
          </p:nvSpPr>
          <p:spPr>
            <a:xfrm>
              <a:off x="6791850" y="3184050"/>
              <a:ext cx="300800" cy="16100"/>
            </a:xfrm>
            <a:custGeom>
              <a:avLst/>
              <a:gdLst/>
              <a:ahLst/>
              <a:cxnLst/>
              <a:rect l="l" t="t" r="r" b="b"/>
              <a:pathLst>
                <a:path w="12032" h="644" extrusionOk="0">
                  <a:moveTo>
                    <a:pt x="320" y="1"/>
                  </a:moveTo>
                  <a:cubicBezTo>
                    <a:pt x="146" y="1"/>
                    <a:pt x="1" y="146"/>
                    <a:pt x="1" y="319"/>
                  </a:cubicBezTo>
                  <a:cubicBezTo>
                    <a:pt x="1" y="500"/>
                    <a:pt x="146" y="644"/>
                    <a:pt x="320" y="644"/>
                  </a:cubicBezTo>
                  <a:lnTo>
                    <a:pt x="11707" y="644"/>
                  </a:lnTo>
                  <a:cubicBezTo>
                    <a:pt x="11888" y="644"/>
                    <a:pt x="12032" y="500"/>
                    <a:pt x="12032" y="319"/>
                  </a:cubicBezTo>
                  <a:cubicBezTo>
                    <a:pt x="12032" y="146"/>
                    <a:pt x="11888" y="1"/>
                    <a:pt x="11707" y="1"/>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6" name="Google Shape;420;p26">
              <a:extLst>
                <a:ext uri="{FF2B5EF4-FFF2-40B4-BE49-F238E27FC236}">
                  <a16:creationId xmlns:a16="http://schemas.microsoft.com/office/drawing/2014/main" id="{E51BE67A-875D-D8B0-9344-3A81E76FD6BA}"/>
                </a:ext>
              </a:extLst>
            </p:cNvPr>
            <p:cNvSpPr/>
            <p:nvPr/>
          </p:nvSpPr>
          <p:spPr>
            <a:xfrm>
              <a:off x="7120050" y="3184050"/>
              <a:ext cx="185975" cy="16100"/>
            </a:xfrm>
            <a:custGeom>
              <a:avLst/>
              <a:gdLst/>
              <a:ahLst/>
              <a:cxnLst/>
              <a:rect l="l" t="t" r="r" b="b"/>
              <a:pathLst>
                <a:path w="7439" h="644" extrusionOk="0">
                  <a:moveTo>
                    <a:pt x="326" y="1"/>
                  </a:moveTo>
                  <a:cubicBezTo>
                    <a:pt x="146" y="1"/>
                    <a:pt x="1" y="146"/>
                    <a:pt x="1" y="319"/>
                  </a:cubicBezTo>
                  <a:cubicBezTo>
                    <a:pt x="1" y="500"/>
                    <a:pt x="146" y="644"/>
                    <a:pt x="326" y="644"/>
                  </a:cubicBezTo>
                  <a:lnTo>
                    <a:pt x="7122" y="644"/>
                  </a:lnTo>
                  <a:cubicBezTo>
                    <a:pt x="7295" y="644"/>
                    <a:pt x="7439" y="500"/>
                    <a:pt x="7439" y="319"/>
                  </a:cubicBezTo>
                  <a:cubicBezTo>
                    <a:pt x="7439" y="146"/>
                    <a:pt x="7295" y="1"/>
                    <a:pt x="7122" y="1"/>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7" name="Google Shape;421;p26">
              <a:extLst>
                <a:ext uri="{FF2B5EF4-FFF2-40B4-BE49-F238E27FC236}">
                  <a16:creationId xmlns:a16="http://schemas.microsoft.com/office/drawing/2014/main" id="{28546CC9-FDF7-CC55-FC0C-865C8FDA8836}"/>
                </a:ext>
              </a:extLst>
            </p:cNvPr>
            <p:cNvSpPr/>
            <p:nvPr/>
          </p:nvSpPr>
          <p:spPr>
            <a:xfrm>
              <a:off x="6791850" y="3082975"/>
              <a:ext cx="120100" cy="16100"/>
            </a:xfrm>
            <a:custGeom>
              <a:avLst/>
              <a:gdLst/>
              <a:ahLst/>
              <a:cxnLst/>
              <a:rect l="l" t="t" r="r" b="b"/>
              <a:pathLst>
                <a:path w="4804" h="644" extrusionOk="0">
                  <a:moveTo>
                    <a:pt x="320" y="0"/>
                  </a:moveTo>
                  <a:cubicBezTo>
                    <a:pt x="146" y="0"/>
                    <a:pt x="1" y="144"/>
                    <a:pt x="1" y="318"/>
                  </a:cubicBezTo>
                  <a:cubicBezTo>
                    <a:pt x="1" y="500"/>
                    <a:pt x="146" y="643"/>
                    <a:pt x="320" y="643"/>
                  </a:cubicBezTo>
                  <a:lnTo>
                    <a:pt x="4486" y="643"/>
                  </a:lnTo>
                  <a:cubicBezTo>
                    <a:pt x="4659" y="643"/>
                    <a:pt x="4803" y="500"/>
                    <a:pt x="4803" y="318"/>
                  </a:cubicBezTo>
                  <a:cubicBezTo>
                    <a:pt x="4803" y="144"/>
                    <a:pt x="4659" y="0"/>
                    <a:pt x="4486" y="0"/>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8" name="Google Shape;422;p26">
              <a:extLst>
                <a:ext uri="{FF2B5EF4-FFF2-40B4-BE49-F238E27FC236}">
                  <a16:creationId xmlns:a16="http://schemas.microsoft.com/office/drawing/2014/main" id="{FF69FFBD-DB76-309F-7943-16CE1F6B06A3}"/>
                </a:ext>
              </a:extLst>
            </p:cNvPr>
            <p:cNvSpPr/>
            <p:nvPr/>
          </p:nvSpPr>
          <p:spPr>
            <a:xfrm>
              <a:off x="6925300" y="3082975"/>
              <a:ext cx="200025" cy="16100"/>
            </a:xfrm>
            <a:custGeom>
              <a:avLst/>
              <a:gdLst/>
              <a:ahLst/>
              <a:cxnLst/>
              <a:rect l="l" t="t" r="r" b="b"/>
              <a:pathLst>
                <a:path w="8001" h="644" extrusionOk="0">
                  <a:moveTo>
                    <a:pt x="318" y="0"/>
                  </a:moveTo>
                  <a:cubicBezTo>
                    <a:pt x="144" y="0"/>
                    <a:pt x="1" y="144"/>
                    <a:pt x="1" y="318"/>
                  </a:cubicBezTo>
                  <a:cubicBezTo>
                    <a:pt x="1" y="500"/>
                    <a:pt x="144" y="643"/>
                    <a:pt x="318" y="643"/>
                  </a:cubicBezTo>
                  <a:lnTo>
                    <a:pt x="7683" y="643"/>
                  </a:lnTo>
                  <a:cubicBezTo>
                    <a:pt x="7856" y="643"/>
                    <a:pt x="8000" y="500"/>
                    <a:pt x="8000" y="318"/>
                  </a:cubicBezTo>
                  <a:cubicBezTo>
                    <a:pt x="8000" y="144"/>
                    <a:pt x="7856" y="0"/>
                    <a:pt x="7683" y="0"/>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9" name="Google Shape;423;p26">
              <a:extLst>
                <a:ext uri="{FF2B5EF4-FFF2-40B4-BE49-F238E27FC236}">
                  <a16:creationId xmlns:a16="http://schemas.microsoft.com/office/drawing/2014/main" id="{5EA57E69-803F-EC03-791F-02F3AAD5F4ED}"/>
                </a:ext>
              </a:extLst>
            </p:cNvPr>
            <p:cNvSpPr/>
            <p:nvPr/>
          </p:nvSpPr>
          <p:spPr>
            <a:xfrm>
              <a:off x="6791850" y="2981900"/>
              <a:ext cx="205825" cy="16100"/>
            </a:xfrm>
            <a:custGeom>
              <a:avLst/>
              <a:gdLst/>
              <a:ahLst/>
              <a:cxnLst/>
              <a:rect l="l" t="t" r="r" b="b"/>
              <a:pathLst>
                <a:path w="8233" h="644" extrusionOk="0">
                  <a:moveTo>
                    <a:pt x="320" y="0"/>
                  </a:moveTo>
                  <a:cubicBezTo>
                    <a:pt x="146" y="0"/>
                    <a:pt x="1" y="144"/>
                    <a:pt x="1" y="317"/>
                  </a:cubicBezTo>
                  <a:cubicBezTo>
                    <a:pt x="1" y="498"/>
                    <a:pt x="146" y="643"/>
                    <a:pt x="320" y="643"/>
                  </a:cubicBezTo>
                  <a:lnTo>
                    <a:pt x="7916" y="643"/>
                  </a:lnTo>
                  <a:cubicBezTo>
                    <a:pt x="8089" y="643"/>
                    <a:pt x="8233" y="498"/>
                    <a:pt x="8233" y="317"/>
                  </a:cubicBezTo>
                  <a:cubicBezTo>
                    <a:pt x="8233" y="144"/>
                    <a:pt x="8089" y="0"/>
                    <a:pt x="7916" y="0"/>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0" name="Google Shape;424;p26">
              <a:extLst>
                <a:ext uri="{FF2B5EF4-FFF2-40B4-BE49-F238E27FC236}">
                  <a16:creationId xmlns:a16="http://schemas.microsoft.com/office/drawing/2014/main" id="{0DD7EED0-3059-BB6D-999A-DCCAEB055787}"/>
                </a:ext>
              </a:extLst>
            </p:cNvPr>
            <p:cNvSpPr/>
            <p:nvPr/>
          </p:nvSpPr>
          <p:spPr>
            <a:xfrm>
              <a:off x="7021700" y="2981900"/>
              <a:ext cx="458550" cy="16100"/>
            </a:xfrm>
            <a:custGeom>
              <a:avLst/>
              <a:gdLst/>
              <a:ahLst/>
              <a:cxnLst/>
              <a:rect l="l" t="t" r="r" b="b"/>
              <a:pathLst>
                <a:path w="18342" h="644" extrusionOk="0">
                  <a:moveTo>
                    <a:pt x="318" y="0"/>
                  </a:moveTo>
                  <a:cubicBezTo>
                    <a:pt x="144" y="0"/>
                    <a:pt x="1" y="144"/>
                    <a:pt x="1" y="317"/>
                  </a:cubicBezTo>
                  <a:cubicBezTo>
                    <a:pt x="1" y="498"/>
                    <a:pt x="144" y="643"/>
                    <a:pt x="318" y="643"/>
                  </a:cubicBezTo>
                  <a:lnTo>
                    <a:pt x="18015" y="643"/>
                  </a:lnTo>
                  <a:cubicBezTo>
                    <a:pt x="18197" y="643"/>
                    <a:pt x="18341" y="498"/>
                    <a:pt x="18341" y="317"/>
                  </a:cubicBezTo>
                  <a:cubicBezTo>
                    <a:pt x="18341" y="144"/>
                    <a:pt x="18197" y="0"/>
                    <a:pt x="18015" y="0"/>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1" name="Google Shape;425;p26">
              <a:extLst>
                <a:ext uri="{FF2B5EF4-FFF2-40B4-BE49-F238E27FC236}">
                  <a16:creationId xmlns:a16="http://schemas.microsoft.com/office/drawing/2014/main" id="{9536DC80-2CCD-7833-17AD-173FF17CA039}"/>
                </a:ext>
              </a:extLst>
            </p:cNvPr>
            <p:cNvSpPr/>
            <p:nvPr/>
          </p:nvSpPr>
          <p:spPr>
            <a:xfrm>
              <a:off x="7268450" y="3133525"/>
              <a:ext cx="110500" cy="16100"/>
            </a:xfrm>
            <a:custGeom>
              <a:avLst/>
              <a:gdLst/>
              <a:ahLst/>
              <a:cxnLst/>
              <a:rect l="l" t="t" r="r" b="b"/>
              <a:pathLst>
                <a:path w="4420" h="644" extrusionOk="0">
                  <a:moveTo>
                    <a:pt x="326" y="1"/>
                  </a:moveTo>
                  <a:cubicBezTo>
                    <a:pt x="146" y="1"/>
                    <a:pt x="0" y="145"/>
                    <a:pt x="0" y="318"/>
                  </a:cubicBezTo>
                  <a:cubicBezTo>
                    <a:pt x="0" y="498"/>
                    <a:pt x="146" y="644"/>
                    <a:pt x="326" y="644"/>
                  </a:cubicBezTo>
                  <a:lnTo>
                    <a:pt x="4102" y="644"/>
                  </a:lnTo>
                  <a:cubicBezTo>
                    <a:pt x="4276" y="644"/>
                    <a:pt x="4419" y="498"/>
                    <a:pt x="4419" y="318"/>
                  </a:cubicBezTo>
                  <a:cubicBezTo>
                    <a:pt x="4419" y="145"/>
                    <a:pt x="4276" y="1"/>
                    <a:pt x="4102" y="1"/>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2" name="Google Shape;426;p26">
              <a:extLst>
                <a:ext uri="{FF2B5EF4-FFF2-40B4-BE49-F238E27FC236}">
                  <a16:creationId xmlns:a16="http://schemas.microsoft.com/office/drawing/2014/main" id="{8BDD2E52-934E-7378-AAF0-41C9D2DDA310}"/>
                </a:ext>
              </a:extLst>
            </p:cNvPr>
            <p:cNvSpPr/>
            <p:nvPr/>
          </p:nvSpPr>
          <p:spPr>
            <a:xfrm>
              <a:off x="6791850" y="3133525"/>
              <a:ext cx="458600" cy="16100"/>
            </a:xfrm>
            <a:custGeom>
              <a:avLst/>
              <a:gdLst/>
              <a:ahLst/>
              <a:cxnLst/>
              <a:rect l="l" t="t" r="r" b="b"/>
              <a:pathLst>
                <a:path w="18344" h="644" extrusionOk="0">
                  <a:moveTo>
                    <a:pt x="320" y="1"/>
                  </a:moveTo>
                  <a:cubicBezTo>
                    <a:pt x="146" y="1"/>
                    <a:pt x="1" y="145"/>
                    <a:pt x="1" y="318"/>
                  </a:cubicBezTo>
                  <a:cubicBezTo>
                    <a:pt x="1" y="498"/>
                    <a:pt x="146" y="644"/>
                    <a:pt x="320" y="644"/>
                  </a:cubicBezTo>
                  <a:lnTo>
                    <a:pt x="18017" y="644"/>
                  </a:lnTo>
                  <a:cubicBezTo>
                    <a:pt x="18198" y="644"/>
                    <a:pt x="18343" y="498"/>
                    <a:pt x="18343" y="318"/>
                  </a:cubicBezTo>
                  <a:cubicBezTo>
                    <a:pt x="18343" y="145"/>
                    <a:pt x="18198" y="1"/>
                    <a:pt x="18017" y="1"/>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3" name="Google Shape;427;p26">
              <a:extLst>
                <a:ext uri="{FF2B5EF4-FFF2-40B4-BE49-F238E27FC236}">
                  <a16:creationId xmlns:a16="http://schemas.microsoft.com/office/drawing/2014/main" id="{DAD4993E-9EA1-0232-6B5F-E19DD964B341}"/>
                </a:ext>
              </a:extLst>
            </p:cNvPr>
            <p:cNvSpPr/>
            <p:nvPr/>
          </p:nvSpPr>
          <p:spPr>
            <a:xfrm>
              <a:off x="6791850" y="3285175"/>
              <a:ext cx="231475" cy="16100"/>
            </a:xfrm>
            <a:custGeom>
              <a:avLst/>
              <a:gdLst/>
              <a:ahLst/>
              <a:cxnLst/>
              <a:rect l="l" t="t" r="r" b="b"/>
              <a:pathLst>
                <a:path w="9259" h="644" extrusionOk="0">
                  <a:moveTo>
                    <a:pt x="320" y="0"/>
                  </a:moveTo>
                  <a:cubicBezTo>
                    <a:pt x="146" y="0"/>
                    <a:pt x="1" y="144"/>
                    <a:pt x="1" y="318"/>
                  </a:cubicBezTo>
                  <a:cubicBezTo>
                    <a:pt x="1" y="498"/>
                    <a:pt x="146" y="643"/>
                    <a:pt x="320" y="643"/>
                  </a:cubicBezTo>
                  <a:lnTo>
                    <a:pt x="8942" y="643"/>
                  </a:lnTo>
                  <a:cubicBezTo>
                    <a:pt x="9115" y="643"/>
                    <a:pt x="9259" y="498"/>
                    <a:pt x="9259" y="318"/>
                  </a:cubicBezTo>
                  <a:cubicBezTo>
                    <a:pt x="9259" y="144"/>
                    <a:pt x="9115" y="0"/>
                    <a:pt x="8942" y="0"/>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4" name="Google Shape;428;p26">
              <a:extLst>
                <a:ext uri="{FF2B5EF4-FFF2-40B4-BE49-F238E27FC236}">
                  <a16:creationId xmlns:a16="http://schemas.microsoft.com/office/drawing/2014/main" id="{BECBFBDE-3A8F-AFCE-04A8-43B66C76F87E}"/>
                </a:ext>
              </a:extLst>
            </p:cNvPr>
            <p:cNvSpPr/>
            <p:nvPr/>
          </p:nvSpPr>
          <p:spPr>
            <a:xfrm>
              <a:off x="7045325" y="3285175"/>
              <a:ext cx="231625" cy="16100"/>
            </a:xfrm>
            <a:custGeom>
              <a:avLst/>
              <a:gdLst/>
              <a:ahLst/>
              <a:cxnLst/>
              <a:rect l="l" t="t" r="r" b="b"/>
              <a:pathLst>
                <a:path w="9265" h="644" extrusionOk="0">
                  <a:moveTo>
                    <a:pt x="326" y="0"/>
                  </a:moveTo>
                  <a:cubicBezTo>
                    <a:pt x="146" y="0"/>
                    <a:pt x="0" y="144"/>
                    <a:pt x="0" y="318"/>
                  </a:cubicBezTo>
                  <a:cubicBezTo>
                    <a:pt x="0" y="498"/>
                    <a:pt x="146" y="643"/>
                    <a:pt x="326" y="643"/>
                  </a:cubicBezTo>
                  <a:lnTo>
                    <a:pt x="8948" y="643"/>
                  </a:lnTo>
                  <a:cubicBezTo>
                    <a:pt x="9121" y="643"/>
                    <a:pt x="9265" y="498"/>
                    <a:pt x="9265" y="318"/>
                  </a:cubicBezTo>
                  <a:cubicBezTo>
                    <a:pt x="9265" y="144"/>
                    <a:pt x="9121" y="0"/>
                    <a:pt x="8948" y="0"/>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5" name="Google Shape;429;p26">
              <a:extLst>
                <a:ext uri="{FF2B5EF4-FFF2-40B4-BE49-F238E27FC236}">
                  <a16:creationId xmlns:a16="http://schemas.microsoft.com/office/drawing/2014/main" id="{BB0C612A-E69F-312E-B761-D585527130CA}"/>
                </a:ext>
              </a:extLst>
            </p:cNvPr>
            <p:cNvSpPr/>
            <p:nvPr/>
          </p:nvSpPr>
          <p:spPr>
            <a:xfrm>
              <a:off x="7303850" y="3285175"/>
              <a:ext cx="75100" cy="16100"/>
            </a:xfrm>
            <a:custGeom>
              <a:avLst/>
              <a:gdLst/>
              <a:ahLst/>
              <a:cxnLst/>
              <a:rect l="l" t="t" r="r" b="b"/>
              <a:pathLst>
                <a:path w="3004" h="644" extrusionOk="0">
                  <a:moveTo>
                    <a:pt x="317" y="0"/>
                  </a:moveTo>
                  <a:cubicBezTo>
                    <a:pt x="144" y="0"/>
                    <a:pt x="0" y="144"/>
                    <a:pt x="0" y="318"/>
                  </a:cubicBezTo>
                  <a:cubicBezTo>
                    <a:pt x="0" y="498"/>
                    <a:pt x="144" y="643"/>
                    <a:pt x="317" y="643"/>
                  </a:cubicBezTo>
                  <a:lnTo>
                    <a:pt x="2686" y="643"/>
                  </a:lnTo>
                  <a:cubicBezTo>
                    <a:pt x="2860" y="643"/>
                    <a:pt x="3003" y="498"/>
                    <a:pt x="3003" y="318"/>
                  </a:cubicBezTo>
                  <a:cubicBezTo>
                    <a:pt x="3003" y="144"/>
                    <a:pt x="2860" y="0"/>
                    <a:pt x="2686" y="0"/>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6" name="Google Shape;430;p26">
              <a:extLst>
                <a:ext uri="{FF2B5EF4-FFF2-40B4-BE49-F238E27FC236}">
                  <a16:creationId xmlns:a16="http://schemas.microsoft.com/office/drawing/2014/main" id="{FAC8E7BD-248C-0233-8AE7-EBAFD3F723CD}"/>
                </a:ext>
              </a:extLst>
            </p:cNvPr>
            <p:cNvSpPr/>
            <p:nvPr/>
          </p:nvSpPr>
          <p:spPr>
            <a:xfrm>
              <a:off x="6791850" y="3436825"/>
              <a:ext cx="300800" cy="16075"/>
            </a:xfrm>
            <a:custGeom>
              <a:avLst/>
              <a:gdLst/>
              <a:ahLst/>
              <a:cxnLst/>
              <a:rect l="l" t="t" r="r" b="b"/>
              <a:pathLst>
                <a:path w="12032" h="643" extrusionOk="0">
                  <a:moveTo>
                    <a:pt x="320" y="0"/>
                  </a:moveTo>
                  <a:cubicBezTo>
                    <a:pt x="146" y="0"/>
                    <a:pt x="1" y="144"/>
                    <a:pt x="1" y="324"/>
                  </a:cubicBezTo>
                  <a:cubicBezTo>
                    <a:pt x="1" y="497"/>
                    <a:pt x="146" y="643"/>
                    <a:pt x="320" y="643"/>
                  </a:cubicBezTo>
                  <a:lnTo>
                    <a:pt x="11707" y="643"/>
                  </a:lnTo>
                  <a:cubicBezTo>
                    <a:pt x="11888" y="643"/>
                    <a:pt x="12032" y="497"/>
                    <a:pt x="12032" y="324"/>
                  </a:cubicBezTo>
                  <a:cubicBezTo>
                    <a:pt x="12032" y="144"/>
                    <a:pt x="11888" y="0"/>
                    <a:pt x="11707" y="0"/>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7" name="Google Shape;431;p26">
              <a:extLst>
                <a:ext uri="{FF2B5EF4-FFF2-40B4-BE49-F238E27FC236}">
                  <a16:creationId xmlns:a16="http://schemas.microsoft.com/office/drawing/2014/main" id="{9C9061CC-496A-9C92-D6FB-FF865995511A}"/>
                </a:ext>
              </a:extLst>
            </p:cNvPr>
            <p:cNvSpPr/>
            <p:nvPr/>
          </p:nvSpPr>
          <p:spPr>
            <a:xfrm>
              <a:off x="7120050" y="3436825"/>
              <a:ext cx="185975" cy="16075"/>
            </a:xfrm>
            <a:custGeom>
              <a:avLst/>
              <a:gdLst/>
              <a:ahLst/>
              <a:cxnLst/>
              <a:rect l="l" t="t" r="r" b="b"/>
              <a:pathLst>
                <a:path w="7439" h="643" extrusionOk="0">
                  <a:moveTo>
                    <a:pt x="326" y="0"/>
                  </a:moveTo>
                  <a:cubicBezTo>
                    <a:pt x="146" y="0"/>
                    <a:pt x="1" y="144"/>
                    <a:pt x="1" y="324"/>
                  </a:cubicBezTo>
                  <a:cubicBezTo>
                    <a:pt x="1" y="497"/>
                    <a:pt x="146" y="643"/>
                    <a:pt x="326" y="643"/>
                  </a:cubicBezTo>
                  <a:lnTo>
                    <a:pt x="7122" y="643"/>
                  </a:lnTo>
                  <a:cubicBezTo>
                    <a:pt x="7295" y="643"/>
                    <a:pt x="7439" y="497"/>
                    <a:pt x="7439" y="324"/>
                  </a:cubicBezTo>
                  <a:cubicBezTo>
                    <a:pt x="7439" y="144"/>
                    <a:pt x="7295" y="0"/>
                    <a:pt x="7122" y="0"/>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8" name="Google Shape;432;p26">
              <a:extLst>
                <a:ext uri="{FF2B5EF4-FFF2-40B4-BE49-F238E27FC236}">
                  <a16:creationId xmlns:a16="http://schemas.microsoft.com/office/drawing/2014/main" id="{E8A43EE6-9022-61AD-F9A7-7B54DEC90D98}"/>
                </a:ext>
              </a:extLst>
            </p:cNvPr>
            <p:cNvSpPr/>
            <p:nvPr/>
          </p:nvSpPr>
          <p:spPr>
            <a:xfrm>
              <a:off x="6791850" y="3335700"/>
              <a:ext cx="120100" cy="16100"/>
            </a:xfrm>
            <a:custGeom>
              <a:avLst/>
              <a:gdLst/>
              <a:ahLst/>
              <a:cxnLst/>
              <a:rect l="l" t="t" r="r" b="b"/>
              <a:pathLst>
                <a:path w="4804" h="644" extrusionOk="0">
                  <a:moveTo>
                    <a:pt x="320" y="0"/>
                  </a:moveTo>
                  <a:cubicBezTo>
                    <a:pt x="146" y="0"/>
                    <a:pt x="1" y="146"/>
                    <a:pt x="1" y="326"/>
                  </a:cubicBezTo>
                  <a:cubicBezTo>
                    <a:pt x="1" y="499"/>
                    <a:pt x="146" y="643"/>
                    <a:pt x="320" y="643"/>
                  </a:cubicBezTo>
                  <a:lnTo>
                    <a:pt x="4486" y="643"/>
                  </a:lnTo>
                  <a:cubicBezTo>
                    <a:pt x="4659" y="643"/>
                    <a:pt x="4803" y="499"/>
                    <a:pt x="4803" y="326"/>
                  </a:cubicBezTo>
                  <a:cubicBezTo>
                    <a:pt x="4803" y="146"/>
                    <a:pt x="4659" y="0"/>
                    <a:pt x="4486" y="0"/>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9" name="Google Shape;433;p26">
              <a:extLst>
                <a:ext uri="{FF2B5EF4-FFF2-40B4-BE49-F238E27FC236}">
                  <a16:creationId xmlns:a16="http://schemas.microsoft.com/office/drawing/2014/main" id="{1390059B-175C-A1EE-F5F4-783B50A15930}"/>
                </a:ext>
              </a:extLst>
            </p:cNvPr>
            <p:cNvSpPr/>
            <p:nvPr/>
          </p:nvSpPr>
          <p:spPr>
            <a:xfrm>
              <a:off x="6925300" y="3335700"/>
              <a:ext cx="200025" cy="16100"/>
            </a:xfrm>
            <a:custGeom>
              <a:avLst/>
              <a:gdLst/>
              <a:ahLst/>
              <a:cxnLst/>
              <a:rect l="l" t="t" r="r" b="b"/>
              <a:pathLst>
                <a:path w="8001" h="644" extrusionOk="0">
                  <a:moveTo>
                    <a:pt x="318" y="0"/>
                  </a:moveTo>
                  <a:cubicBezTo>
                    <a:pt x="144" y="0"/>
                    <a:pt x="1" y="146"/>
                    <a:pt x="1" y="326"/>
                  </a:cubicBezTo>
                  <a:cubicBezTo>
                    <a:pt x="1" y="499"/>
                    <a:pt x="144" y="643"/>
                    <a:pt x="318" y="643"/>
                  </a:cubicBezTo>
                  <a:lnTo>
                    <a:pt x="7683" y="643"/>
                  </a:lnTo>
                  <a:cubicBezTo>
                    <a:pt x="7856" y="643"/>
                    <a:pt x="8000" y="499"/>
                    <a:pt x="8000" y="326"/>
                  </a:cubicBezTo>
                  <a:cubicBezTo>
                    <a:pt x="8000" y="146"/>
                    <a:pt x="7856" y="0"/>
                    <a:pt x="7683" y="0"/>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0" name="Google Shape;434;p26">
              <a:extLst>
                <a:ext uri="{FF2B5EF4-FFF2-40B4-BE49-F238E27FC236}">
                  <a16:creationId xmlns:a16="http://schemas.microsoft.com/office/drawing/2014/main" id="{6AC0ACD9-FB8A-1E20-B88D-6B86E783F0CD}"/>
                </a:ext>
              </a:extLst>
            </p:cNvPr>
            <p:cNvSpPr/>
            <p:nvPr/>
          </p:nvSpPr>
          <p:spPr>
            <a:xfrm>
              <a:off x="6791850" y="3234625"/>
              <a:ext cx="205825" cy="16075"/>
            </a:xfrm>
            <a:custGeom>
              <a:avLst/>
              <a:gdLst/>
              <a:ahLst/>
              <a:cxnLst/>
              <a:rect l="l" t="t" r="r" b="b"/>
              <a:pathLst>
                <a:path w="8233" h="643" extrusionOk="0">
                  <a:moveTo>
                    <a:pt x="320" y="0"/>
                  </a:moveTo>
                  <a:cubicBezTo>
                    <a:pt x="146" y="0"/>
                    <a:pt x="1" y="144"/>
                    <a:pt x="1" y="317"/>
                  </a:cubicBezTo>
                  <a:cubicBezTo>
                    <a:pt x="1" y="499"/>
                    <a:pt x="146" y="643"/>
                    <a:pt x="320" y="643"/>
                  </a:cubicBezTo>
                  <a:lnTo>
                    <a:pt x="7916" y="643"/>
                  </a:lnTo>
                  <a:cubicBezTo>
                    <a:pt x="8089" y="643"/>
                    <a:pt x="8233" y="499"/>
                    <a:pt x="8233" y="317"/>
                  </a:cubicBezTo>
                  <a:cubicBezTo>
                    <a:pt x="8233" y="144"/>
                    <a:pt x="8089" y="0"/>
                    <a:pt x="7916" y="0"/>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1" name="Google Shape;435;p26">
              <a:extLst>
                <a:ext uri="{FF2B5EF4-FFF2-40B4-BE49-F238E27FC236}">
                  <a16:creationId xmlns:a16="http://schemas.microsoft.com/office/drawing/2014/main" id="{AD1BAF86-EB08-EDC5-C2A9-1BDBE88288D4}"/>
                </a:ext>
              </a:extLst>
            </p:cNvPr>
            <p:cNvSpPr/>
            <p:nvPr/>
          </p:nvSpPr>
          <p:spPr>
            <a:xfrm>
              <a:off x="7021700" y="3234625"/>
              <a:ext cx="413775" cy="16075"/>
            </a:xfrm>
            <a:custGeom>
              <a:avLst/>
              <a:gdLst/>
              <a:ahLst/>
              <a:cxnLst/>
              <a:rect l="l" t="t" r="r" b="b"/>
              <a:pathLst>
                <a:path w="16551" h="643" extrusionOk="0">
                  <a:moveTo>
                    <a:pt x="304" y="0"/>
                  </a:moveTo>
                  <a:cubicBezTo>
                    <a:pt x="137" y="0"/>
                    <a:pt x="1" y="137"/>
                    <a:pt x="1" y="303"/>
                  </a:cubicBezTo>
                  <a:lnTo>
                    <a:pt x="1" y="340"/>
                  </a:lnTo>
                  <a:cubicBezTo>
                    <a:pt x="1" y="506"/>
                    <a:pt x="137" y="643"/>
                    <a:pt x="304" y="643"/>
                  </a:cubicBezTo>
                  <a:lnTo>
                    <a:pt x="16248" y="643"/>
                  </a:lnTo>
                  <a:cubicBezTo>
                    <a:pt x="16421" y="643"/>
                    <a:pt x="16551" y="506"/>
                    <a:pt x="16551" y="340"/>
                  </a:cubicBezTo>
                  <a:lnTo>
                    <a:pt x="16551" y="303"/>
                  </a:lnTo>
                  <a:cubicBezTo>
                    <a:pt x="16551" y="137"/>
                    <a:pt x="16421" y="0"/>
                    <a:pt x="16248" y="0"/>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2" name="Google Shape;436;p26">
              <a:extLst>
                <a:ext uri="{FF2B5EF4-FFF2-40B4-BE49-F238E27FC236}">
                  <a16:creationId xmlns:a16="http://schemas.microsoft.com/office/drawing/2014/main" id="{D1488D9D-4CA3-DBB9-DD0C-46FFA30CF353}"/>
                </a:ext>
              </a:extLst>
            </p:cNvPr>
            <p:cNvSpPr/>
            <p:nvPr/>
          </p:nvSpPr>
          <p:spPr>
            <a:xfrm>
              <a:off x="7268450" y="3386250"/>
              <a:ext cx="110500" cy="16100"/>
            </a:xfrm>
            <a:custGeom>
              <a:avLst/>
              <a:gdLst/>
              <a:ahLst/>
              <a:cxnLst/>
              <a:rect l="l" t="t" r="r" b="b"/>
              <a:pathLst>
                <a:path w="4420" h="644" extrusionOk="0">
                  <a:moveTo>
                    <a:pt x="326" y="1"/>
                  </a:moveTo>
                  <a:cubicBezTo>
                    <a:pt x="146" y="1"/>
                    <a:pt x="0" y="144"/>
                    <a:pt x="0" y="326"/>
                  </a:cubicBezTo>
                  <a:cubicBezTo>
                    <a:pt x="0" y="500"/>
                    <a:pt x="146" y="644"/>
                    <a:pt x="326" y="644"/>
                  </a:cubicBezTo>
                  <a:lnTo>
                    <a:pt x="4102" y="644"/>
                  </a:lnTo>
                  <a:cubicBezTo>
                    <a:pt x="4276" y="644"/>
                    <a:pt x="4419" y="500"/>
                    <a:pt x="4419" y="326"/>
                  </a:cubicBezTo>
                  <a:cubicBezTo>
                    <a:pt x="4419" y="144"/>
                    <a:pt x="4276" y="1"/>
                    <a:pt x="4102" y="1"/>
                  </a:cubicBezTo>
                  <a:close/>
                </a:path>
              </a:pathLst>
            </a:custGeom>
            <a:solidFill>
              <a:srgbClr val="9154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3" name="Google Shape;437;p26">
              <a:extLst>
                <a:ext uri="{FF2B5EF4-FFF2-40B4-BE49-F238E27FC236}">
                  <a16:creationId xmlns:a16="http://schemas.microsoft.com/office/drawing/2014/main" id="{9AA585CE-CC29-79B7-2205-DBECA4DA7C3F}"/>
                </a:ext>
              </a:extLst>
            </p:cNvPr>
            <p:cNvSpPr/>
            <p:nvPr/>
          </p:nvSpPr>
          <p:spPr>
            <a:xfrm>
              <a:off x="6791850" y="3386250"/>
              <a:ext cx="458600" cy="16100"/>
            </a:xfrm>
            <a:custGeom>
              <a:avLst/>
              <a:gdLst/>
              <a:ahLst/>
              <a:cxnLst/>
              <a:rect l="l" t="t" r="r" b="b"/>
              <a:pathLst>
                <a:path w="18344" h="644" extrusionOk="0">
                  <a:moveTo>
                    <a:pt x="320" y="1"/>
                  </a:moveTo>
                  <a:cubicBezTo>
                    <a:pt x="146" y="1"/>
                    <a:pt x="1" y="144"/>
                    <a:pt x="1" y="326"/>
                  </a:cubicBezTo>
                  <a:cubicBezTo>
                    <a:pt x="1" y="500"/>
                    <a:pt x="146" y="644"/>
                    <a:pt x="320" y="644"/>
                  </a:cubicBezTo>
                  <a:lnTo>
                    <a:pt x="18017" y="644"/>
                  </a:lnTo>
                  <a:cubicBezTo>
                    <a:pt x="18198" y="644"/>
                    <a:pt x="18343" y="500"/>
                    <a:pt x="18343" y="326"/>
                  </a:cubicBezTo>
                  <a:cubicBezTo>
                    <a:pt x="18343" y="144"/>
                    <a:pt x="18198" y="1"/>
                    <a:pt x="18017" y="1"/>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4" name="Google Shape;438;p26">
              <a:extLst>
                <a:ext uri="{FF2B5EF4-FFF2-40B4-BE49-F238E27FC236}">
                  <a16:creationId xmlns:a16="http://schemas.microsoft.com/office/drawing/2014/main" id="{88A05BE5-E0D6-4FD0-2CE4-3D4F6A854508}"/>
                </a:ext>
              </a:extLst>
            </p:cNvPr>
            <p:cNvSpPr/>
            <p:nvPr/>
          </p:nvSpPr>
          <p:spPr>
            <a:xfrm>
              <a:off x="6384600" y="3502875"/>
              <a:ext cx="1672950" cy="253825"/>
            </a:xfrm>
            <a:custGeom>
              <a:avLst/>
              <a:gdLst/>
              <a:ahLst/>
              <a:cxnLst/>
              <a:rect l="l" t="t" r="r" b="b"/>
              <a:pathLst>
                <a:path w="66918" h="10153" extrusionOk="0">
                  <a:moveTo>
                    <a:pt x="13034" y="1"/>
                  </a:moveTo>
                  <a:lnTo>
                    <a:pt x="0" y="10153"/>
                  </a:lnTo>
                  <a:lnTo>
                    <a:pt x="66918" y="10153"/>
                  </a:lnTo>
                  <a:lnTo>
                    <a:pt x="53884" y="1"/>
                  </a:lnTo>
                  <a:close/>
                </a:path>
              </a:pathLst>
            </a:custGeom>
            <a:solidFill>
              <a:srgbClr val="CEF3F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5" name="Google Shape;439;p26">
              <a:extLst>
                <a:ext uri="{FF2B5EF4-FFF2-40B4-BE49-F238E27FC236}">
                  <a16:creationId xmlns:a16="http://schemas.microsoft.com/office/drawing/2014/main" id="{B8468CCF-2C98-9ACE-892B-78E95ED98682}"/>
                </a:ext>
              </a:extLst>
            </p:cNvPr>
            <p:cNvSpPr/>
            <p:nvPr/>
          </p:nvSpPr>
          <p:spPr>
            <a:xfrm>
              <a:off x="6759025" y="3510825"/>
              <a:ext cx="73500" cy="15925"/>
            </a:xfrm>
            <a:custGeom>
              <a:avLst/>
              <a:gdLst/>
              <a:ahLst/>
              <a:cxnLst/>
              <a:rect l="l" t="t" r="r" b="b"/>
              <a:pathLst>
                <a:path w="2940" h="637" extrusionOk="0">
                  <a:moveTo>
                    <a:pt x="816" y="0"/>
                  </a:moveTo>
                  <a:lnTo>
                    <a:pt x="0" y="636"/>
                  </a:lnTo>
                  <a:lnTo>
                    <a:pt x="2224" y="636"/>
                  </a:lnTo>
                  <a:lnTo>
                    <a:pt x="2939"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6" name="Google Shape;440;p26">
              <a:extLst>
                <a:ext uri="{FF2B5EF4-FFF2-40B4-BE49-F238E27FC236}">
                  <a16:creationId xmlns:a16="http://schemas.microsoft.com/office/drawing/2014/main" id="{0838F45A-2037-2495-01A8-369B38166109}"/>
                </a:ext>
              </a:extLst>
            </p:cNvPr>
            <p:cNvSpPr/>
            <p:nvPr/>
          </p:nvSpPr>
          <p:spPr>
            <a:xfrm>
              <a:off x="6721275" y="3537725"/>
              <a:ext cx="82350" cy="18600"/>
            </a:xfrm>
            <a:custGeom>
              <a:avLst/>
              <a:gdLst/>
              <a:ahLst/>
              <a:cxnLst/>
              <a:rect l="l" t="t" r="r" b="b"/>
              <a:pathLst>
                <a:path w="3294" h="744" extrusionOk="0">
                  <a:moveTo>
                    <a:pt x="947" y="0"/>
                  </a:moveTo>
                  <a:lnTo>
                    <a:pt x="1" y="744"/>
                  </a:lnTo>
                  <a:lnTo>
                    <a:pt x="2463" y="744"/>
                  </a:lnTo>
                  <a:lnTo>
                    <a:pt x="3294"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7" name="Google Shape;441;p26">
              <a:extLst>
                <a:ext uri="{FF2B5EF4-FFF2-40B4-BE49-F238E27FC236}">
                  <a16:creationId xmlns:a16="http://schemas.microsoft.com/office/drawing/2014/main" id="{87E0F861-1813-577A-1487-53EBDF2D8CA5}"/>
                </a:ext>
              </a:extLst>
            </p:cNvPr>
            <p:cNvSpPr/>
            <p:nvPr/>
          </p:nvSpPr>
          <p:spPr>
            <a:xfrm>
              <a:off x="6815175" y="3537725"/>
              <a:ext cx="77825" cy="18600"/>
            </a:xfrm>
            <a:custGeom>
              <a:avLst/>
              <a:gdLst/>
              <a:ahLst/>
              <a:cxnLst/>
              <a:rect l="l" t="t" r="r" b="b"/>
              <a:pathLst>
                <a:path w="3113" h="744" extrusionOk="0">
                  <a:moveTo>
                    <a:pt x="766" y="0"/>
                  </a:moveTo>
                  <a:lnTo>
                    <a:pt x="0" y="744"/>
                  </a:lnTo>
                  <a:lnTo>
                    <a:pt x="2463" y="744"/>
                  </a:lnTo>
                  <a:lnTo>
                    <a:pt x="3113"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8" name="Google Shape;442;p26">
              <a:extLst>
                <a:ext uri="{FF2B5EF4-FFF2-40B4-BE49-F238E27FC236}">
                  <a16:creationId xmlns:a16="http://schemas.microsoft.com/office/drawing/2014/main" id="{FD63AF99-57A4-6B50-26B5-A9D6B27C77CB}"/>
                </a:ext>
              </a:extLst>
            </p:cNvPr>
            <p:cNvSpPr/>
            <p:nvPr/>
          </p:nvSpPr>
          <p:spPr>
            <a:xfrm>
              <a:off x="6908850" y="3537725"/>
              <a:ext cx="73500" cy="18600"/>
            </a:xfrm>
            <a:custGeom>
              <a:avLst/>
              <a:gdLst/>
              <a:ahLst/>
              <a:cxnLst/>
              <a:rect l="l" t="t" r="r" b="b"/>
              <a:pathLst>
                <a:path w="2940" h="744" extrusionOk="0">
                  <a:moveTo>
                    <a:pt x="593" y="0"/>
                  </a:moveTo>
                  <a:lnTo>
                    <a:pt x="0" y="744"/>
                  </a:lnTo>
                  <a:lnTo>
                    <a:pt x="2463" y="744"/>
                  </a:lnTo>
                  <a:lnTo>
                    <a:pt x="2939"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9" name="Google Shape;443;p26">
              <a:extLst>
                <a:ext uri="{FF2B5EF4-FFF2-40B4-BE49-F238E27FC236}">
                  <a16:creationId xmlns:a16="http://schemas.microsoft.com/office/drawing/2014/main" id="{AB04FB54-0EBA-C5CC-24C7-0CF6B0054775}"/>
                </a:ext>
              </a:extLst>
            </p:cNvPr>
            <p:cNvSpPr/>
            <p:nvPr/>
          </p:nvSpPr>
          <p:spPr>
            <a:xfrm>
              <a:off x="7002725" y="3537725"/>
              <a:ext cx="69000" cy="18600"/>
            </a:xfrm>
            <a:custGeom>
              <a:avLst/>
              <a:gdLst/>
              <a:ahLst/>
              <a:cxnLst/>
              <a:rect l="l" t="t" r="r" b="b"/>
              <a:pathLst>
                <a:path w="2760" h="744" extrusionOk="0">
                  <a:moveTo>
                    <a:pt x="413" y="0"/>
                  </a:moveTo>
                  <a:lnTo>
                    <a:pt x="0" y="744"/>
                  </a:lnTo>
                  <a:lnTo>
                    <a:pt x="2463" y="744"/>
                  </a:lnTo>
                  <a:lnTo>
                    <a:pt x="2759"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0" name="Google Shape;444;p26">
              <a:extLst>
                <a:ext uri="{FF2B5EF4-FFF2-40B4-BE49-F238E27FC236}">
                  <a16:creationId xmlns:a16="http://schemas.microsoft.com/office/drawing/2014/main" id="{67CA1EBF-7228-0420-508A-467258FBB552}"/>
                </a:ext>
              </a:extLst>
            </p:cNvPr>
            <p:cNvSpPr/>
            <p:nvPr/>
          </p:nvSpPr>
          <p:spPr>
            <a:xfrm>
              <a:off x="7096450" y="3537725"/>
              <a:ext cx="64600" cy="18600"/>
            </a:xfrm>
            <a:custGeom>
              <a:avLst/>
              <a:gdLst/>
              <a:ahLst/>
              <a:cxnLst/>
              <a:rect l="l" t="t" r="r" b="b"/>
              <a:pathLst>
                <a:path w="2584" h="744" extrusionOk="0">
                  <a:moveTo>
                    <a:pt x="237" y="0"/>
                  </a:moveTo>
                  <a:lnTo>
                    <a:pt x="0" y="744"/>
                  </a:lnTo>
                  <a:lnTo>
                    <a:pt x="2461" y="744"/>
                  </a:lnTo>
                  <a:lnTo>
                    <a:pt x="2584"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1" name="Google Shape;445;p26">
              <a:extLst>
                <a:ext uri="{FF2B5EF4-FFF2-40B4-BE49-F238E27FC236}">
                  <a16:creationId xmlns:a16="http://schemas.microsoft.com/office/drawing/2014/main" id="{1D978652-D170-9B5F-FAF8-D73274A546E5}"/>
                </a:ext>
              </a:extLst>
            </p:cNvPr>
            <p:cNvSpPr/>
            <p:nvPr/>
          </p:nvSpPr>
          <p:spPr>
            <a:xfrm>
              <a:off x="7190275" y="3537725"/>
              <a:ext cx="61600" cy="18600"/>
            </a:xfrm>
            <a:custGeom>
              <a:avLst/>
              <a:gdLst/>
              <a:ahLst/>
              <a:cxnLst/>
              <a:rect l="l" t="t" r="r" b="b"/>
              <a:pathLst>
                <a:path w="2464" h="744" extrusionOk="0">
                  <a:moveTo>
                    <a:pt x="60" y="0"/>
                  </a:moveTo>
                  <a:lnTo>
                    <a:pt x="1" y="744"/>
                  </a:lnTo>
                  <a:lnTo>
                    <a:pt x="2463" y="744"/>
                  </a:lnTo>
                  <a:lnTo>
                    <a:pt x="2406"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2" name="Google Shape;446;p26">
              <a:extLst>
                <a:ext uri="{FF2B5EF4-FFF2-40B4-BE49-F238E27FC236}">
                  <a16:creationId xmlns:a16="http://schemas.microsoft.com/office/drawing/2014/main" id="{38619702-60E3-1CCE-AD57-6D38C7F47F30}"/>
                </a:ext>
              </a:extLst>
            </p:cNvPr>
            <p:cNvSpPr/>
            <p:nvPr/>
          </p:nvSpPr>
          <p:spPr>
            <a:xfrm>
              <a:off x="7281100" y="3537725"/>
              <a:ext cx="64475" cy="18600"/>
            </a:xfrm>
            <a:custGeom>
              <a:avLst/>
              <a:gdLst/>
              <a:ahLst/>
              <a:cxnLst/>
              <a:rect l="l" t="t" r="r" b="b"/>
              <a:pathLst>
                <a:path w="2579" h="744" extrusionOk="0">
                  <a:moveTo>
                    <a:pt x="0" y="0"/>
                  </a:moveTo>
                  <a:lnTo>
                    <a:pt x="123" y="744"/>
                  </a:lnTo>
                  <a:lnTo>
                    <a:pt x="2579" y="744"/>
                  </a:lnTo>
                  <a:lnTo>
                    <a:pt x="2347"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3" name="Google Shape;447;p26">
              <a:extLst>
                <a:ext uri="{FF2B5EF4-FFF2-40B4-BE49-F238E27FC236}">
                  <a16:creationId xmlns:a16="http://schemas.microsoft.com/office/drawing/2014/main" id="{86517855-A645-C40A-D15D-BD4E18229397}"/>
                </a:ext>
              </a:extLst>
            </p:cNvPr>
            <p:cNvSpPr/>
            <p:nvPr/>
          </p:nvSpPr>
          <p:spPr>
            <a:xfrm>
              <a:off x="7370475" y="3537725"/>
              <a:ext cx="68950" cy="18600"/>
            </a:xfrm>
            <a:custGeom>
              <a:avLst/>
              <a:gdLst/>
              <a:ahLst/>
              <a:cxnLst/>
              <a:rect l="l" t="t" r="r" b="b"/>
              <a:pathLst>
                <a:path w="2758" h="744" extrusionOk="0">
                  <a:moveTo>
                    <a:pt x="0" y="0"/>
                  </a:moveTo>
                  <a:lnTo>
                    <a:pt x="295" y="744"/>
                  </a:lnTo>
                  <a:lnTo>
                    <a:pt x="2758" y="744"/>
                  </a:lnTo>
                  <a:lnTo>
                    <a:pt x="2347"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4" name="Google Shape;448;p26">
              <a:extLst>
                <a:ext uri="{FF2B5EF4-FFF2-40B4-BE49-F238E27FC236}">
                  <a16:creationId xmlns:a16="http://schemas.microsoft.com/office/drawing/2014/main" id="{AFD2D4C7-25FF-E1C3-25DD-85EF06E481A4}"/>
                </a:ext>
              </a:extLst>
            </p:cNvPr>
            <p:cNvSpPr/>
            <p:nvPr/>
          </p:nvSpPr>
          <p:spPr>
            <a:xfrm>
              <a:off x="7459800" y="3537725"/>
              <a:ext cx="73525" cy="18600"/>
            </a:xfrm>
            <a:custGeom>
              <a:avLst/>
              <a:gdLst/>
              <a:ahLst/>
              <a:cxnLst/>
              <a:rect l="l" t="t" r="r" b="b"/>
              <a:pathLst>
                <a:path w="2941" h="744" extrusionOk="0">
                  <a:moveTo>
                    <a:pt x="1" y="0"/>
                  </a:moveTo>
                  <a:lnTo>
                    <a:pt x="478" y="744"/>
                  </a:lnTo>
                  <a:lnTo>
                    <a:pt x="2940" y="744"/>
                  </a:lnTo>
                  <a:lnTo>
                    <a:pt x="2347"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5" name="Google Shape;449;p26">
              <a:extLst>
                <a:ext uri="{FF2B5EF4-FFF2-40B4-BE49-F238E27FC236}">
                  <a16:creationId xmlns:a16="http://schemas.microsoft.com/office/drawing/2014/main" id="{172D17CD-3CE7-AD68-DBEC-B8B51DC42627}"/>
                </a:ext>
              </a:extLst>
            </p:cNvPr>
            <p:cNvSpPr/>
            <p:nvPr/>
          </p:nvSpPr>
          <p:spPr>
            <a:xfrm>
              <a:off x="7549200" y="3537725"/>
              <a:ext cx="77775" cy="18600"/>
            </a:xfrm>
            <a:custGeom>
              <a:avLst/>
              <a:gdLst/>
              <a:ahLst/>
              <a:cxnLst/>
              <a:rect l="l" t="t" r="r" b="b"/>
              <a:pathLst>
                <a:path w="3111" h="744" extrusionOk="0">
                  <a:moveTo>
                    <a:pt x="0" y="0"/>
                  </a:moveTo>
                  <a:lnTo>
                    <a:pt x="650" y="744"/>
                  </a:lnTo>
                  <a:lnTo>
                    <a:pt x="3111" y="744"/>
                  </a:lnTo>
                  <a:lnTo>
                    <a:pt x="2347"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6" name="Google Shape;450;p26">
              <a:extLst>
                <a:ext uri="{FF2B5EF4-FFF2-40B4-BE49-F238E27FC236}">
                  <a16:creationId xmlns:a16="http://schemas.microsoft.com/office/drawing/2014/main" id="{1ED6244C-469D-9522-0BDC-2FD7DED5A831}"/>
                </a:ext>
              </a:extLst>
            </p:cNvPr>
            <p:cNvSpPr/>
            <p:nvPr/>
          </p:nvSpPr>
          <p:spPr>
            <a:xfrm>
              <a:off x="7638525" y="3537725"/>
              <a:ext cx="82350" cy="18600"/>
            </a:xfrm>
            <a:custGeom>
              <a:avLst/>
              <a:gdLst/>
              <a:ahLst/>
              <a:cxnLst/>
              <a:rect l="l" t="t" r="r" b="b"/>
              <a:pathLst>
                <a:path w="3294" h="744" extrusionOk="0">
                  <a:moveTo>
                    <a:pt x="1" y="0"/>
                  </a:moveTo>
                  <a:lnTo>
                    <a:pt x="831" y="744"/>
                  </a:lnTo>
                  <a:lnTo>
                    <a:pt x="3293" y="744"/>
                  </a:lnTo>
                  <a:lnTo>
                    <a:pt x="2347"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7" name="Google Shape;451;p26">
              <a:extLst>
                <a:ext uri="{FF2B5EF4-FFF2-40B4-BE49-F238E27FC236}">
                  <a16:creationId xmlns:a16="http://schemas.microsoft.com/office/drawing/2014/main" id="{A705B79F-C7C9-5717-095D-795E84D3DD29}"/>
                </a:ext>
              </a:extLst>
            </p:cNvPr>
            <p:cNvSpPr/>
            <p:nvPr/>
          </p:nvSpPr>
          <p:spPr>
            <a:xfrm>
              <a:off x="6681775" y="3565700"/>
              <a:ext cx="90450" cy="21700"/>
            </a:xfrm>
            <a:custGeom>
              <a:avLst/>
              <a:gdLst/>
              <a:ahLst/>
              <a:cxnLst/>
              <a:rect l="l" t="t" r="r" b="b"/>
              <a:pathLst>
                <a:path w="3618" h="868" extrusionOk="0">
                  <a:moveTo>
                    <a:pt x="1097" y="1"/>
                  </a:moveTo>
                  <a:lnTo>
                    <a:pt x="0" y="867"/>
                  </a:lnTo>
                  <a:lnTo>
                    <a:pt x="2657" y="867"/>
                  </a:lnTo>
                  <a:lnTo>
                    <a:pt x="3617"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8" name="Google Shape;452;p26">
              <a:extLst>
                <a:ext uri="{FF2B5EF4-FFF2-40B4-BE49-F238E27FC236}">
                  <a16:creationId xmlns:a16="http://schemas.microsoft.com/office/drawing/2014/main" id="{AC097C40-7DAF-9011-F017-382ADB1729CE}"/>
                </a:ext>
              </a:extLst>
            </p:cNvPr>
            <p:cNvSpPr/>
            <p:nvPr/>
          </p:nvSpPr>
          <p:spPr>
            <a:xfrm>
              <a:off x="6783025" y="3565700"/>
              <a:ext cx="85425" cy="21700"/>
            </a:xfrm>
            <a:custGeom>
              <a:avLst/>
              <a:gdLst/>
              <a:ahLst/>
              <a:cxnLst/>
              <a:rect l="l" t="t" r="r" b="b"/>
              <a:pathLst>
                <a:path w="3417" h="868" extrusionOk="0">
                  <a:moveTo>
                    <a:pt x="889" y="1"/>
                  </a:moveTo>
                  <a:lnTo>
                    <a:pt x="0" y="867"/>
                  </a:lnTo>
                  <a:lnTo>
                    <a:pt x="2659" y="867"/>
                  </a:lnTo>
                  <a:lnTo>
                    <a:pt x="3416"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9" name="Google Shape;453;p26">
              <a:extLst>
                <a:ext uri="{FF2B5EF4-FFF2-40B4-BE49-F238E27FC236}">
                  <a16:creationId xmlns:a16="http://schemas.microsoft.com/office/drawing/2014/main" id="{ECC178EB-C367-B450-A125-C181AD8E184B}"/>
                </a:ext>
              </a:extLst>
            </p:cNvPr>
            <p:cNvSpPr/>
            <p:nvPr/>
          </p:nvSpPr>
          <p:spPr>
            <a:xfrm>
              <a:off x="6884325" y="3565700"/>
              <a:ext cx="80175" cy="21700"/>
            </a:xfrm>
            <a:custGeom>
              <a:avLst/>
              <a:gdLst/>
              <a:ahLst/>
              <a:cxnLst/>
              <a:rect l="l" t="t" r="r" b="b"/>
              <a:pathLst>
                <a:path w="3207" h="868" extrusionOk="0">
                  <a:moveTo>
                    <a:pt x="678" y="1"/>
                  </a:moveTo>
                  <a:lnTo>
                    <a:pt x="0" y="867"/>
                  </a:lnTo>
                  <a:lnTo>
                    <a:pt x="2650" y="867"/>
                  </a:lnTo>
                  <a:lnTo>
                    <a:pt x="3206"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0" name="Google Shape;454;p26">
              <a:extLst>
                <a:ext uri="{FF2B5EF4-FFF2-40B4-BE49-F238E27FC236}">
                  <a16:creationId xmlns:a16="http://schemas.microsoft.com/office/drawing/2014/main" id="{0B43F5BB-3B93-BB74-608D-462C1D4B3A9F}"/>
                </a:ext>
              </a:extLst>
            </p:cNvPr>
            <p:cNvSpPr/>
            <p:nvPr/>
          </p:nvSpPr>
          <p:spPr>
            <a:xfrm>
              <a:off x="6985400" y="3565700"/>
              <a:ext cx="75100" cy="21700"/>
            </a:xfrm>
            <a:custGeom>
              <a:avLst/>
              <a:gdLst/>
              <a:ahLst/>
              <a:cxnLst/>
              <a:rect l="l" t="t" r="r" b="b"/>
              <a:pathLst>
                <a:path w="3004" h="868" extrusionOk="0">
                  <a:moveTo>
                    <a:pt x="484" y="1"/>
                  </a:moveTo>
                  <a:lnTo>
                    <a:pt x="0" y="867"/>
                  </a:lnTo>
                  <a:lnTo>
                    <a:pt x="2657" y="867"/>
                  </a:lnTo>
                  <a:lnTo>
                    <a:pt x="3004"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1" name="Google Shape;455;p26">
              <a:extLst>
                <a:ext uri="{FF2B5EF4-FFF2-40B4-BE49-F238E27FC236}">
                  <a16:creationId xmlns:a16="http://schemas.microsoft.com/office/drawing/2014/main" id="{D84536E3-B564-EA56-9E55-3878924102B0}"/>
                </a:ext>
              </a:extLst>
            </p:cNvPr>
            <p:cNvSpPr/>
            <p:nvPr/>
          </p:nvSpPr>
          <p:spPr>
            <a:xfrm>
              <a:off x="7086700" y="3565700"/>
              <a:ext cx="69850" cy="21700"/>
            </a:xfrm>
            <a:custGeom>
              <a:avLst/>
              <a:gdLst/>
              <a:ahLst/>
              <a:cxnLst/>
              <a:rect l="l" t="t" r="r" b="b"/>
              <a:pathLst>
                <a:path w="2794" h="868" extrusionOk="0">
                  <a:moveTo>
                    <a:pt x="274" y="1"/>
                  </a:moveTo>
                  <a:lnTo>
                    <a:pt x="0" y="867"/>
                  </a:lnTo>
                  <a:lnTo>
                    <a:pt x="2657" y="867"/>
                  </a:lnTo>
                  <a:lnTo>
                    <a:pt x="2794"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2" name="Google Shape;456;p26">
              <a:extLst>
                <a:ext uri="{FF2B5EF4-FFF2-40B4-BE49-F238E27FC236}">
                  <a16:creationId xmlns:a16="http://schemas.microsoft.com/office/drawing/2014/main" id="{619DA805-1EC5-928C-5435-1CEA756528C4}"/>
                </a:ext>
              </a:extLst>
            </p:cNvPr>
            <p:cNvSpPr/>
            <p:nvPr/>
          </p:nvSpPr>
          <p:spPr>
            <a:xfrm>
              <a:off x="7187775" y="3565700"/>
              <a:ext cx="66425" cy="21700"/>
            </a:xfrm>
            <a:custGeom>
              <a:avLst/>
              <a:gdLst/>
              <a:ahLst/>
              <a:cxnLst/>
              <a:rect l="l" t="t" r="r" b="b"/>
              <a:pathLst>
                <a:path w="2657" h="868" extrusionOk="0">
                  <a:moveTo>
                    <a:pt x="73" y="1"/>
                  </a:moveTo>
                  <a:lnTo>
                    <a:pt x="0" y="867"/>
                  </a:lnTo>
                  <a:lnTo>
                    <a:pt x="2657" y="867"/>
                  </a:lnTo>
                  <a:lnTo>
                    <a:pt x="2593"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3" name="Google Shape;457;p26">
              <a:extLst>
                <a:ext uri="{FF2B5EF4-FFF2-40B4-BE49-F238E27FC236}">
                  <a16:creationId xmlns:a16="http://schemas.microsoft.com/office/drawing/2014/main" id="{6983BDA9-1946-09E4-74DB-985B1814DE85}"/>
                </a:ext>
              </a:extLst>
            </p:cNvPr>
            <p:cNvSpPr/>
            <p:nvPr/>
          </p:nvSpPr>
          <p:spPr>
            <a:xfrm>
              <a:off x="7285600" y="3565700"/>
              <a:ext cx="69900" cy="21700"/>
            </a:xfrm>
            <a:custGeom>
              <a:avLst/>
              <a:gdLst/>
              <a:ahLst/>
              <a:cxnLst/>
              <a:rect l="l" t="t" r="r" b="b"/>
              <a:pathLst>
                <a:path w="2796" h="868" extrusionOk="0">
                  <a:moveTo>
                    <a:pt x="0" y="1"/>
                  </a:moveTo>
                  <a:lnTo>
                    <a:pt x="137" y="867"/>
                  </a:lnTo>
                  <a:lnTo>
                    <a:pt x="2796" y="867"/>
                  </a:lnTo>
                  <a:lnTo>
                    <a:pt x="2520"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4" name="Google Shape;458;p26">
              <a:extLst>
                <a:ext uri="{FF2B5EF4-FFF2-40B4-BE49-F238E27FC236}">
                  <a16:creationId xmlns:a16="http://schemas.microsoft.com/office/drawing/2014/main" id="{B3A27E8A-6D88-A7FE-D677-4ABC14118A1D}"/>
                </a:ext>
              </a:extLst>
            </p:cNvPr>
            <p:cNvSpPr/>
            <p:nvPr/>
          </p:nvSpPr>
          <p:spPr>
            <a:xfrm>
              <a:off x="7381650" y="3565700"/>
              <a:ext cx="75100" cy="21700"/>
            </a:xfrm>
            <a:custGeom>
              <a:avLst/>
              <a:gdLst/>
              <a:ahLst/>
              <a:cxnLst/>
              <a:rect l="l" t="t" r="r" b="b"/>
              <a:pathLst>
                <a:path w="3004" h="868" extrusionOk="0">
                  <a:moveTo>
                    <a:pt x="1" y="1"/>
                  </a:moveTo>
                  <a:lnTo>
                    <a:pt x="347" y="867"/>
                  </a:lnTo>
                  <a:lnTo>
                    <a:pt x="3004" y="867"/>
                  </a:lnTo>
                  <a:lnTo>
                    <a:pt x="2520"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5" name="Google Shape;459;p26">
              <a:extLst>
                <a:ext uri="{FF2B5EF4-FFF2-40B4-BE49-F238E27FC236}">
                  <a16:creationId xmlns:a16="http://schemas.microsoft.com/office/drawing/2014/main" id="{4D0B17DF-23C3-64B6-C8E9-1D9B2264D4B4}"/>
                </a:ext>
              </a:extLst>
            </p:cNvPr>
            <p:cNvSpPr/>
            <p:nvPr/>
          </p:nvSpPr>
          <p:spPr>
            <a:xfrm>
              <a:off x="7477700" y="3565700"/>
              <a:ext cx="80175" cy="21700"/>
            </a:xfrm>
            <a:custGeom>
              <a:avLst/>
              <a:gdLst/>
              <a:ahLst/>
              <a:cxnLst/>
              <a:rect l="l" t="t" r="r" b="b"/>
              <a:pathLst>
                <a:path w="3207" h="868" extrusionOk="0">
                  <a:moveTo>
                    <a:pt x="1" y="1"/>
                  </a:moveTo>
                  <a:lnTo>
                    <a:pt x="548" y="867"/>
                  </a:lnTo>
                  <a:lnTo>
                    <a:pt x="3207" y="867"/>
                  </a:lnTo>
                  <a:lnTo>
                    <a:pt x="2520"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6" name="Google Shape;460;p26">
              <a:extLst>
                <a:ext uri="{FF2B5EF4-FFF2-40B4-BE49-F238E27FC236}">
                  <a16:creationId xmlns:a16="http://schemas.microsoft.com/office/drawing/2014/main" id="{3CC5D2EA-A653-DA4D-B061-39724DAA752F}"/>
                </a:ext>
              </a:extLst>
            </p:cNvPr>
            <p:cNvSpPr/>
            <p:nvPr/>
          </p:nvSpPr>
          <p:spPr>
            <a:xfrm>
              <a:off x="7573725" y="3565700"/>
              <a:ext cx="85400" cy="21700"/>
            </a:xfrm>
            <a:custGeom>
              <a:avLst/>
              <a:gdLst/>
              <a:ahLst/>
              <a:cxnLst/>
              <a:rect l="l" t="t" r="r" b="b"/>
              <a:pathLst>
                <a:path w="3416" h="868" extrusionOk="0">
                  <a:moveTo>
                    <a:pt x="0" y="1"/>
                  </a:moveTo>
                  <a:lnTo>
                    <a:pt x="759" y="867"/>
                  </a:lnTo>
                  <a:lnTo>
                    <a:pt x="3416" y="867"/>
                  </a:lnTo>
                  <a:lnTo>
                    <a:pt x="2529"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7" name="Google Shape;461;p26">
              <a:extLst>
                <a:ext uri="{FF2B5EF4-FFF2-40B4-BE49-F238E27FC236}">
                  <a16:creationId xmlns:a16="http://schemas.microsoft.com/office/drawing/2014/main" id="{C9071709-C19A-D0FF-7D6B-0D3BF02BFC29}"/>
                </a:ext>
              </a:extLst>
            </p:cNvPr>
            <p:cNvSpPr/>
            <p:nvPr/>
          </p:nvSpPr>
          <p:spPr>
            <a:xfrm>
              <a:off x="7669775" y="3565700"/>
              <a:ext cx="90650" cy="21700"/>
            </a:xfrm>
            <a:custGeom>
              <a:avLst/>
              <a:gdLst/>
              <a:ahLst/>
              <a:cxnLst/>
              <a:rect l="l" t="t" r="r" b="b"/>
              <a:pathLst>
                <a:path w="3626" h="868" extrusionOk="0">
                  <a:moveTo>
                    <a:pt x="0" y="1"/>
                  </a:moveTo>
                  <a:lnTo>
                    <a:pt x="967" y="867"/>
                  </a:lnTo>
                  <a:lnTo>
                    <a:pt x="3626" y="867"/>
                  </a:lnTo>
                  <a:lnTo>
                    <a:pt x="2527" y="1"/>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8" name="Google Shape;462;p26">
              <a:extLst>
                <a:ext uri="{FF2B5EF4-FFF2-40B4-BE49-F238E27FC236}">
                  <a16:creationId xmlns:a16="http://schemas.microsoft.com/office/drawing/2014/main" id="{A90246A5-D959-DAA1-4BBF-9A6554E13E1F}"/>
                </a:ext>
              </a:extLst>
            </p:cNvPr>
            <p:cNvSpPr/>
            <p:nvPr/>
          </p:nvSpPr>
          <p:spPr>
            <a:xfrm>
              <a:off x="6633025" y="3600200"/>
              <a:ext cx="100925" cy="25450"/>
            </a:xfrm>
            <a:custGeom>
              <a:avLst/>
              <a:gdLst/>
              <a:ahLst/>
              <a:cxnLst/>
              <a:rect l="l" t="t" r="r" b="b"/>
              <a:pathLst>
                <a:path w="4037" h="1018" extrusionOk="0">
                  <a:moveTo>
                    <a:pt x="1300" y="0"/>
                  </a:moveTo>
                  <a:lnTo>
                    <a:pt x="1" y="1018"/>
                  </a:lnTo>
                  <a:lnTo>
                    <a:pt x="2896" y="1018"/>
                  </a:lnTo>
                  <a:lnTo>
                    <a:pt x="4037"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9" name="Google Shape;463;p26">
              <a:extLst>
                <a:ext uri="{FF2B5EF4-FFF2-40B4-BE49-F238E27FC236}">
                  <a16:creationId xmlns:a16="http://schemas.microsoft.com/office/drawing/2014/main" id="{3AB87ACB-F4FD-3E76-862D-96777696450D}"/>
                </a:ext>
              </a:extLst>
            </p:cNvPr>
            <p:cNvSpPr/>
            <p:nvPr/>
          </p:nvSpPr>
          <p:spPr>
            <a:xfrm>
              <a:off x="6743325" y="3600200"/>
              <a:ext cx="94950" cy="25450"/>
            </a:xfrm>
            <a:custGeom>
              <a:avLst/>
              <a:gdLst/>
              <a:ahLst/>
              <a:cxnLst/>
              <a:rect l="l" t="t" r="r" b="b"/>
              <a:pathLst>
                <a:path w="3798" h="1018" extrusionOk="0">
                  <a:moveTo>
                    <a:pt x="1061" y="0"/>
                  </a:moveTo>
                  <a:lnTo>
                    <a:pt x="1" y="1018"/>
                  </a:lnTo>
                  <a:lnTo>
                    <a:pt x="2904" y="1018"/>
                  </a:lnTo>
                  <a:lnTo>
                    <a:pt x="3798"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0" name="Google Shape;464;p26">
              <a:extLst>
                <a:ext uri="{FF2B5EF4-FFF2-40B4-BE49-F238E27FC236}">
                  <a16:creationId xmlns:a16="http://schemas.microsoft.com/office/drawing/2014/main" id="{D675064A-62E1-C12D-5F72-B9218B186F93}"/>
                </a:ext>
              </a:extLst>
            </p:cNvPr>
            <p:cNvSpPr/>
            <p:nvPr/>
          </p:nvSpPr>
          <p:spPr>
            <a:xfrm>
              <a:off x="6853825" y="3600200"/>
              <a:ext cx="622425" cy="25450"/>
            </a:xfrm>
            <a:custGeom>
              <a:avLst/>
              <a:gdLst/>
              <a:ahLst/>
              <a:cxnLst/>
              <a:rect l="l" t="t" r="r" b="b"/>
              <a:pathLst>
                <a:path w="24897" h="1018" extrusionOk="0">
                  <a:moveTo>
                    <a:pt x="808" y="0"/>
                  </a:moveTo>
                  <a:lnTo>
                    <a:pt x="0" y="1018"/>
                  </a:lnTo>
                  <a:lnTo>
                    <a:pt x="24897" y="1018"/>
                  </a:lnTo>
                  <a:lnTo>
                    <a:pt x="24334"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1" name="Google Shape;465;p26">
              <a:extLst>
                <a:ext uri="{FF2B5EF4-FFF2-40B4-BE49-F238E27FC236}">
                  <a16:creationId xmlns:a16="http://schemas.microsoft.com/office/drawing/2014/main" id="{424FE7D4-0D48-11E6-C9E7-0CCC147D6B04}"/>
                </a:ext>
              </a:extLst>
            </p:cNvPr>
            <p:cNvSpPr/>
            <p:nvPr/>
          </p:nvSpPr>
          <p:spPr>
            <a:xfrm>
              <a:off x="7499725" y="3600200"/>
              <a:ext cx="88650" cy="25450"/>
            </a:xfrm>
            <a:custGeom>
              <a:avLst/>
              <a:gdLst/>
              <a:ahLst/>
              <a:cxnLst/>
              <a:rect l="l" t="t" r="r" b="b"/>
              <a:pathLst>
                <a:path w="3546" h="1018" extrusionOk="0">
                  <a:moveTo>
                    <a:pt x="0" y="0"/>
                  </a:moveTo>
                  <a:lnTo>
                    <a:pt x="650" y="1018"/>
                  </a:lnTo>
                  <a:lnTo>
                    <a:pt x="3546" y="1018"/>
                  </a:lnTo>
                  <a:lnTo>
                    <a:pt x="2736"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2" name="Google Shape;466;p26">
              <a:extLst>
                <a:ext uri="{FF2B5EF4-FFF2-40B4-BE49-F238E27FC236}">
                  <a16:creationId xmlns:a16="http://schemas.microsoft.com/office/drawing/2014/main" id="{906B7BA9-0444-6A41-E620-C390319C6970}"/>
                </a:ext>
              </a:extLst>
            </p:cNvPr>
            <p:cNvSpPr/>
            <p:nvPr/>
          </p:nvSpPr>
          <p:spPr>
            <a:xfrm>
              <a:off x="7603875" y="3600200"/>
              <a:ext cx="94825" cy="25450"/>
            </a:xfrm>
            <a:custGeom>
              <a:avLst/>
              <a:gdLst/>
              <a:ahLst/>
              <a:cxnLst/>
              <a:rect l="l" t="t" r="r" b="b"/>
              <a:pathLst>
                <a:path w="3793" h="1018" extrusionOk="0">
                  <a:moveTo>
                    <a:pt x="0" y="0"/>
                  </a:moveTo>
                  <a:lnTo>
                    <a:pt x="896" y="1018"/>
                  </a:lnTo>
                  <a:lnTo>
                    <a:pt x="3792" y="1018"/>
                  </a:lnTo>
                  <a:lnTo>
                    <a:pt x="2737"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3" name="Google Shape;467;p26">
              <a:extLst>
                <a:ext uri="{FF2B5EF4-FFF2-40B4-BE49-F238E27FC236}">
                  <a16:creationId xmlns:a16="http://schemas.microsoft.com/office/drawing/2014/main" id="{BF310C37-14C8-FE23-CE70-7A0660211E0E}"/>
                </a:ext>
              </a:extLst>
            </p:cNvPr>
            <p:cNvSpPr/>
            <p:nvPr/>
          </p:nvSpPr>
          <p:spPr>
            <a:xfrm>
              <a:off x="7708200" y="3600200"/>
              <a:ext cx="100975" cy="25450"/>
            </a:xfrm>
            <a:custGeom>
              <a:avLst/>
              <a:gdLst/>
              <a:ahLst/>
              <a:cxnLst/>
              <a:rect l="l" t="t" r="r" b="b"/>
              <a:pathLst>
                <a:path w="4039" h="1018" extrusionOk="0">
                  <a:moveTo>
                    <a:pt x="0" y="0"/>
                  </a:moveTo>
                  <a:lnTo>
                    <a:pt x="1142" y="1018"/>
                  </a:lnTo>
                  <a:lnTo>
                    <a:pt x="4038" y="1018"/>
                  </a:lnTo>
                  <a:lnTo>
                    <a:pt x="2739"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4" name="Google Shape;468;p26">
              <a:extLst>
                <a:ext uri="{FF2B5EF4-FFF2-40B4-BE49-F238E27FC236}">
                  <a16:creationId xmlns:a16="http://schemas.microsoft.com/office/drawing/2014/main" id="{B169B3D1-CA56-C095-1A88-92B179B1F4B1}"/>
                </a:ext>
              </a:extLst>
            </p:cNvPr>
            <p:cNvSpPr/>
            <p:nvPr/>
          </p:nvSpPr>
          <p:spPr>
            <a:xfrm>
              <a:off x="6871500" y="3510825"/>
              <a:ext cx="68600" cy="15925"/>
            </a:xfrm>
            <a:custGeom>
              <a:avLst/>
              <a:gdLst/>
              <a:ahLst/>
              <a:cxnLst/>
              <a:rect l="l" t="t" r="r" b="b"/>
              <a:pathLst>
                <a:path w="2744" h="637" extrusionOk="0">
                  <a:moveTo>
                    <a:pt x="621" y="0"/>
                  </a:moveTo>
                  <a:lnTo>
                    <a:pt x="0" y="636"/>
                  </a:lnTo>
                  <a:lnTo>
                    <a:pt x="2224" y="636"/>
                  </a:lnTo>
                  <a:lnTo>
                    <a:pt x="2744"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5" name="Google Shape;469;p26">
              <a:extLst>
                <a:ext uri="{FF2B5EF4-FFF2-40B4-BE49-F238E27FC236}">
                  <a16:creationId xmlns:a16="http://schemas.microsoft.com/office/drawing/2014/main" id="{2C57DC17-3514-2A19-13ED-1A2A9F253F5C}"/>
                </a:ext>
              </a:extLst>
            </p:cNvPr>
            <p:cNvSpPr/>
            <p:nvPr/>
          </p:nvSpPr>
          <p:spPr>
            <a:xfrm>
              <a:off x="6950900" y="3510825"/>
              <a:ext cx="65200" cy="15925"/>
            </a:xfrm>
            <a:custGeom>
              <a:avLst/>
              <a:gdLst/>
              <a:ahLst/>
              <a:cxnLst/>
              <a:rect l="l" t="t" r="r" b="b"/>
              <a:pathLst>
                <a:path w="2608" h="637" extrusionOk="0">
                  <a:moveTo>
                    <a:pt x="477" y="0"/>
                  </a:moveTo>
                  <a:lnTo>
                    <a:pt x="1" y="636"/>
                  </a:lnTo>
                  <a:lnTo>
                    <a:pt x="2226" y="636"/>
                  </a:lnTo>
                  <a:lnTo>
                    <a:pt x="2607"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6" name="Google Shape;470;p26">
              <a:extLst>
                <a:ext uri="{FF2B5EF4-FFF2-40B4-BE49-F238E27FC236}">
                  <a16:creationId xmlns:a16="http://schemas.microsoft.com/office/drawing/2014/main" id="{516F976C-499C-9897-750C-28C14FF18087}"/>
                </a:ext>
              </a:extLst>
            </p:cNvPr>
            <p:cNvSpPr/>
            <p:nvPr/>
          </p:nvSpPr>
          <p:spPr>
            <a:xfrm>
              <a:off x="7030375" y="3510825"/>
              <a:ext cx="61550" cy="15925"/>
            </a:xfrm>
            <a:custGeom>
              <a:avLst/>
              <a:gdLst/>
              <a:ahLst/>
              <a:cxnLst/>
              <a:rect l="l" t="t" r="r" b="b"/>
              <a:pathLst>
                <a:path w="2462" h="637" extrusionOk="0">
                  <a:moveTo>
                    <a:pt x="338" y="0"/>
                  </a:moveTo>
                  <a:lnTo>
                    <a:pt x="0" y="636"/>
                  </a:lnTo>
                  <a:lnTo>
                    <a:pt x="2224" y="636"/>
                  </a:lnTo>
                  <a:lnTo>
                    <a:pt x="2461"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7" name="Google Shape;471;p26">
              <a:extLst>
                <a:ext uri="{FF2B5EF4-FFF2-40B4-BE49-F238E27FC236}">
                  <a16:creationId xmlns:a16="http://schemas.microsoft.com/office/drawing/2014/main" id="{5A12CE03-FF2B-9010-FAA9-3A60A407EF07}"/>
                </a:ext>
              </a:extLst>
            </p:cNvPr>
            <p:cNvSpPr/>
            <p:nvPr/>
          </p:nvSpPr>
          <p:spPr>
            <a:xfrm>
              <a:off x="7109775" y="3510825"/>
              <a:ext cx="58175" cy="15925"/>
            </a:xfrm>
            <a:custGeom>
              <a:avLst/>
              <a:gdLst/>
              <a:ahLst/>
              <a:cxnLst/>
              <a:rect l="l" t="t" r="r" b="b"/>
              <a:pathLst>
                <a:path w="2327" h="637" extrusionOk="0">
                  <a:moveTo>
                    <a:pt x="204" y="0"/>
                  </a:moveTo>
                  <a:lnTo>
                    <a:pt x="1" y="636"/>
                  </a:lnTo>
                  <a:lnTo>
                    <a:pt x="2224" y="636"/>
                  </a:lnTo>
                  <a:lnTo>
                    <a:pt x="2327"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8" name="Google Shape;472;p26">
              <a:extLst>
                <a:ext uri="{FF2B5EF4-FFF2-40B4-BE49-F238E27FC236}">
                  <a16:creationId xmlns:a16="http://schemas.microsoft.com/office/drawing/2014/main" id="{9E17FC36-7DBB-DBD4-041B-7EDA4E7BB76C}"/>
                </a:ext>
              </a:extLst>
            </p:cNvPr>
            <p:cNvSpPr/>
            <p:nvPr/>
          </p:nvSpPr>
          <p:spPr>
            <a:xfrm>
              <a:off x="7189200" y="3510825"/>
              <a:ext cx="55650" cy="15925"/>
            </a:xfrm>
            <a:custGeom>
              <a:avLst/>
              <a:gdLst/>
              <a:ahLst/>
              <a:cxnLst/>
              <a:rect l="l" t="t" r="r" b="b"/>
              <a:pathLst>
                <a:path w="2226" h="637" extrusionOk="0">
                  <a:moveTo>
                    <a:pt x="59" y="0"/>
                  </a:moveTo>
                  <a:lnTo>
                    <a:pt x="0" y="636"/>
                  </a:lnTo>
                  <a:lnTo>
                    <a:pt x="2226" y="636"/>
                  </a:lnTo>
                  <a:lnTo>
                    <a:pt x="2189"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9" name="Google Shape;473;p26">
              <a:extLst>
                <a:ext uri="{FF2B5EF4-FFF2-40B4-BE49-F238E27FC236}">
                  <a16:creationId xmlns:a16="http://schemas.microsoft.com/office/drawing/2014/main" id="{647FD3D6-C4A9-D838-64B3-88D65F89471A}"/>
                </a:ext>
              </a:extLst>
            </p:cNvPr>
            <p:cNvSpPr/>
            <p:nvPr/>
          </p:nvSpPr>
          <p:spPr>
            <a:xfrm>
              <a:off x="7266675" y="3510825"/>
              <a:ext cx="57600" cy="15925"/>
            </a:xfrm>
            <a:custGeom>
              <a:avLst/>
              <a:gdLst/>
              <a:ahLst/>
              <a:cxnLst/>
              <a:rect l="l" t="t" r="r" b="b"/>
              <a:pathLst>
                <a:path w="2304" h="637" extrusionOk="0">
                  <a:moveTo>
                    <a:pt x="0" y="0"/>
                  </a:moveTo>
                  <a:lnTo>
                    <a:pt x="80" y="636"/>
                  </a:lnTo>
                  <a:lnTo>
                    <a:pt x="2303" y="636"/>
                  </a:lnTo>
                  <a:lnTo>
                    <a:pt x="2123"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0" name="Google Shape;474;p26">
              <a:extLst>
                <a:ext uri="{FF2B5EF4-FFF2-40B4-BE49-F238E27FC236}">
                  <a16:creationId xmlns:a16="http://schemas.microsoft.com/office/drawing/2014/main" id="{21E3F6C3-BE45-F84B-087C-0EE4B1D92A97}"/>
                </a:ext>
              </a:extLst>
            </p:cNvPr>
            <p:cNvSpPr/>
            <p:nvPr/>
          </p:nvSpPr>
          <p:spPr>
            <a:xfrm>
              <a:off x="7345175" y="3510825"/>
              <a:ext cx="61250" cy="15925"/>
            </a:xfrm>
            <a:custGeom>
              <a:avLst/>
              <a:gdLst/>
              <a:ahLst/>
              <a:cxnLst/>
              <a:rect l="l" t="t" r="r" b="b"/>
              <a:pathLst>
                <a:path w="2450" h="637" extrusionOk="0">
                  <a:moveTo>
                    <a:pt x="0" y="0"/>
                  </a:moveTo>
                  <a:lnTo>
                    <a:pt x="224" y="636"/>
                  </a:lnTo>
                  <a:lnTo>
                    <a:pt x="2449" y="636"/>
                  </a:lnTo>
                  <a:lnTo>
                    <a:pt x="2123"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1" name="Google Shape;475;p26">
              <a:extLst>
                <a:ext uri="{FF2B5EF4-FFF2-40B4-BE49-F238E27FC236}">
                  <a16:creationId xmlns:a16="http://schemas.microsoft.com/office/drawing/2014/main" id="{9C5A9E8E-D050-380E-46A1-819627720625}"/>
                </a:ext>
              </a:extLst>
            </p:cNvPr>
            <p:cNvSpPr/>
            <p:nvPr/>
          </p:nvSpPr>
          <p:spPr>
            <a:xfrm>
              <a:off x="7465400" y="3510825"/>
              <a:ext cx="66825" cy="15925"/>
            </a:xfrm>
            <a:custGeom>
              <a:avLst/>
              <a:gdLst/>
              <a:ahLst/>
              <a:cxnLst/>
              <a:rect l="l" t="t" r="r" b="b"/>
              <a:pathLst>
                <a:path w="2673" h="637" extrusionOk="0">
                  <a:moveTo>
                    <a:pt x="0" y="0"/>
                  </a:moveTo>
                  <a:lnTo>
                    <a:pt x="449" y="636"/>
                  </a:lnTo>
                  <a:lnTo>
                    <a:pt x="2673" y="636"/>
                  </a:lnTo>
                  <a:lnTo>
                    <a:pt x="2123"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2" name="Google Shape;476;p26">
              <a:extLst>
                <a:ext uri="{FF2B5EF4-FFF2-40B4-BE49-F238E27FC236}">
                  <a16:creationId xmlns:a16="http://schemas.microsoft.com/office/drawing/2014/main" id="{3549245B-A9B9-56A6-2005-BE3852B22E87}"/>
                </a:ext>
              </a:extLst>
            </p:cNvPr>
            <p:cNvSpPr/>
            <p:nvPr/>
          </p:nvSpPr>
          <p:spPr>
            <a:xfrm>
              <a:off x="7537450" y="3510825"/>
              <a:ext cx="70250" cy="15925"/>
            </a:xfrm>
            <a:custGeom>
              <a:avLst/>
              <a:gdLst/>
              <a:ahLst/>
              <a:cxnLst/>
              <a:rect l="l" t="t" r="r" b="b"/>
              <a:pathLst>
                <a:path w="2810" h="637" extrusionOk="0">
                  <a:moveTo>
                    <a:pt x="1" y="0"/>
                  </a:moveTo>
                  <a:lnTo>
                    <a:pt x="585" y="636"/>
                  </a:lnTo>
                  <a:lnTo>
                    <a:pt x="2810" y="636"/>
                  </a:lnTo>
                  <a:lnTo>
                    <a:pt x="2130"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3" name="Google Shape;477;p26">
              <a:extLst>
                <a:ext uri="{FF2B5EF4-FFF2-40B4-BE49-F238E27FC236}">
                  <a16:creationId xmlns:a16="http://schemas.microsoft.com/office/drawing/2014/main" id="{B32FDD00-8DAB-6A5D-A909-A8494485890A}"/>
                </a:ext>
              </a:extLst>
            </p:cNvPr>
            <p:cNvSpPr/>
            <p:nvPr/>
          </p:nvSpPr>
          <p:spPr>
            <a:xfrm>
              <a:off x="7609625" y="3510825"/>
              <a:ext cx="73500" cy="15925"/>
            </a:xfrm>
            <a:custGeom>
              <a:avLst/>
              <a:gdLst/>
              <a:ahLst/>
              <a:cxnLst/>
              <a:rect l="l" t="t" r="r" b="b"/>
              <a:pathLst>
                <a:path w="2940" h="637" extrusionOk="0">
                  <a:moveTo>
                    <a:pt x="1" y="0"/>
                  </a:moveTo>
                  <a:lnTo>
                    <a:pt x="716" y="636"/>
                  </a:lnTo>
                  <a:lnTo>
                    <a:pt x="2940" y="636"/>
                  </a:lnTo>
                  <a:lnTo>
                    <a:pt x="2124"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4" name="Google Shape;478;p26">
              <a:extLst>
                <a:ext uri="{FF2B5EF4-FFF2-40B4-BE49-F238E27FC236}">
                  <a16:creationId xmlns:a16="http://schemas.microsoft.com/office/drawing/2014/main" id="{EFCA54F2-EC79-E1C2-8BC7-7DD0D2957B3D}"/>
                </a:ext>
              </a:extLst>
            </p:cNvPr>
            <p:cNvSpPr/>
            <p:nvPr/>
          </p:nvSpPr>
          <p:spPr>
            <a:xfrm>
              <a:off x="7030375" y="3651275"/>
              <a:ext cx="381450" cy="70950"/>
            </a:xfrm>
            <a:custGeom>
              <a:avLst/>
              <a:gdLst/>
              <a:ahLst/>
              <a:cxnLst/>
              <a:rect l="l" t="t" r="r" b="b"/>
              <a:pathLst>
                <a:path w="15258" h="2838" extrusionOk="0">
                  <a:moveTo>
                    <a:pt x="1205" y="0"/>
                  </a:moveTo>
                  <a:lnTo>
                    <a:pt x="0" y="2837"/>
                  </a:lnTo>
                  <a:lnTo>
                    <a:pt x="15258" y="2837"/>
                  </a:lnTo>
                  <a:lnTo>
                    <a:pt x="14052" y="0"/>
                  </a:lnTo>
                  <a:close/>
                </a:path>
              </a:pathLst>
            </a:custGeom>
            <a:solidFill>
              <a:srgbClr val="35C2D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5" name="Google Shape;479;p26">
              <a:extLst>
                <a:ext uri="{FF2B5EF4-FFF2-40B4-BE49-F238E27FC236}">
                  <a16:creationId xmlns:a16="http://schemas.microsoft.com/office/drawing/2014/main" id="{B3AE09EA-2263-9190-FA27-FAB2A83CE031}"/>
                </a:ext>
              </a:extLst>
            </p:cNvPr>
            <p:cNvSpPr/>
            <p:nvPr/>
          </p:nvSpPr>
          <p:spPr>
            <a:xfrm>
              <a:off x="6384600" y="3756675"/>
              <a:ext cx="1672950" cy="27850"/>
            </a:xfrm>
            <a:custGeom>
              <a:avLst/>
              <a:gdLst/>
              <a:ahLst/>
              <a:cxnLst/>
              <a:rect l="l" t="t" r="r" b="b"/>
              <a:pathLst>
                <a:path w="66918" h="1114" extrusionOk="0">
                  <a:moveTo>
                    <a:pt x="0" y="1"/>
                  </a:moveTo>
                  <a:lnTo>
                    <a:pt x="0" y="124"/>
                  </a:lnTo>
                  <a:cubicBezTo>
                    <a:pt x="0" y="673"/>
                    <a:pt x="449" y="1114"/>
                    <a:pt x="997" y="1114"/>
                  </a:cubicBezTo>
                  <a:lnTo>
                    <a:pt x="65921" y="1114"/>
                  </a:lnTo>
                  <a:cubicBezTo>
                    <a:pt x="66471" y="1114"/>
                    <a:pt x="66918" y="673"/>
                    <a:pt x="66918" y="124"/>
                  </a:cubicBezTo>
                  <a:lnTo>
                    <a:pt x="66918" y="1"/>
                  </a:lnTo>
                  <a:close/>
                </a:path>
              </a:pathLst>
            </a:custGeom>
            <a:solidFill>
              <a:srgbClr val="CEF3F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6" name="Google Shape;480;p26">
              <a:extLst>
                <a:ext uri="{FF2B5EF4-FFF2-40B4-BE49-F238E27FC236}">
                  <a16:creationId xmlns:a16="http://schemas.microsoft.com/office/drawing/2014/main" id="{38806772-AA47-369E-0B90-BC3563E0ED53}"/>
                </a:ext>
              </a:extLst>
            </p:cNvPr>
            <p:cNvSpPr/>
            <p:nvPr/>
          </p:nvSpPr>
          <p:spPr>
            <a:xfrm>
              <a:off x="7012825" y="2590700"/>
              <a:ext cx="439600" cy="745025"/>
            </a:xfrm>
            <a:custGeom>
              <a:avLst/>
              <a:gdLst/>
              <a:ahLst/>
              <a:cxnLst/>
              <a:rect l="l" t="t" r="r" b="b"/>
              <a:pathLst>
                <a:path w="17584" h="29801" extrusionOk="0">
                  <a:moveTo>
                    <a:pt x="520" y="1"/>
                  </a:moveTo>
                  <a:cubicBezTo>
                    <a:pt x="233" y="1"/>
                    <a:pt x="0" y="238"/>
                    <a:pt x="0" y="528"/>
                  </a:cubicBezTo>
                  <a:lnTo>
                    <a:pt x="0" y="29280"/>
                  </a:lnTo>
                  <a:cubicBezTo>
                    <a:pt x="0" y="29570"/>
                    <a:pt x="233" y="29800"/>
                    <a:pt x="520" y="29800"/>
                  </a:cubicBezTo>
                  <a:lnTo>
                    <a:pt x="17064" y="29800"/>
                  </a:lnTo>
                  <a:cubicBezTo>
                    <a:pt x="17353" y="29800"/>
                    <a:pt x="17584" y="29570"/>
                    <a:pt x="17584" y="29280"/>
                  </a:cubicBezTo>
                  <a:lnTo>
                    <a:pt x="17584" y="528"/>
                  </a:lnTo>
                  <a:cubicBezTo>
                    <a:pt x="17584" y="238"/>
                    <a:pt x="17353" y="1"/>
                    <a:pt x="17064" y="1"/>
                  </a:cubicBezTo>
                  <a:close/>
                </a:path>
              </a:pathLst>
            </a:custGeom>
            <a:solidFill>
              <a:srgbClr val="CA7BEB"/>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7" name="Google Shape;481;p26">
              <a:extLst>
                <a:ext uri="{FF2B5EF4-FFF2-40B4-BE49-F238E27FC236}">
                  <a16:creationId xmlns:a16="http://schemas.microsoft.com/office/drawing/2014/main" id="{60DC7AAA-C19B-6B48-50D0-AA7CB757B3F2}"/>
                </a:ext>
              </a:extLst>
            </p:cNvPr>
            <p:cNvSpPr/>
            <p:nvPr/>
          </p:nvSpPr>
          <p:spPr>
            <a:xfrm>
              <a:off x="7029625" y="2619400"/>
              <a:ext cx="405850" cy="623175"/>
            </a:xfrm>
            <a:custGeom>
              <a:avLst/>
              <a:gdLst/>
              <a:ahLst/>
              <a:cxnLst/>
              <a:rect l="l" t="t" r="r" b="b"/>
              <a:pathLst>
                <a:path w="16234" h="24927" extrusionOk="0">
                  <a:moveTo>
                    <a:pt x="1" y="0"/>
                  </a:moveTo>
                  <a:lnTo>
                    <a:pt x="1" y="24926"/>
                  </a:lnTo>
                  <a:lnTo>
                    <a:pt x="16234" y="24926"/>
                  </a:lnTo>
                  <a:lnTo>
                    <a:pt x="16234" y="0"/>
                  </a:lnTo>
                  <a:close/>
                </a:path>
              </a:pathLst>
            </a:custGeom>
            <a:solidFill>
              <a:srgbClr val="0A1D4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8" name="Google Shape;482;p26">
              <a:extLst>
                <a:ext uri="{FF2B5EF4-FFF2-40B4-BE49-F238E27FC236}">
                  <a16:creationId xmlns:a16="http://schemas.microsoft.com/office/drawing/2014/main" id="{74356551-E880-1EC0-58FE-D33088729EAE}"/>
                </a:ext>
              </a:extLst>
            </p:cNvPr>
            <p:cNvSpPr/>
            <p:nvPr/>
          </p:nvSpPr>
          <p:spPr>
            <a:xfrm>
              <a:off x="7207775" y="3265850"/>
              <a:ext cx="49675" cy="49500"/>
            </a:xfrm>
            <a:custGeom>
              <a:avLst/>
              <a:gdLst/>
              <a:ahLst/>
              <a:cxnLst/>
              <a:rect l="l" t="t" r="r" b="b"/>
              <a:pathLst>
                <a:path w="1987" h="1980" extrusionOk="0">
                  <a:moveTo>
                    <a:pt x="990" y="1"/>
                  </a:moveTo>
                  <a:cubicBezTo>
                    <a:pt x="450" y="1"/>
                    <a:pt x="1" y="441"/>
                    <a:pt x="1" y="990"/>
                  </a:cubicBezTo>
                  <a:cubicBezTo>
                    <a:pt x="1" y="1538"/>
                    <a:pt x="450" y="1980"/>
                    <a:pt x="990" y="1980"/>
                  </a:cubicBezTo>
                  <a:cubicBezTo>
                    <a:pt x="1540" y="1980"/>
                    <a:pt x="1987" y="1538"/>
                    <a:pt x="1987" y="990"/>
                  </a:cubicBezTo>
                  <a:cubicBezTo>
                    <a:pt x="1987" y="441"/>
                    <a:pt x="1540" y="1"/>
                    <a:pt x="990" y="1"/>
                  </a:cubicBezTo>
                  <a:close/>
                </a:path>
              </a:pathLst>
            </a:custGeom>
            <a:solidFill>
              <a:srgbClr val="972CB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9" name="Google Shape;483;p26">
              <a:extLst>
                <a:ext uri="{FF2B5EF4-FFF2-40B4-BE49-F238E27FC236}">
                  <a16:creationId xmlns:a16="http://schemas.microsoft.com/office/drawing/2014/main" id="{47C11FED-4C78-69ED-FFDD-81385CC9F262}"/>
                </a:ext>
              </a:extLst>
            </p:cNvPr>
            <p:cNvSpPr/>
            <p:nvPr/>
          </p:nvSpPr>
          <p:spPr>
            <a:xfrm>
              <a:off x="6479400" y="2713275"/>
              <a:ext cx="285975" cy="285975"/>
            </a:xfrm>
            <a:custGeom>
              <a:avLst/>
              <a:gdLst/>
              <a:ahLst/>
              <a:cxnLst/>
              <a:rect l="l" t="t" r="r" b="b"/>
              <a:pathLst>
                <a:path w="11439" h="11439" extrusionOk="0">
                  <a:moveTo>
                    <a:pt x="2217" y="1"/>
                  </a:moveTo>
                  <a:cubicBezTo>
                    <a:pt x="990" y="1"/>
                    <a:pt x="0" y="997"/>
                    <a:pt x="0" y="2217"/>
                  </a:cubicBezTo>
                  <a:lnTo>
                    <a:pt x="0" y="9229"/>
                  </a:lnTo>
                  <a:cubicBezTo>
                    <a:pt x="0" y="10449"/>
                    <a:pt x="990" y="11439"/>
                    <a:pt x="2217" y="11439"/>
                  </a:cubicBezTo>
                  <a:lnTo>
                    <a:pt x="9222" y="11439"/>
                  </a:lnTo>
                  <a:cubicBezTo>
                    <a:pt x="10449" y="11439"/>
                    <a:pt x="11438" y="10449"/>
                    <a:pt x="11438" y="9229"/>
                  </a:cubicBezTo>
                  <a:lnTo>
                    <a:pt x="11438" y="2217"/>
                  </a:lnTo>
                  <a:cubicBezTo>
                    <a:pt x="11438" y="997"/>
                    <a:pt x="10449" y="1"/>
                    <a:pt x="9222" y="1"/>
                  </a:cubicBezTo>
                  <a:close/>
                </a:path>
              </a:pathLst>
            </a:custGeom>
            <a:solidFill>
              <a:srgbClr val="878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0" name="Google Shape;484;p26">
              <a:extLst>
                <a:ext uri="{FF2B5EF4-FFF2-40B4-BE49-F238E27FC236}">
                  <a16:creationId xmlns:a16="http://schemas.microsoft.com/office/drawing/2014/main" id="{F38325C1-EE6E-646A-1E70-C80042D65FB7}"/>
                </a:ext>
              </a:extLst>
            </p:cNvPr>
            <p:cNvSpPr/>
            <p:nvPr/>
          </p:nvSpPr>
          <p:spPr>
            <a:xfrm>
              <a:off x="6462400" y="2696475"/>
              <a:ext cx="319950" cy="319725"/>
            </a:xfrm>
            <a:custGeom>
              <a:avLst/>
              <a:gdLst/>
              <a:ahLst/>
              <a:cxnLst/>
              <a:rect l="l" t="t" r="r" b="b"/>
              <a:pathLst>
                <a:path w="12798" h="12789" fill="none" extrusionOk="0">
                  <a:moveTo>
                    <a:pt x="10319" y="12788"/>
                  </a:moveTo>
                  <a:lnTo>
                    <a:pt x="2477" y="12788"/>
                  </a:lnTo>
                  <a:cubicBezTo>
                    <a:pt x="1114" y="12788"/>
                    <a:pt x="1" y="11684"/>
                    <a:pt x="1" y="10312"/>
                  </a:cubicBezTo>
                  <a:lnTo>
                    <a:pt x="1" y="2477"/>
                  </a:lnTo>
                  <a:cubicBezTo>
                    <a:pt x="1" y="1106"/>
                    <a:pt x="1114" y="0"/>
                    <a:pt x="2477" y="0"/>
                  </a:cubicBezTo>
                  <a:lnTo>
                    <a:pt x="10319" y="0"/>
                  </a:lnTo>
                  <a:cubicBezTo>
                    <a:pt x="11685" y="0"/>
                    <a:pt x="12798" y="1106"/>
                    <a:pt x="12798" y="2477"/>
                  </a:cubicBezTo>
                  <a:lnTo>
                    <a:pt x="12798" y="10312"/>
                  </a:lnTo>
                  <a:cubicBezTo>
                    <a:pt x="12798" y="11684"/>
                    <a:pt x="11685" y="12788"/>
                    <a:pt x="10319" y="12788"/>
                  </a:cubicBezTo>
                  <a:close/>
                </a:path>
              </a:pathLst>
            </a:custGeom>
            <a:noFill/>
            <a:ln w="4900" cap="flat" cmpd="sng">
              <a:solidFill>
                <a:schemeClr val="lt1"/>
              </a:solidFill>
              <a:prstDash val="solid"/>
              <a:miter lim="1733"/>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1" name="Google Shape;485;p26">
              <a:extLst>
                <a:ext uri="{FF2B5EF4-FFF2-40B4-BE49-F238E27FC236}">
                  <a16:creationId xmlns:a16="http://schemas.microsoft.com/office/drawing/2014/main" id="{ECA54C75-1AB9-D2C1-24B2-725C15227DAC}"/>
                </a:ext>
              </a:extLst>
            </p:cNvPr>
            <p:cNvSpPr/>
            <p:nvPr/>
          </p:nvSpPr>
          <p:spPr>
            <a:xfrm>
              <a:off x="6519825" y="2819950"/>
              <a:ext cx="57975" cy="77325"/>
            </a:xfrm>
            <a:custGeom>
              <a:avLst/>
              <a:gdLst/>
              <a:ahLst/>
              <a:cxnLst/>
              <a:rect l="l" t="t" r="r" b="b"/>
              <a:pathLst>
                <a:path w="2319" h="3093" extrusionOk="0">
                  <a:moveTo>
                    <a:pt x="1033" y="579"/>
                  </a:moveTo>
                  <a:cubicBezTo>
                    <a:pt x="1293" y="579"/>
                    <a:pt x="1619" y="622"/>
                    <a:pt x="1619" y="940"/>
                  </a:cubicBezTo>
                  <a:cubicBezTo>
                    <a:pt x="1619" y="1229"/>
                    <a:pt x="1373" y="1316"/>
                    <a:pt x="1134" y="1316"/>
                  </a:cubicBezTo>
                  <a:lnTo>
                    <a:pt x="680" y="1316"/>
                  </a:lnTo>
                  <a:lnTo>
                    <a:pt x="680" y="579"/>
                  </a:lnTo>
                  <a:close/>
                  <a:moveTo>
                    <a:pt x="0" y="0"/>
                  </a:moveTo>
                  <a:lnTo>
                    <a:pt x="0" y="3092"/>
                  </a:lnTo>
                  <a:lnTo>
                    <a:pt x="680" y="3092"/>
                  </a:lnTo>
                  <a:lnTo>
                    <a:pt x="680" y="1886"/>
                  </a:lnTo>
                  <a:lnTo>
                    <a:pt x="1177" y="1886"/>
                  </a:lnTo>
                  <a:cubicBezTo>
                    <a:pt x="1827" y="1886"/>
                    <a:pt x="2319" y="1662"/>
                    <a:pt x="2319" y="940"/>
                  </a:cubicBezTo>
                  <a:cubicBezTo>
                    <a:pt x="2319" y="210"/>
                    <a:pt x="1792" y="0"/>
                    <a:pt x="1149" y="0"/>
                  </a:cubicBez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2" name="Google Shape;486;p26">
              <a:extLst>
                <a:ext uri="{FF2B5EF4-FFF2-40B4-BE49-F238E27FC236}">
                  <a16:creationId xmlns:a16="http://schemas.microsoft.com/office/drawing/2014/main" id="{AE90057D-1835-9CC9-B4C1-8A3CA3D1AFBD}"/>
                </a:ext>
              </a:extLst>
            </p:cNvPr>
            <p:cNvSpPr/>
            <p:nvPr/>
          </p:nvSpPr>
          <p:spPr>
            <a:xfrm>
              <a:off x="6588625" y="2819950"/>
              <a:ext cx="67000" cy="77325"/>
            </a:xfrm>
            <a:custGeom>
              <a:avLst/>
              <a:gdLst/>
              <a:ahLst/>
              <a:cxnLst/>
              <a:rect l="l" t="t" r="r" b="b"/>
              <a:pathLst>
                <a:path w="2680" h="3093" extrusionOk="0">
                  <a:moveTo>
                    <a:pt x="0" y="0"/>
                  </a:moveTo>
                  <a:lnTo>
                    <a:pt x="0" y="3092"/>
                  </a:lnTo>
                  <a:lnTo>
                    <a:pt x="678" y="3092"/>
                  </a:lnTo>
                  <a:lnTo>
                    <a:pt x="678" y="1756"/>
                  </a:lnTo>
                  <a:lnTo>
                    <a:pt x="2000" y="1756"/>
                  </a:lnTo>
                  <a:lnTo>
                    <a:pt x="2000" y="3092"/>
                  </a:lnTo>
                  <a:lnTo>
                    <a:pt x="2679" y="3092"/>
                  </a:lnTo>
                  <a:lnTo>
                    <a:pt x="2679" y="0"/>
                  </a:lnTo>
                  <a:lnTo>
                    <a:pt x="2000" y="0"/>
                  </a:lnTo>
                  <a:lnTo>
                    <a:pt x="2000" y="1156"/>
                  </a:lnTo>
                  <a:lnTo>
                    <a:pt x="678" y="1156"/>
                  </a:lnTo>
                  <a:lnTo>
                    <a:pt x="678"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3" name="Google Shape;487;p26">
              <a:extLst>
                <a:ext uri="{FF2B5EF4-FFF2-40B4-BE49-F238E27FC236}">
                  <a16:creationId xmlns:a16="http://schemas.microsoft.com/office/drawing/2014/main" id="{C025DB5E-3C9C-A590-B816-C0367D4E585A}"/>
                </a:ext>
              </a:extLst>
            </p:cNvPr>
            <p:cNvSpPr/>
            <p:nvPr/>
          </p:nvSpPr>
          <p:spPr>
            <a:xfrm>
              <a:off x="6671275" y="2819950"/>
              <a:ext cx="58000" cy="77325"/>
            </a:xfrm>
            <a:custGeom>
              <a:avLst/>
              <a:gdLst/>
              <a:ahLst/>
              <a:cxnLst/>
              <a:rect l="l" t="t" r="r" b="b"/>
              <a:pathLst>
                <a:path w="2320" h="3093" extrusionOk="0">
                  <a:moveTo>
                    <a:pt x="1027" y="579"/>
                  </a:moveTo>
                  <a:cubicBezTo>
                    <a:pt x="1287" y="579"/>
                    <a:pt x="1611" y="622"/>
                    <a:pt x="1611" y="940"/>
                  </a:cubicBezTo>
                  <a:cubicBezTo>
                    <a:pt x="1611" y="1229"/>
                    <a:pt x="1373" y="1316"/>
                    <a:pt x="1134" y="1316"/>
                  </a:cubicBezTo>
                  <a:lnTo>
                    <a:pt x="680" y="1316"/>
                  </a:lnTo>
                  <a:lnTo>
                    <a:pt x="680" y="579"/>
                  </a:lnTo>
                  <a:close/>
                  <a:moveTo>
                    <a:pt x="1" y="0"/>
                  </a:moveTo>
                  <a:lnTo>
                    <a:pt x="1" y="3092"/>
                  </a:lnTo>
                  <a:lnTo>
                    <a:pt x="680" y="3092"/>
                  </a:lnTo>
                  <a:lnTo>
                    <a:pt x="680" y="1886"/>
                  </a:lnTo>
                  <a:lnTo>
                    <a:pt x="1178" y="1886"/>
                  </a:lnTo>
                  <a:cubicBezTo>
                    <a:pt x="1827" y="1886"/>
                    <a:pt x="2320" y="1662"/>
                    <a:pt x="2320" y="940"/>
                  </a:cubicBezTo>
                  <a:cubicBezTo>
                    <a:pt x="2320" y="210"/>
                    <a:pt x="1784" y="0"/>
                    <a:pt x="1141" y="0"/>
                  </a:cubicBez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4" name="Google Shape;488;p26">
              <a:extLst>
                <a:ext uri="{FF2B5EF4-FFF2-40B4-BE49-F238E27FC236}">
                  <a16:creationId xmlns:a16="http://schemas.microsoft.com/office/drawing/2014/main" id="{E9FFCFD0-CC1B-ED51-7688-547589E6DFCC}"/>
                </a:ext>
              </a:extLst>
            </p:cNvPr>
            <p:cNvSpPr/>
            <p:nvPr/>
          </p:nvSpPr>
          <p:spPr>
            <a:xfrm>
              <a:off x="7646450" y="3091650"/>
              <a:ext cx="285975" cy="285975"/>
            </a:xfrm>
            <a:custGeom>
              <a:avLst/>
              <a:gdLst/>
              <a:ahLst/>
              <a:cxnLst/>
              <a:rect l="l" t="t" r="r" b="b"/>
              <a:pathLst>
                <a:path w="11439" h="11439" extrusionOk="0">
                  <a:moveTo>
                    <a:pt x="2210" y="0"/>
                  </a:moveTo>
                  <a:cubicBezTo>
                    <a:pt x="990" y="0"/>
                    <a:pt x="1" y="990"/>
                    <a:pt x="1" y="2217"/>
                  </a:cubicBezTo>
                  <a:lnTo>
                    <a:pt x="1" y="9221"/>
                  </a:lnTo>
                  <a:cubicBezTo>
                    <a:pt x="1" y="10448"/>
                    <a:pt x="990" y="11438"/>
                    <a:pt x="2210" y="11438"/>
                  </a:cubicBezTo>
                  <a:lnTo>
                    <a:pt x="9222" y="11438"/>
                  </a:lnTo>
                  <a:cubicBezTo>
                    <a:pt x="10442" y="11438"/>
                    <a:pt x="11439" y="10448"/>
                    <a:pt x="11439" y="9221"/>
                  </a:cubicBezTo>
                  <a:lnTo>
                    <a:pt x="11439" y="2217"/>
                  </a:lnTo>
                  <a:cubicBezTo>
                    <a:pt x="11439" y="990"/>
                    <a:pt x="10442" y="0"/>
                    <a:pt x="9222" y="0"/>
                  </a:cubicBezTo>
                  <a:close/>
                </a:path>
              </a:pathLst>
            </a:custGeom>
            <a:solidFill>
              <a:srgbClr val="CA7BEB"/>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5" name="Google Shape;489;p26">
              <a:extLst>
                <a:ext uri="{FF2B5EF4-FFF2-40B4-BE49-F238E27FC236}">
                  <a16:creationId xmlns:a16="http://schemas.microsoft.com/office/drawing/2014/main" id="{9E825F67-EB16-4B4C-B945-F0222E0B5CB6}"/>
                </a:ext>
              </a:extLst>
            </p:cNvPr>
            <p:cNvSpPr/>
            <p:nvPr/>
          </p:nvSpPr>
          <p:spPr>
            <a:xfrm>
              <a:off x="7629525" y="3074650"/>
              <a:ext cx="319725" cy="319950"/>
            </a:xfrm>
            <a:custGeom>
              <a:avLst/>
              <a:gdLst/>
              <a:ahLst/>
              <a:cxnLst/>
              <a:rect l="l" t="t" r="r" b="b"/>
              <a:pathLst>
                <a:path w="12789" h="12798" fill="none" extrusionOk="0">
                  <a:moveTo>
                    <a:pt x="10312" y="12797"/>
                  </a:moveTo>
                  <a:lnTo>
                    <a:pt x="2477" y="12797"/>
                  </a:lnTo>
                  <a:cubicBezTo>
                    <a:pt x="1104" y="12797"/>
                    <a:pt x="0" y="11685"/>
                    <a:pt x="0" y="10321"/>
                  </a:cubicBezTo>
                  <a:lnTo>
                    <a:pt x="0" y="2479"/>
                  </a:lnTo>
                  <a:cubicBezTo>
                    <a:pt x="0" y="1113"/>
                    <a:pt x="1104" y="1"/>
                    <a:pt x="2477" y="1"/>
                  </a:cubicBezTo>
                  <a:lnTo>
                    <a:pt x="10312" y="1"/>
                  </a:lnTo>
                  <a:cubicBezTo>
                    <a:pt x="11683" y="1"/>
                    <a:pt x="12788" y="1113"/>
                    <a:pt x="12788" y="2479"/>
                  </a:cubicBezTo>
                  <a:lnTo>
                    <a:pt x="12788" y="10321"/>
                  </a:lnTo>
                  <a:cubicBezTo>
                    <a:pt x="12788" y="11685"/>
                    <a:pt x="11683" y="12797"/>
                    <a:pt x="10312" y="12797"/>
                  </a:cubicBezTo>
                  <a:close/>
                </a:path>
              </a:pathLst>
            </a:custGeom>
            <a:noFill/>
            <a:ln w="4900" cap="flat" cmpd="sng">
              <a:solidFill>
                <a:schemeClr val="lt1"/>
              </a:solidFill>
              <a:prstDash val="solid"/>
              <a:miter lim="1733"/>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6" name="Google Shape;490;p26">
              <a:extLst>
                <a:ext uri="{FF2B5EF4-FFF2-40B4-BE49-F238E27FC236}">
                  <a16:creationId xmlns:a16="http://schemas.microsoft.com/office/drawing/2014/main" id="{9C533C0C-9915-C800-F10D-9A17B0EEC6EE}"/>
                </a:ext>
              </a:extLst>
            </p:cNvPr>
            <p:cNvSpPr/>
            <p:nvPr/>
          </p:nvSpPr>
          <p:spPr>
            <a:xfrm>
              <a:off x="7684750" y="3182625"/>
              <a:ext cx="72775" cy="84850"/>
            </a:xfrm>
            <a:custGeom>
              <a:avLst/>
              <a:gdLst/>
              <a:ahLst/>
              <a:cxnLst/>
              <a:rect l="l" t="t" r="r" b="b"/>
              <a:pathLst>
                <a:path w="2911" h="3394" extrusionOk="0">
                  <a:moveTo>
                    <a:pt x="1741" y="0"/>
                  </a:moveTo>
                  <a:cubicBezTo>
                    <a:pt x="737" y="0"/>
                    <a:pt x="1" y="664"/>
                    <a:pt x="1" y="1697"/>
                  </a:cubicBezTo>
                  <a:cubicBezTo>
                    <a:pt x="1" y="2730"/>
                    <a:pt x="737" y="3394"/>
                    <a:pt x="1741" y="3394"/>
                  </a:cubicBezTo>
                  <a:cubicBezTo>
                    <a:pt x="2181" y="3394"/>
                    <a:pt x="2644" y="3213"/>
                    <a:pt x="2911" y="2830"/>
                  </a:cubicBezTo>
                  <a:lnTo>
                    <a:pt x="2318" y="2390"/>
                  </a:lnTo>
                  <a:cubicBezTo>
                    <a:pt x="2174" y="2607"/>
                    <a:pt x="1935" y="2737"/>
                    <a:pt x="1654" y="2737"/>
                  </a:cubicBezTo>
                  <a:cubicBezTo>
                    <a:pt x="1134" y="2737"/>
                    <a:pt x="744" y="2297"/>
                    <a:pt x="744" y="1697"/>
                  </a:cubicBezTo>
                  <a:cubicBezTo>
                    <a:pt x="744" y="1097"/>
                    <a:pt x="1134" y="657"/>
                    <a:pt x="1675" y="657"/>
                  </a:cubicBezTo>
                  <a:cubicBezTo>
                    <a:pt x="1935" y="657"/>
                    <a:pt x="2145" y="751"/>
                    <a:pt x="2281" y="924"/>
                  </a:cubicBezTo>
                  <a:lnTo>
                    <a:pt x="2831" y="477"/>
                  </a:lnTo>
                  <a:cubicBezTo>
                    <a:pt x="2557" y="123"/>
                    <a:pt x="2101" y="0"/>
                    <a:pt x="1741" y="0"/>
                  </a:cubicBez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7" name="Google Shape;491;p26">
              <a:extLst>
                <a:ext uri="{FF2B5EF4-FFF2-40B4-BE49-F238E27FC236}">
                  <a16:creationId xmlns:a16="http://schemas.microsoft.com/office/drawing/2014/main" id="{7BC3B9C8-9BF2-87A7-5BA7-8EC8161DDAF0}"/>
                </a:ext>
              </a:extLst>
            </p:cNvPr>
            <p:cNvSpPr/>
            <p:nvPr/>
          </p:nvSpPr>
          <p:spPr>
            <a:xfrm>
              <a:off x="7765600" y="3199600"/>
              <a:ext cx="62500" cy="62475"/>
            </a:xfrm>
            <a:custGeom>
              <a:avLst/>
              <a:gdLst/>
              <a:ahLst/>
              <a:cxnLst/>
              <a:rect l="l" t="t" r="r" b="b"/>
              <a:pathLst>
                <a:path w="2500" h="2499" extrusionOk="0">
                  <a:moveTo>
                    <a:pt x="962" y="1"/>
                  </a:moveTo>
                  <a:lnTo>
                    <a:pt x="962" y="961"/>
                  </a:lnTo>
                  <a:lnTo>
                    <a:pt x="1" y="961"/>
                  </a:lnTo>
                  <a:lnTo>
                    <a:pt x="1" y="1538"/>
                  </a:lnTo>
                  <a:lnTo>
                    <a:pt x="962" y="1538"/>
                  </a:lnTo>
                  <a:lnTo>
                    <a:pt x="962" y="2498"/>
                  </a:lnTo>
                  <a:lnTo>
                    <a:pt x="1540" y="2498"/>
                  </a:lnTo>
                  <a:lnTo>
                    <a:pt x="1540" y="1538"/>
                  </a:lnTo>
                  <a:lnTo>
                    <a:pt x="2500" y="1538"/>
                  </a:lnTo>
                  <a:lnTo>
                    <a:pt x="2500" y="961"/>
                  </a:lnTo>
                  <a:lnTo>
                    <a:pt x="1540" y="961"/>
                  </a:lnTo>
                  <a:lnTo>
                    <a:pt x="1540" y="1"/>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8" name="Google Shape;492;p26">
              <a:extLst>
                <a:ext uri="{FF2B5EF4-FFF2-40B4-BE49-F238E27FC236}">
                  <a16:creationId xmlns:a16="http://schemas.microsoft.com/office/drawing/2014/main" id="{6983B711-E717-74B5-A85C-3A4230657DB3}"/>
                </a:ext>
              </a:extLst>
            </p:cNvPr>
            <p:cNvSpPr/>
            <p:nvPr/>
          </p:nvSpPr>
          <p:spPr>
            <a:xfrm>
              <a:off x="7841425" y="3199600"/>
              <a:ext cx="62500" cy="62475"/>
            </a:xfrm>
            <a:custGeom>
              <a:avLst/>
              <a:gdLst/>
              <a:ahLst/>
              <a:cxnLst/>
              <a:rect l="l" t="t" r="r" b="b"/>
              <a:pathLst>
                <a:path w="2500" h="2499" extrusionOk="0">
                  <a:moveTo>
                    <a:pt x="962" y="1"/>
                  </a:moveTo>
                  <a:lnTo>
                    <a:pt x="962" y="961"/>
                  </a:lnTo>
                  <a:lnTo>
                    <a:pt x="0" y="961"/>
                  </a:lnTo>
                  <a:lnTo>
                    <a:pt x="0" y="1538"/>
                  </a:lnTo>
                  <a:lnTo>
                    <a:pt x="962" y="1538"/>
                  </a:lnTo>
                  <a:lnTo>
                    <a:pt x="962" y="2498"/>
                  </a:lnTo>
                  <a:lnTo>
                    <a:pt x="1539" y="2498"/>
                  </a:lnTo>
                  <a:lnTo>
                    <a:pt x="1539" y="1538"/>
                  </a:lnTo>
                  <a:lnTo>
                    <a:pt x="2499" y="1538"/>
                  </a:lnTo>
                  <a:lnTo>
                    <a:pt x="2499" y="961"/>
                  </a:lnTo>
                  <a:lnTo>
                    <a:pt x="1539" y="961"/>
                  </a:lnTo>
                  <a:lnTo>
                    <a:pt x="1539" y="1"/>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9" name="Google Shape;493;p26">
              <a:extLst>
                <a:ext uri="{FF2B5EF4-FFF2-40B4-BE49-F238E27FC236}">
                  <a16:creationId xmlns:a16="http://schemas.microsoft.com/office/drawing/2014/main" id="{EEAAB48D-F0C3-52DA-D2A3-A39D0B873D2B}"/>
                </a:ext>
              </a:extLst>
            </p:cNvPr>
            <p:cNvSpPr/>
            <p:nvPr/>
          </p:nvSpPr>
          <p:spPr>
            <a:xfrm>
              <a:off x="7561100" y="2783125"/>
              <a:ext cx="202750" cy="202750"/>
            </a:xfrm>
            <a:custGeom>
              <a:avLst/>
              <a:gdLst/>
              <a:ahLst/>
              <a:cxnLst/>
              <a:rect l="l" t="t" r="r" b="b"/>
              <a:pathLst>
                <a:path w="8110" h="8110" extrusionOk="0">
                  <a:moveTo>
                    <a:pt x="1567" y="0"/>
                  </a:moveTo>
                  <a:cubicBezTo>
                    <a:pt x="701" y="0"/>
                    <a:pt x="1" y="700"/>
                    <a:pt x="1" y="1567"/>
                  </a:cubicBezTo>
                  <a:lnTo>
                    <a:pt x="1" y="6542"/>
                  </a:lnTo>
                  <a:cubicBezTo>
                    <a:pt x="1" y="7409"/>
                    <a:pt x="701" y="8109"/>
                    <a:pt x="1567" y="8109"/>
                  </a:cubicBezTo>
                  <a:lnTo>
                    <a:pt x="6534" y="8109"/>
                  </a:lnTo>
                  <a:cubicBezTo>
                    <a:pt x="7401" y="8109"/>
                    <a:pt x="8110" y="7409"/>
                    <a:pt x="8110" y="6542"/>
                  </a:cubicBezTo>
                  <a:lnTo>
                    <a:pt x="8110" y="1567"/>
                  </a:lnTo>
                  <a:cubicBezTo>
                    <a:pt x="8110" y="700"/>
                    <a:pt x="7401" y="0"/>
                    <a:pt x="6534" y="0"/>
                  </a:cubicBezTo>
                  <a:close/>
                </a:path>
              </a:pathLst>
            </a:custGeom>
            <a:solidFill>
              <a:srgbClr val="C8AEF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0" name="Google Shape;494;p26">
              <a:extLst>
                <a:ext uri="{FF2B5EF4-FFF2-40B4-BE49-F238E27FC236}">
                  <a16:creationId xmlns:a16="http://schemas.microsoft.com/office/drawing/2014/main" id="{F371DCD5-7474-870F-CD3A-96B4CD57408A}"/>
                </a:ext>
              </a:extLst>
            </p:cNvPr>
            <p:cNvSpPr/>
            <p:nvPr/>
          </p:nvSpPr>
          <p:spPr>
            <a:xfrm>
              <a:off x="7548975" y="2771200"/>
              <a:ext cx="226800" cy="226800"/>
            </a:xfrm>
            <a:custGeom>
              <a:avLst/>
              <a:gdLst/>
              <a:ahLst/>
              <a:cxnLst/>
              <a:rect l="l" t="t" r="r" b="b"/>
              <a:pathLst>
                <a:path w="9072" h="9072" fill="none" extrusionOk="0">
                  <a:moveTo>
                    <a:pt x="7316" y="9071"/>
                  </a:moveTo>
                  <a:lnTo>
                    <a:pt x="1756" y="9071"/>
                  </a:lnTo>
                  <a:cubicBezTo>
                    <a:pt x="789" y="9071"/>
                    <a:pt x="0" y="8283"/>
                    <a:pt x="0" y="7309"/>
                  </a:cubicBezTo>
                  <a:lnTo>
                    <a:pt x="0" y="1756"/>
                  </a:lnTo>
                  <a:cubicBezTo>
                    <a:pt x="0" y="781"/>
                    <a:pt x="789" y="1"/>
                    <a:pt x="1756" y="1"/>
                  </a:cubicBezTo>
                  <a:lnTo>
                    <a:pt x="7316" y="1"/>
                  </a:lnTo>
                  <a:cubicBezTo>
                    <a:pt x="8284" y="1"/>
                    <a:pt x="9071" y="781"/>
                    <a:pt x="9071" y="1756"/>
                  </a:cubicBezTo>
                  <a:lnTo>
                    <a:pt x="9071" y="7309"/>
                  </a:lnTo>
                  <a:cubicBezTo>
                    <a:pt x="9071" y="8283"/>
                    <a:pt x="8284" y="9071"/>
                    <a:pt x="7316" y="9071"/>
                  </a:cubicBezTo>
                  <a:close/>
                </a:path>
              </a:pathLst>
            </a:custGeom>
            <a:noFill/>
            <a:ln w="4900" cap="flat" cmpd="sng">
              <a:solidFill>
                <a:schemeClr val="lt1"/>
              </a:solidFill>
              <a:prstDash val="solid"/>
              <a:miter lim="1733"/>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1" name="Google Shape;495;p26">
              <a:extLst>
                <a:ext uri="{FF2B5EF4-FFF2-40B4-BE49-F238E27FC236}">
                  <a16:creationId xmlns:a16="http://schemas.microsoft.com/office/drawing/2014/main" id="{83117E46-EB73-CAC7-C285-D8E825CE1F58}"/>
                </a:ext>
              </a:extLst>
            </p:cNvPr>
            <p:cNvSpPr/>
            <p:nvPr/>
          </p:nvSpPr>
          <p:spPr>
            <a:xfrm>
              <a:off x="7587275" y="2861850"/>
              <a:ext cx="37025" cy="42425"/>
            </a:xfrm>
            <a:custGeom>
              <a:avLst/>
              <a:gdLst/>
              <a:ahLst/>
              <a:cxnLst/>
              <a:rect l="l" t="t" r="r" b="b"/>
              <a:pathLst>
                <a:path w="1481" h="1697" extrusionOk="0">
                  <a:moveTo>
                    <a:pt x="0" y="0"/>
                  </a:moveTo>
                  <a:lnTo>
                    <a:pt x="0" y="1697"/>
                  </a:lnTo>
                  <a:lnTo>
                    <a:pt x="375" y="1697"/>
                  </a:lnTo>
                  <a:lnTo>
                    <a:pt x="375" y="960"/>
                  </a:lnTo>
                  <a:lnTo>
                    <a:pt x="1104" y="960"/>
                  </a:lnTo>
                  <a:lnTo>
                    <a:pt x="1104" y="1697"/>
                  </a:lnTo>
                  <a:lnTo>
                    <a:pt x="1480" y="1697"/>
                  </a:lnTo>
                  <a:lnTo>
                    <a:pt x="1480" y="0"/>
                  </a:lnTo>
                  <a:lnTo>
                    <a:pt x="1104" y="0"/>
                  </a:lnTo>
                  <a:lnTo>
                    <a:pt x="1104" y="636"/>
                  </a:lnTo>
                  <a:lnTo>
                    <a:pt x="375" y="636"/>
                  </a:lnTo>
                  <a:lnTo>
                    <a:pt x="375"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2" name="Google Shape;496;p26">
              <a:extLst>
                <a:ext uri="{FF2B5EF4-FFF2-40B4-BE49-F238E27FC236}">
                  <a16:creationId xmlns:a16="http://schemas.microsoft.com/office/drawing/2014/main" id="{80B8F954-BBFC-0559-AE73-A3E7B2C9D8BC}"/>
                </a:ext>
              </a:extLst>
            </p:cNvPr>
            <p:cNvSpPr/>
            <p:nvPr/>
          </p:nvSpPr>
          <p:spPr>
            <a:xfrm>
              <a:off x="7628950" y="2861850"/>
              <a:ext cx="33600" cy="42425"/>
            </a:xfrm>
            <a:custGeom>
              <a:avLst/>
              <a:gdLst/>
              <a:ahLst/>
              <a:cxnLst/>
              <a:rect l="l" t="t" r="r" b="b"/>
              <a:pathLst>
                <a:path w="1344" h="1697" extrusionOk="0">
                  <a:moveTo>
                    <a:pt x="1" y="0"/>
                  </a:moveTo>
                  <a:lnTo>
                    <a:pt x="1" y="333"/>
                  </a:lnTo>
                  <a:lnTo>
                    <a:pt x="484" y="333"/>
                  </a:lnTo>
                  <a:lnTo>
                    <a:pt x="484" y="1697"/>
                  </a:lnTo>
                  <a:lnTo>
                    <a:pt x="860" y="1697"/>
                  </a:lnTo>
                  <a:lnTo>
                    <a:pt x="860" y="333"/>
                  </a:lnTo>
                  <a:lnTo>
                    <a:pt x="1344" y="333"/>
                  </a:lnTo>
                  <a:lnTo>
                    <a:pt x="1344"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3" name="Google Shape;497;p26">
              <a:extLst>
                <a:ext uri="{FF2B5EF4-FFF2-40B4-BE49-F238E27FC236}">
                  <a16:creationId xmlns:a16="http://schemas.microsoft.com/office/drawing/2014/main" id="{B5FC31DA-6053-A52A-B453-E7F5D4B129E9}"/>
                </a:ext>
              </a:extLst>
            </p:cNvPr>
            <p:cNvSpPr/>
            <p:nvPr/>
          </p:nvSpPr>
          <p:spPr>
            <a:xfrm>
              <a:off x="7667250" y="2861850"/>
              <a:ext cx="48025" cy="42425"/>
            </a:xfrm>
            <a:custGeom>
              <a:avLst/>
              <a:gdLst/>
              <a:ahLst/>
              <a:cxnLst/>
              <a:rect l="l" t="t" r="r" b="b"/>
              <a:pathLst>
                <a:path w="1921" h="1697" extrusionOk="0">
                  <a:moveTo>
                    <a:pt x="1" y="0"/>
                  </a:moveTo>
                  <a:lnTo>
                    <a:pt x="1" y="1697"/>
                  </a:lnTo>
                  <a:lnTo>
                    <a:pt x="375" y="1697"/>
                  </a:lnTo>
                  <a:lnTo>
                    <a:pt x="375" y="397"/>
                  </a:lnTo>
                  <a:lnTo>
                    <a:pt x="382" y="397"/>
                  </a:lnTo>
                  <a:lnTo>
                    <a:pt x="815" y="1697"/>
                  </a:lnTo>
                  <a:lnTo>
                    <a:pt x="1098" y="1697"/>
                  </a:lnTo>
                  <a:lnTo>
                    <a:pt x="1545" y="397"/>
                  </a:lnTo>
                  <a:lnTo>
                    <a:pt x="1552" y="397"/>
                  </a:lnTo>
                  <a:lnTo>
                    <a:pt x="1552" y="1697"/>
                  </a:lnTo>
                  <a:lnTo>
                    <a:pt x="1921" y="1697"/>
                  </a:lnTo>
                  <a:lnTo>
                    <a:pt x="1921" y="0"/>
                  </a:lnTo>
                  <a:lnTo>
                    <a:pt x="1358" y="0"/>
                  </a:lnTo>
                  <a:lnTo>
                    <a:pt x="968" y="1104"/>
                  </a:lnTo>
                  <a:lnTo>
                    <a:pt x="961" y="1104"/>
                  </a:lnTo>
                  <a:lnTo>
                    <a:pt x="571"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4" name="Google Shape;498;p26">
              <a:extLst>
                <a:ext uri="{FF2B5EF4-FFF2-40B4-BE49-F238E27FC236}">
                  <a16:creationId xmlns:a16="http://schemas.microsoft.com/office/drawing/2014/main" id="{C988E025-D059-9BAC-8A86-A78AF8B17133}"/>
                </a:ext>
              </a:extLst>
            </p:cNvPr>
            <p:cNvSpPr/>
            <p:nvPr/>
          </p:nvSpPr>
          <p:spPr>
            <a:xfrm>
              <a:off x="7724275" y="2861850"/>
              <a:ext cx="26750" cy="42425"/>
            </a:xfrm>
            <a:custGeom>
              <a:avLst/>
              <a:gdLst/>
              <a:ahLst/>
              <a:cxnLst/>
              <a:rect l="l" t="t" r="r" b="b"/>
              <a:pathLst>
                <a:path w="1070" h="1697" extrusionOk="0">
                  <a:moveTo>
                    <a:pt x="0" y="0"/>
                  </a:moveTo>
                  <a:lnTo>
                    <a:pt x="0" y="1697"/>
                  </a:lnTo>
                  <a:lnTo>
                    <a:pt x="1070" y="1697"/>
                  </a:lnTo>
                  <a:lnTo>
                    <a:pt x="1070" y="1350"/>
                  </a:lnTo>
                  <a:lnTo>
                    <a:pt x="376" y="1350"/>
                  </a:lnTo>
                  <a:lnTo>
                    <a:pt x="376"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5" name="Google Shape;499;p26">
              <a:extLst>
                <a:ext uri="{FF2B5EF4-FFF2-40B4-BE49-F238E27FC236}">
                  <a16:creationId xmlns:a16="http://schemas.microsoft.com/office/drawing/2014/main" id="{9AAD473F-EE6E-D314-6981-D7C3853699EA}"/>
                </a:ext>
              </a:extLst>
            </p:cNvPr>
            <p:cNvSpPr/>
            <p:nvPr/>
          </p:nvSpPr>
          <p:spPr>
            <a:xfrm>
              <a:off x="6815900" y="2395000"/>
              <a:ext cx="285975" cy="285975"/>
            </a:xfrm>
            <a:custGeom>
              <a:avLst/>
              <a:gdLst/>
              <a:ahLst/>
              <a:cxnLst/>
              <a:rect l="l" t="t" r="r" b="b"/>
              <a:pathLst>
                <a:path w="11439" h="11439" extrusionOk="0">
                  <a:moveTo>
                    <a:pt x="2217" y="1"/>
                  </a:moveTo>
                  <a:cubicBezTo>
                    <a:pt x="997" y="1"/>
                    <a:pt x="1" y="997"/>
                    <a:pt x="1" y="2217"/>
                  </a:cubicBezTo>
                  <a:lnTo>
                    <a:pt x="1" y="9229"/>
                  </a:lnTo>
                  <a:cubicBezTo>
                    <a:pt x="1" y="10449"/>
                    <a:pt x="997" y="11439"/>
                    <a:pt x="2217" y="11439"/>
                  </a:cubicBezTo>
                  <a:lnTo>
                    <a:pt x="9229" y="11439"/>
                  </a:lnTo>
                  <a:cubicBezTo>
                    <a:pt x="10449" y="11439"/>
                    <a:pt x="11439" y="10449"/>
                    <a:pt x="11439" y="9229"/>
                  </a:cubicBezTo>
                  <a:lnTo>
                    <a:pt x="11439" y="2217"/>
                  </a:lnTo>
                  <a:cubicBezTo>
                    <a:pt x="11439" y="997"/>
                    <a:pt x="10449" y="1"/>
                    <a:pt x="9229" y="1"/>
                  </a:cubicBezTo>
                  <a:close/>
                </a:path>
              </a:pathLst>
            </a:custGeom>
            <a:solidFill>
              <a:srgbClr val="35C2D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6" name="Google Shape;500;p26">
              <a:extLst>
                <a:ext uri="{FF2B5EF4-FFF2-40B4-BE49-F238E27FC236}">
                  <a16:creationId xmlns:a16="http://schemas.microsoft.com/office/drawing/2014/main" id="{E607E80F-2541-8959-B9A8-A32D6FBE6525}"/>
                </a:ext>
              </a:extLst>
            </p:cNvPr>
            <p:cNvSpPr/>
            <p:nvPr/>
          </p:nvSpPr>
          <p:spPr>
            <a:xfrm>
              <a:off x="6799100" y="2378025"/>
              <a:ext cx="319725" cy="319950"/>
            </a:xfrm>
            <a:custGeom>
              <a:avLst/>
              <a:gdLst/>
              <a:ahLst/>
              <a:cxnLst/>
              <a:rect l="l" t="t" r="r" b="b"/>
              <a:pathLst>
                <a:path w="12789" h="12798" fill="none" extrusionOk="0">
                  <a:moveTo>
                    <a:pt x="10312" y="12797"/>
                  </a:moveTo>
                  <a:lnTo>
                    <a:pt x="2477" y="12797"/>
                  </a:lnTo>
                  <a:cubicBezTo>
                    <a:pt x="1106" y="12797"/>
                    <a:pt x="0" y="11685"/>
                    <a:pt x="0" y="10319"/>
                  </a:cubicBezTo>
                  <a:lnTo>
                    <a:pt x="0" y="2477"/>
                  </a:lnTo>
                  <a:cubicBezTo>
                    <a:pt x="0" y="1113"/>
                    <a:pt x="1106" y="1"/>
                    <a:pt x="2477" y="1"/>
                  </a:cubicBezTo>
                  <a:lnTo>
                    <a:pt x="10312" y="1"/>
                  </a:lnTo>
                  <a:cubicBezTo>
                    <a:pt x="11684" y="1"/>
                    <a:pt x="12788" y="1113"/>
                    <a:pt x="12788" y="2477"/>
                  </a:cubicBezTo>
                  <a:lnTo>
                    <a:pt x="12788" y="10319"/>
                  </a:lnTo>
                  <a:cubicBezTo>
                    <a:pt x="12788" y="11685"/>
                    <a:pt x="11684" y="12797"/>
                    <a:pt x="10312" y="12797"/>
                  </a:cubicBezTo>
                  <a:close/>
                </a:path>
              </a:pathLst>
            </a:custGeom>
            <a:noFill/>
            <a:ln w="4900" cap="flat" cmpd="sng">
              <a:solidFill>
                <a:schemeClr val="lt1"/>
              </a:solidFill>
              <a:prstDash val="solid"/>
              <a:miter lim="1733"/>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7" name="Google Shape;501;p26">
              <a:extLst>
                <a:ext uri="{FF2B5EF4-FFF2-40B4-BE49-F238E27FC236}">
                  <a16:creationId xmlns:a16="http://schemas.microsoft.com/office/drawing/2014/main" id="{E4E34570-B672-5412-098B-936A1F64D1FD}"/>
                </a:ext>
              </a:extLst>
            </p:cNvPr>
            <p:cNvSpPr/>
            <p:nvPr/>
          </p:nvSpPr>
          <p:spPr>
            <a:xfrm>
              <a:off x="6855975" y="2506925"/>
              <a:ext cx="36475" cy="59775"/>
            </a:xfrm>
            <a:custGeom>
              <a:avLst/>
              <a:gdLst/>
              <a:ahLst/>
              <a:cxnLst/>
              <a:rect l="l" t="t" r="r" b="b"/>
              <a:pathLst>
                <a:path w="1459" h="2391" extrusionOk="0">
                  <a:moveTo>
                    <a:pt x="945" y="0"/>
                  </a:moveTo>
                  <a:lnTo>
                    <a:pt x="945" y="1496"/>
                  </a:lnTo>
                  <a:cubicBezTo>
                    <a:pt x="945" y="1669"/>
                    <a:pt x="945" y="1936"/>
                    <a:pt x="701" y="1936"/>
                  </a:cubicBezTo>
                  <a:cubicBezTo>
                    <a:pt x="592" y="1936"/>
                    <a:pt x="484" y="1849"/>
                    <a:pt x="469" y="1733"/>
                  </a:cubicBezTo>
                  <a:lnTo>
                    <a:pt x="1" y="1849"/>
                  </a:lnTo>
                  <a:cubicBezTo>
                    <a:pt x="72" y="2225"/>
                    <a:pt x="347" y="2390"/>
                    <a:pt x="715" y="2390"/>
                  </a:cubicBezTo>
                  <a:cubicBezTo>
                    <a:pt x="1351" y="2390"/>
                    <a:pt x="1458" y="1986"/>
                    <a:pt x="1458" y="1553"/>
                  </a:cubicBezTo>
                  <a:lnTo>
                    <a:pt x="1458"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8" name="Google Shape;502;p26">
              <a:extLst>
                <a:ext uri="{FF2B5EF4-FFF2-40B4-BE49-F238E27FC236}">
                  <a16:creationId xmlns:a16="http://schemas.microsoft.com/office/drawing/2014/main" id="{B99D60C0-2747-30D4-F2CD-93AF795245CD}"/>
                </a:ext>
              </a:extLst>
            </p:cNvPr>
            <p:cNvSpPr/>
            <p:nvPr/>
          </p:nvSpPr>
          <p:spPr>
            <a:xfrm>
              <a:off x="6897475" y="2506925"/>
              <a:ext cx="61200" cy="58325"/>
            </a:xfrm>
            <a:custGeom>
              <a:avLst/>
              <a:gdLst/>
              <a:ahLst/>
              <a:cxnLst/>
              <a:rect l="l" t="t" r="r" b="b"/>
              <a:pathLst>
                <a:path w="2448" h="2333" extrusionOk="0">
                  <a:moveTo>
                    <a:pt x="1207" y="680"/>
                  </a:moveTo>
                  <a:lnTo>
                    <a:pt x="1495" y="1409"/>
                  </a:lnTo>
                  <a:lnTo>
                    <a:pt x="925" y="1409"/>
                  </a:lnTo>
                  <a:lnTo>
                    <a:pt x="1207" y="680"/>
                  </a:lnTo>
                  <a:close/>
                  <a:moveTo>
                    <a:pt x="1011" y="0"/>
                  </a:moveTo>
                  <a:lnTo>
                    <a:pt x="1" y="2333"/>
                  </a:lnTo>
                  <a:lnTo>
                    <a:pt x="571" y="2333"/>
                  </a:lnTo>
                  <a:lnTo>
                    <a:pt x="758" y="1842"/>
                  </a:lnTo>
                  <a:lnTo>
                    <a:pt x="1668" y="1842"/>
                  </a:lnTo>
                  <a:lnTo>
                    <a:pt x="1871" y="2333"/>
                  </a:lnTo>
                  <a:lnTo>
                    <a:pt x="2448" y="2333"/>
                  </a:lnTo>
                  <a:lnTo>
                    <a:pt x="1438"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9" name="Google Shape;503;p26">
              <a:extLst>
                <a:ext uri="{FF2B5EF4-FFF2-40B4-BE49-F238E27FC236}">
                  <a16:creationId xmlns:a16="http://schemas.microsoft.com/office/drawing/2014/main" id="{14A23D8C-9165-B3FD-7A23-3AA0241EFEC3}"/>
                </a:ext>
              </a:extLst>
            </p:cNvPr>
            <p:cNvSpPr/>
            <p:nvPr/>
          </p:nvSpPr>
          <p:spPr>
            <a:xfrm>
              <a:off x="6953625" y="2506925"/>
              <a:ext cx="57800" cy="58325"/>
            </a:xfrm>
            <a:custGeom>
              <a:avLst/>
              <a:gdLst/>
              <a:ahLst/>
              <a:cxnLst/>
              <a:rect l="l" t="t" r="r" b="b"/>
              <a:pathLst>
                <a:path w="2312" h="2333" extrusionOk="0">
                  <a:moveTo>
                    <a:pt x="1" y="0"/>
                  </a:moveTo>
                  <a:lnTo>
                    <a:pt x="932" y="2333"/>
                  </a:lnTo>
                  <a:lnTo>
                    <a:pt x="1344" y="2333"/>
                  </a:lnTo>
                  <a:lnTo>
                    <a:pt x="2311" y="0"/>
                  </a:lnTo>
                  <a:lnTo>
                    <a:pt x="1762" y="0"/>
                  </a:lnTo>
                  <a:lnTo>
                    <a:pt x="1171" y="1532"/>
                  </a:lnTo>
                  <a:lnTo>
                    <a:pt x="1164" y="1532"/>
                  </a:lnTo>
                  <a:lnTo>
                    <a:pt x="592"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40" name="Google Shape;504;p26">
              <a:extLst>
                <a:ext uri="{FF2B5EF4-FFF2-40B4-BE49-F238E27FC236}">
                  <a16:creationId xmlns:a16="http://schemas.microsoft.com/office/drawing/2014/main" id="{D5B2825D-8F2A-B55A-D506-F002F64ADF90}"/>
                </a:ext>
              </a:extLst>
            </p:cNvPr>
            <p:cNvSpPr/>
            <p:nvPr/>
          </p:nvSpPr>
          <p:spPr>
            <a:xfrm>
              <a:off x="7006325" y="2506925"/>
              <a:ext cx="61250" cy="58325"/>
            </a:xfrm>
            <a:custGeom>
              <a:avLst/>
              <a:gdLst/>
              <a:ahLst/>
              <a:cxnLst/>
              <a:rect l="l" t="t" r="r" b="b"/>
              <a:pathLst>
                <a:path w="2450" h="2333" extrusionOk="0">
                  <a:moveTo>
                    <a:pt x="1207" y="680"/>
                  </a:moveTo>
                  <a:lnTo>
                    <a:pt x="1496" y="1409"/>
                  </a:lnTo>
                  <a:lnTo>
                    <a:pt x="926" y="1409"/>
                  </a:lnTo>
                  <a:lnTo>
                    <a:pt x="1207" y="680"/>
                  </a:lnTo>
                  <a:close/>
                  <a:moveTo>
                    <a:pt x="1012" y="0"/>
                  </a:moveTo>
                  <a:lnTo>
                    <a:pt x="0" y="2333"/>
                  </a:lnTo>
                  <a:lnTo>
                    <a:pt x="564" y="2333"/>
                  </a:lnTo>
                  <a:lnTo>
                    <a:pt x="759" y="1842"/>
                  </a:lnTo>
                  <a:lnTo>
                    <a:pt x="1669" y="1842"/>
                  </a:lnTo>
                  <a:lnTo>
                    <a:pt x="1872" y="2333"/>
                  </a:lnTo>
                  <a:lnTo>
                    <a:pt x="2449" y="2333"/>
                  </a:lnTo>
                  <a:lnTo>
                    <a:pt x="1430"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41" name="Google Shape;505;p26">
              <a:extLst>
                <a:ext uri="{FF2B5EF4-FFF2-40B4-BE49-F238E27FC236}">
                  <a16:creationId xmlns:a16="http://schemas.microsoft.com/office/drawing/2014/main" id="{C4252B4C-29AB-A428-A231-FFFE92B36624}"/>
                </a:ext>
              </a:extLst>
            </p:cNvPr>
            <p:cNvSpPr/>
            <p:nvPr/>
          </p:nvSpPr>
          <p:spPr>
            <a:xfrm>
              <a:off x="6676700" y="3153725"/>
              <a:ext cx="211225" cy="211450"/>
            </a:xfrm>
            <a:custGeom>
              <a:avLst/>
              <a:gdLst/>
              <a:ahLst/>
              <a:cxnLst/>
              <a:rect l="l" t="t" r="r" b="b"/>
              <a:pathLst>
                <a:path w="8449" h="8458" extrusionOk="0">
                  <a:moveTo>
                    <a:pt x="1633" y="1"/>
                  </a:moveTo>
                  <a:cubicBezTo>
                    <a:pt x="730" y="1"/>
                    <a:pt x="0" y="737"/>
                    <a:pt x="0" y="1640"/>
                  </a:cubicBezTo>
                  <a:lnTo>
                    <a:pt x="0" y="6818"/>
                  </a:lnTo>
                  <a:cubicBezTo>
                    <a:pt x="0" y="7721"/>
                    <a:pt x="730" y="8458"/>
                    <a:pt x="1633" y="8458"/>
                  </a:cubicBezTo>
                  <a:lnTo>
                    <a:pt x="6810" y="8458"/>
                  </a:lnTo>
                  <a:cubicBezTo>
                    <a:pt x="7719" y="8458"/>
                    <a:pt x="8449" y="7721"/>
                    <a:pt x="8449" y="6818"/>
                  </a:cubicBezTo>
                  <a:lnTo>
                    <a:pt x="8449" y="1640"/>
                  </a:lnTo>
                  <a:cubicBezTo>
                    <a:pt x="8449" y="737"/>
                    <a:pt x="7719" y="1"/>
                    <a:pt x="6810" y="1"/>
                  </a:cubicBezTo>
                  <a:close/>
                </a:path>
              </a:pathLst>
            </a:custGeom>
            <a:solidFill>
              <a:srgbClr val="972CB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42" name="Google Shape;506;p26">
              <a:extLst>
                <a:ext uri="{FF2B5EF4-FFF2-40B4-BE49-F238E27FC236}">
                  <a16:creationId xmlns:a16="http://schemas.microsoft.com/office/drawing/2014/main" id="{808CC34A-3675-027B-504B-E73EA471B60B}"/>
                </a:ext>
              </a:extLst>
            </p:cNvPr>
            <p:cNvSpPr/>
            <p:nvPr/>
          </p:nvSpPr>
          <p:spPr>
            <a:xfrm>
              <a:off x="6664050" y="3141300"/>
              <a:ext cx="236375" cy="236325"/>
            </a:xfrm>
            <a:custGeom>
              <a:avLst/>
              <a:gdLst/>
              <a:ahLst/>
              <a:cxnLst/>
              <a:rect l="l" t="t" r="r" b="b"/>
              <a:pathLst>
                <a:path w="9455" h="9453" fill="none" extrusionOk="0">
                  <a:moveTo>
                    <a:pt x="7626" y="9452"/>
                  </a:moveTo>
                  <a:lnTo>
                    <a:pt x="1836" y="9452"/>
                  </a:lnTo>
                  <a:cubicBezTo>
                    <a:pt x="824" y="9452"/>
                    <a:pt x="0" y="8636"/>
                    <a:pt x="0" y="7625"/>
                  </a:cubicBezTo>
                  <a:lnTo>
                    <a:pt x="0" y="1834"/>
                  </a:lnTo>
                  <a:cubicBezTo>
                    <a:pt x="0" y="823"/>
                    <a:pt x="824" y="0"/>
                    <a:pt x="1836" y="0"/>
                  </a:cubicBezTo>
                  <a:lnTo>
                    <a:pt x="7626" y="0"/>
                  </a:lnTo>
                  <a:cubicBezTo>
                    <a:pt x="8638" y="0"/>
                    <a:pt x="9454" y="823"/>
                    <a:pt x="9454" y="1834"/>
                  </a:cubicBezTo>
                  <a:lnTo>
                    <a:pt x="9454" y="7625"/>
                  </a:lnTo>
                  <a:cubicBezTo>
                    <a:pt x="9454" y="8636"/>
                    <a:pt x="8638" y="9452"/>
                    <a:pt x="7626" y="9452"/>
                  </a:cubicBezTo>
                  <a:close/>
                </a:path>
              </a:pathLst>
            </a:custGeom>
            <a:noFill/>
            <a:ln w="4900" cap="flat" cmpd="sng">
              <a:solidFill>
                <a:schemeClr val="lt1"/>
              </a:solidFill>
              <a:prstDash val="solid"/>
              <a:miter lim="1733"/>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43" name="Google Shape;507;p26">
              <a:extLst>
                <a:ext uri="{FF2B5EF4-FFF2-40B4-BE49-F238E27FC236}">
                  <a16:creationId xmlns:a16="http://schemas.microsoft.com/office/drawing/2014/main" id="{BA9D4A27-C521-0F71-2D5F-22444BBB3D1F}"/>
                </a:ext>
              </a:extLst>
            </p:cNvPr>
            <p:cNvSpPr/>
            <p:nvPr/>
          </p:nvSpPr>
          <p:spPr>
            <a:xfrm>
              <a:off x="6717125" y="3213525"/>
              <a:ext cx="51150" cy="84100"/>
            </a:xfrm>
            <a:custGeom>
              <a:avLst/>
              <a:gdLst/>
              <a:ahLst/>
              <a:cxnLst/>
              <a:rect l="l" t="t" r="r" b="b"/>
              <a:pathLst>
                <a:path w="2046" h="3364" extrusionOk="0">
                  <a:moveTo>
                    <a:pt x="1323" y="0"/>
                  </a:moveTo>
                  <a:lnTo>
                    <a:pt x="1323" y="2100"/>
                  </a:lnTo>
                  <a:cubicBezTo>
                    <a:pt x="1323" y="2347"/>
                    <a:pt x="1323" y="2721"/>
                    <a:pt x="983" y="2721"/>
                  </a:cubicBezTo>
                  <a:cubicBezTo>
                    <a:pt x="824" y="2721"/>
                    <a:pt x="680" y="2591"/>
                    <a:pt x="659" y="2433"/>
                  </a:cubicBezTo>
                  <a:lnTo>
                    <a:pt x="0" y="2600"/>
                  </a:lnTo>
                  <a:cubicBezTo>
                    <a:pt x="103" y="3120"/>
                    <a:pt x="486" y="3364"/>
                    <a:pt x="997" y="3364"/>
                  </a:cubicBezTo>
                  <a:cubicBezTo>
                    <a:pt x="1886" y="3364"/>
                    <a:pt x="2045" y="2787"/>
                    <a:pt x="2045" y="2180"/>
                  </a:cubicBezTo>
                  <a:lnTo>
                    <a:pt x="2045" y="0"/>
                  </a:ln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44" name="Google Shape;508;p26">
              <a:extLst>
                <a:ext uri="{FF2B5EF4-FFF2-40B4-BE49-F238E27FC236}">
                  <a16:creationId xmlns:a16="http://schemas.microsoft.com/office/drawing/2014/main" id="{591C77F2-8007-B99F-9517-1E76EAA85AE3}"/>
                </a:ext>
              </a:extLst>
            </p:cNvPr>
            <p:cNvSpPr/>
            <p:nvPr/>
          </p:nvSpPr>
          <p:spPr>
            <a:xfrm>
              <a:off x="6777600" y="3211525"/>
              <a:ext cx="59075" cy="86100"/>
            </a:xfrm>
            <a:custGeom>
              <a:avLst/>
              <a:gdLst/>
              <a:ahLst/>
              <a:cxnLst/>
              <a:rect l="l" t="t" r="r" b="b"/>
              <a:pathLst>
                <a:path w="2363" h="3444" extrusionOk="0">
                  <a:moveTo>
                    <a:pt x="1359" y="0"/>
                  </a:moveTo>
                  <a:cubicBezTo>
                    <a:pt x="716" y="0"/>
                    <a:pt x="110" y="368"/>
                    <a:pt x="110" y="1061"/>
                  </a:cubicBezTo>
                  <a:cubicBezTo>
                    <a:pt x="110" y="2151"/>
                    <a:pt x="1640" y="1834"/>
                    <a:pt x="1640" y="2434"/>
                  </a:cubicBezTo>
                  <a:cubicBezTo>
                    <a:pt x="1640" y="2664"/>
                    <a:pt x="1380" y="2773"/>
                    <a:pt x="1143" y="2773"/>
                  </a:cubicBezTo>
                  <a:cubicBezTo>
                    <a:pt x="904" y="2773"/>
                    <a:pt x="666" y="2657"/>
                    <a:pt x="514" y="2463"/>
                  </a:cubicBezTo>
                  <a:lnTo>
                    <a:pt x="1" y="3033"/>
                  </a:lnTo>
                  <a:cubicBezTo>
                    <a:pt x="311" y="3314"/>
                    <a:pt x="680" y="3444"/>
                    <a:pt x="1099" y="3444"/>
                  </a:cubicBezTo>
                  <a:cubicBezTo>
                    <a:pt x="1777" y="3444"/>
                    <a:pt x="2363" y="3090"/>
                    <a:pt x="2363" y="2361"/>
                  </a:cubicBezTo>
                  <a:cubicBezTo>
                    <a:pt x="2363" y="1213"/>
                    <a:pt x="860" y="1603"/>
                    <a:pt x="860" y="1004"/>
                  </a:cubicBezTo>
                  <a:cubicBezTo>
                    <a:pt x="860" y="758"/>
                    <a:pt x="1143" y="664"/>
                    <a:pt x="1344" y="664"/>
                  </a:cubicBezTo>
                  <a:cubicBezTo>
                    <a:pt x="1517" y="664"/>
                    <a:pt x="1749" y="737"/>
                    <a:pt x="1864" y="881"/>
                  </a:cubicBezTo>
                  <a:lnTo>
                    <a:pt x="2363" y="340"/>
                  </a:lnTo>
                  <a:cubicBezTo>
                    <a:pt x="2080" y="94"/>
                    <a:pt x="1727" y="0"/>
                    <a:pt x="1359" y="0"/>
                  </a:cubicBezTo>
                  <a:close/>
                </a:path>
              </a:pathLst>
            </a:custGeom>
            <a:solidFill>
              <a:srgbClr val="E1F4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845" name="Google Shape;2940;p36">
            <a:extLst>
              <a:ext uri="{FF2B5EF4-FFF2-40B4-BE49-F238E27FC236}">
                <a16:creationId xmlns:a16="http://schemas.microsoft.com/office/drawing/2014/main" id="{62860C4F-26C0-66E2-775E-BED6F36365AC}"/>
              </a:ext>
            </a:extLst>
          </p:cNvPr>
          <p:cNvGrpSpPr/>
          <p:nvPr/>
        </p:nvGrpSpPr>
        <p:grpSpPr>
          <a:xfrm flipH="1">
            <a:off x="597604" y="1642889"/>
            <a:ext cx="540024" cy="279108"/>
            <a:chOff x="7295208" y="1234242"/>
            <a:chExt cx="716968" cy="440294"/>
          </a:xfrm>
        </p:grpSpPr>
        <p:grpSp>
          <p:nvGrpSpPr>
            <p:cNvPr id="846" name="Google Shape;2941;p36">
              <a:extLst>
                <a:ext uri="{FF2B5EF4-FFF2-40B4-BE49-F238E27FC236}">
                  <a16:creationId xmlns:a16="http://schemas.microsoft.com/office/drawing/2014/main" id="{40B68EE1-9D90-E7B2-3E77-9737834FC618}"/>
                </a:ext>
              </a:extLst>
            </p:cNvPr>
            <p:cNvGrpSpPr/>
            <p:nvPr/>
          </p:nvGrpSpPr>
          <p:grpSpPr>
            <a:xfrm>
              <a:off x="7295208" y="1234242"/>
              <a:ext cx="716968" cy="440294"/>
              <a:chOff x="4903200" y="2176075"/>
              <a:chExt cx="457250" cy="280800"/>
            </a:xfrm>
          </p:grpSpPr>
          <p:sp>
            <p:nvSpPr>
              <p:cNvPr id="848" name="Google Shape;2942;p36">
                <a:extLst>
                  <a:ext uri="{FF2B5EF4-FFF2-40B4-BE49-F238E27FC236}">
                    <a16:creationId xmlns:a16="http://schemas.microsoft.com/office/drawing/2014/main" id="{A2677392-EDBB-FBE5-E158-7A3AB5DFD72F}"/>
                  </a:ext>
                </a:extLst>
              </p:cNvPr>
              <p:cNvSpPr/>
              <p:nvPr/>
            </p:nvSpPr>
            <p:spPr>
              <a:xfrm>
                <a:off x="4903200" y="2176075"/>
                <a:ext cx="457250" cy="280800"/>
              </a:xfrm>
              <a:custGeom>
                <a:avLst/>
                <a:gdLst/>
                <a:ahLst/>
                <a:cxnLst/>
                <a:rect l="l" t="t" r="r" b="b"/>
                <a:pathLst>
                  <a:path w="18290" h="11232" extrusionOk="0">
                    <a:moveTo>
                      <a:pt x="13001" y="0"/>
                    </a:moveTo>
                    <a:cubicBezTo>
                      <a:pt x="12261" y="0"/>
                      <a:pt x="11592" y="161"/>
                      <a:pt x="11156" y="281"/>
                    </a:cubicBezTo>
                    <a:cubicBezTo>
                      <a:pt x="9914" y="620"/>
                      <a:pt x="8902" y="1249"/>
                      <a:pt x="8229" y="2097"/>
                    </a:cubicBezTo>
                    <a:cubicBezTo>
                      <a:pt x="8091" y="2272"/>
                      <a:pt x="7968" y="2450"/>
                      <a:pt x="7861" y="2629"/>
                    </a:cubicBezTo>
                    <a:cubicBezTo>
                      <a:pt x="7673" y="2541"/>
                      <a:pt x="7471" y="2464"/>
                      <a:pt x="7259" y="2399"/>
                    </a:cubicBezTo>
                    <a:cubicBezTo>
                      <a:pt x="6816" y="2262"/>
                      <a:pt x="6342" y="2193"/>
                      <a:pt x="5849" y="2193"/>
                    </a:cubicBezTo>
                    <a:cubicBezTo>
                      <a:pt x="5194" y="2193"/>
                      <a:pt x="4511" y="2314"/>
                      <a:pt x="3817" y="2555"/>
                    </a:cubicBezTo>
                    <a:cubicBezTo>
                      <a:pt x="2929" y="2864"/>
                      <a:pt x="1665" y="3412"/>
                      <a:pt x="923" y="4610"/>
                    </a:cubicBezTo>
                    <a:cubicBezTo>
                      <a:pt x="408" y="5445"/>
                      <a:pt x="243" y="6528"/>
                      <a:pt x="492" y="7437"/>
                    </a:cubicBezTo>
                    <a:cubicBezTo>
                      <a:pt x="528" y="7566"/>
                      <a:pt x="571" y="7689"/>
                      <a:pt x="621" y="7809"/>
                    </a:cubicBezTo>
                    <a:cubicBezTo>
                      <a:pt x="1" y="8587"/>
                      <a:pt x="49" y="9671"/>
                      <a:pt x="767" y="10418"/>
                    </a:cubicBezTo>
                    <a:cubicBezTo>
                      <a:pt x="1201" y="10873"/>
                      <a:pt x="1855" y="11175"/>
                      <a:pt x="2517" y="11226"/>
                    </a:cubicBezTo>
                    <a:cubicBezTo>
                      <a:pt x="2572" y="11230"/>
                      <a:pt x="2630" y="11231"/>
                      <a:pt x="2684" y="11231"/>
                    </a:cubicBezTo>
                    <a:lnTo>
                      <a:pt x="2684" y="11231"/>
                    </a:lnTo>
                    <a:cubicBezTo>
                      <a:pt x="3375" y="11231"/>
                      <a:pt x="3893" y="10904"/>
                      <a:pt x="4160" y="10722"/>
                    </a:cubicBezTo>
                    <a:cubicBezTo>
                      <a:pt x="4401" y="10774"/>
                      <a:pt x="4650" y="10804"/>
                      <a:pt x="4906" y="10812"/>
                    </a:cubicBezTo>
                    <a:lnTo>
                      <a:pt x="4931" y="10814"/>
                    </a:lnTo>
                    <a:lnTo>
                      <a:pt x="5047" y="10814"/>
                    </a:lnTo>
                    <a:cubicBezTo>
                      <a:pt x="6986" y="10814"/>
                      <a:pt x="8729" y="9557"/>
                      <a:pt x="9428" y="7678"/>
                    </a:cubicBezTo>
                    <a:cubicBezTo>
                      <a:pt x="10248" y="8255"/>
                      <a:pt x="11253" y="8572"/>
                      <a:pt x="12238" y="8572"/>
                    </a:cubicBezTo>
                    <a:cubicBezTo>
                      <a:pt x="13223" y="8572"/>
                      <a:pt x="14151" y="8274"/>
                      <a:pt x="14922" y="7710"/>
                    </a:cubicBezTo>
                    <a:cubicBezTo>
                      <a:pt x="15131" y="7558"/>
                      <a:pt x="15321" y="7391"/>
                      <a:pt x="15493" y="7209"/>
                    </a:cubicBezTo>
                    <a:cubicBezTo>
                      <a:pt x="15837" y="7208"/>
                      <a:pt x="16533" y="7180"/>
                      <a:pt x="17130" y="6697"/>
                    </a:cubicBezTo>
                    <a:cubicBezTo>
                      <a:pt x="17647" y="6282"/>
                      <a:pt x="18016" y="5664"/>
                      <a:pt x="18116" y="5051"/>
                    </a:cubicBezTo>
                    <a:cubicBezTo>
                      <a:pt x="18290" y="4018"/>
                      <a:pt x="17715" y="3095"/>
                      <a:pt x="16764" y="2805"/>
                    </a:cubicBezTo>
                    <a:cubicBezTo>
                      <a:pt x="16739" y="2678"/>
                      <a:pt x="16703" y="2552"/>
                      <a:pt x="16660" y="2426"/>
                    </a:cubicBezTo>
                    <a:cubicBezTo>
                      <a:pt x="16352" y="1536"/>
                      <a:pt x="15603" y="737"/>
                      <a:pt x="14704" y="340"/>
                    </a:cubicBezTo>
                    <a:cubicBezTo>
                      <a:pt x="14194" y="114"/>
                      <a:pt x="13621" y="0"/>
                      <a:pt x="13001" y="0"/>
                    </a:cubicBezTo>
                    <a:close/>
                    <a:moveTo>
                      <a:pt x="2684" y="11231"/>
                    </a:moveTo>
                    <a:cubicBezTo>
                      <a:pt x="2683" y="11231"/>
                      <a:pt x="2683" y="11231"/>
                      <a:pt x="2683" y="11231"/>
                    </a:cubicBezTo>
                    <a:lnTo>
                      <a:pt x="2684" y="11231"/>
                    </a:lnTo>
                    <a:cubicBezTo>
                      <a:pt x="2684" y="11231"/>
                      <a:pt x="2684" y="11231"/>
                      <a:pt x="2684" y="11231"/>
                    </a:cubicBezTo>
                    <a:close/>
                  </a:path>
                </a:pathLst>
              </a:custGeom>
              <a:solidFill>
                <a:schemeClr val="lt1"/>
              </a:solidFill>
              <a:ln w="9525" cap="flat" cmpd="sng">
                <a:solidFill>
                  <a:schemeClr val="dk1"/>
                </a:solidFill>
                <a:prstDash val="solid"/>
                <a:miter lim="1104"/>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49" name="Google Shape;2943;p36">
                <a:extLst>
                  <a:ext uri="{FF2B5EF4-FFF2-40B4-BE49-F238E27FC236}">
                    <a16:creationId xmlns:a16="http://schemas.microsoft.com/office/drawing/2014/main" id="{EC7E42CD-5E2B-F88D-415A-6AED36BAAFB0}"/>
                  </a:ext>
                </a:extLst>
              </p:cNvPr>
              <p:cNvSpPr/>
              <p:nvPr/>
            </p:nvSpPr>
            <p:spPr>
              <a:xfrm>
                <a:off x="5125000" y="2216025"/>
                <a:ext cx="165900" cy="70100"/>
              </a:xfrm>
              <a:custGeom>
                <a:avLst/>
                <a:gdLst/>
                <a:ahLst/>
                <a:cxnLst/>
                <a:rect l="l" t="t" r="r" b="b"/>
                <a:pathLst>
                  <a:path w="6636" h="2804" extrusionOk="0">
                    <a:moveTo>
                      <a:pt x="4133" y="1"/>
                    </a:moveTo>
                    <a:cubicBezTo>
                      <a:pt x="3647" y="1"/>
                      <a:pt x="3152" y="101"/>
                      <a:pt x="2704" y="223"/>
                    </a:cubicBezTo>
                    <a:cubicBezTo>
                      <a:pt x="1910" y="441"/>
                      <a:pt x="1129" y="835"/>
                      <a:pt x="609" y="1492"/>
                    </a:cubicBezTo>
                    <a:cubicBezTo>
                      <a:pt x="49" y="2199"/>
                      <a:pt x="0" y="2803"/>
                      <a:pt x="226" y="2803"/>
                    </a:cubicBezTo>
                    <a:cubicBezTo>
                      <a:pt x="247" y="2803"/>
                      <a:pt x="270" y="2798"/>
                      <a:pt x="296" y="2787"/>
                    </a:cubicBezTo>
                    <a:cubicBezTo>
                      <a:pt x="1132" y="2431"/>
                      <a:pt x="1957" y="2171"/>
                      <a:pt x="2847" y="2171"/>
                    </a:cubicBezTo>
                    <a:cubicBezTo>
                      <a:pt x="3038" y="2171"/>
                      <a:pt x="3232" y="2183"/>
                      <a:pt x="3430" y="2208"/>
                    </a:cubicBezTo>
                    <a:cubicBezTo>
                      <a:pt x="4256" y="2314"/>
                      <a:pt x="4970" y="2738"/>
                      <a:pt x="5515" y="2738"/>
                    </a:cubicBezTo>
                    <a:cubicBezTo>
                      <a:pt x="5804" y="2738"/>
                      <a:pt x="6046" y="2619"/>
                      <a:pt x="6231" y="2270"/>
                    </a:cubicBezTo>
                    <a:cubicBezTo>
                      <a:pt x="6636" y="1506"/>
                      <a:pt x="5972" y="550"/>
                      <a:pt x="5187" y="203"/>
                    </a:cubicBezTo>
                    <a:cubicBezTo>
                      <a:pt x="4857" y="57"/>
                      <a:pt x="4498" y="1"/>
                      <a:pt x="4133"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0" name="Google Shape;2944;p36">
                <a:extLst>
                  <a:ext uri="{FF2B5EF4-FFF2-40B4-BE49-F238E27FC236}">
                    <a16:creationId xmlns:a16="http://schemas.microsoft.com/office/drawing/2014/main" id="{FDE33387-6EF5-4939-461F-F1A3E14EB095}"/>
                  </a:ext>
                </a:extLst>
              </p:cNvPr>
              <p:cNvSpPr/>
              <p:nvPr/>
            </p:nvSpPr>
            <p:spPr>
              <a:xfrm>
                <a:off x="4948800" y="2270775"/>
                <a:ext cx="156875" cy="102000"/>
              </a:xfrm>
              <a:custGeom>
                <a:avLst/>
                <a:gdLst/>
                <a:ahLst/>
                <a:cxnLst/>
                <a:rect l="l" t="t" r="r" b="b"/>
                <a:pathLst>
                  <a:path w="6275" h="4080" extrusionOk="0">
                    <a:moveTo>
                      <a:pt x="4027" y="1"/>
                    </a:moveTo>
                    <a:cubicBezTo>
                      <a:pt x="3514" y="1"/>
                      <a:pt x="2999" y="109"/>
                      <a:pt x="2517" y="276"/>
                    </a:cubicBezTo>
                    <a:cubicBezTo>
                      <a:pt x="1750" y="542"/>
                      <a:pt x="900" y="947"/>
                      <a:pt x="459" y="1662"/>
                    </a:cubicBezTo>
                    <a:cubicBezTo>
                      <a:pt x="7" y="2393"/>
                      <a:pt x="1" y="3556"/>
                      <a:pt x="767" y="3958"/>
                    </a:cubicBezTo>
                    <a:cubicBezTo>
                      <a:pt x="928" y="4042"/>
                      <a:pt x="1071" y="4079"/>
                      <a:pt x="1202" y="4079"/>
                    </a:cubicBezTo>
                    <a:cubicBezTo>
                      <a:pt x="1893" y="4079"/>
                      <a:pt x="2243" y="3036"/>
                      <a:pt x="3041" y="2323"/>
                    </a:cubicBezTo>
                    <a:cubicBezTo>
                      <a:pt x="3883" y="1570"/>
                      <a:pt x="4871" y="1244"/>
                      <a:pt x="5954" y="1028"/>
                    </a:cubicBezTo>
                    <a:cubicBezTo>
                      <a:pt x="6275" y="964"/>
                      <a:pt x="5906" y="427"/>
                      <a:pt x="4964" y="136"/>
                    </a:cubicBezTo>
                    <a:cubicBezTo>
                      <a:pt x="4658" y="42"/>
                      <a:pt x="4343" y="1"/>
                      <a:pt x="4027"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1" name="Google Shape;2945;p36">
                <a:extLst>
                  <a:ext uri="{FF2B5EF4-FFF2-40B4-BE49-F238E27FC236}">
                    <a16:creationId xmlns:a16="http://schemas.microsoft.com/office/drawing/2014/main" id="{47C2DC43-8723-212A-EAFE-0BD90F939992}"/>
                  </a:ext>
                </a:extLst>
              </p:cNvPr>
              <p:cNvSpPr/>
              <p:nvPr/>
            </p:nvSpPr>
            <p:spPr>
              <a:xfrm>
                <a:off x="5123825" y="2238300"/>
                <a:ext cx="153725" cy="112200"/>
              </a:xfrm>
              <a:custGeom>
                <a:avLst/>
                <a:gdLst/>
                <a:ahLst/>
                <a:cxnLst/>
                <a:rect l="l" t="t" r="r" b="b"/>
                <a:pathLst>
                  <a:path w="6149" h="4488" extrusionOk="0">
                    <a:moveTo>
                      <a:pt x="3794" y="0"/>
                    </a:moveTo>
                    <a:cubicBezTo>
                      <a:pt x="2426" y="0"/>
                      <a:pt x="838" y="612"/>
                      <a:pt x="270" y="1528"/>
                    </a:cubicBezTo>
                    <a:cubicBezTo>
                      <a:pt x="0" y="1959"/>
                      <a:pt x="262" y="2459"/>
                      <a:pt x="545" y="2876"/>
                    </a:cubicBezTo>
                    <a:cubicBezTo>
                      <a:pt x="810" y="3268"/>
                      <a:pt x="1114" y="3582"/>
                      <a:pt x="1439" y="3824"/>
                    </a:cubicBezTo>
                    <a:cubicBezTo>
                      <a:pt x="2052" y="4283"/>
                      <a:pt x="2742" y="4488"/>
                      <a:pt x="3400" y="4488"/>
                    </a:cubicBezTo>
                    <a:cubicBezTo>
                      <a:pt x="4464" y="4488"/>
                      <a:pt x="5445" y="3951"/>
                      <a:pt x="5884" y="3085"/>
                    </a:cubicBezTo>
                    <a:cubicBezTo>
                      <a:pt x="6059" y="2741"/>
                      <a:pt x="6148" y="2343"/>
                      <a:pt x="6123" y="1908"/>
                    </a:cubicBezTo>
                    <a:lnTo>
                      <a:pt x="6124" y="1908"/>
                    </a:lnTo>
                    <a:cubicBezTo>
                      <a:pt x="6122" y="1882"/>
                      <a:pt x="6121" y="1854"/>
                      <a:pt x="6117" y="1825"/>
                    </a:cubicBezTo>
                    <a:cubicBezTo>
                      <a:pt x="6099" y="1598"/>
                      <a:pt x="6047" y="1360"/>
                      <a:pt x="5960" y="1115"/>
                    </a:cubicBezTo>
                    <a:cubicBezTo>
                      <a:pt x="5770" y="573"/>
                      <a:pt x="5287" y="246"/>
                      <a:pt x="4672" y="98"/>
                    </a:cubicBezTo>
                    <a:cubicBezTo>
                      <a:pt x="4400" y="32"/>
                      <a:pt x="4103" y="0"/>
                      <a:pt x="3794" y="0"/>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2" name="Google Shape;2946;p36">
                <a:extLst>
                  <a:ext uri="{FF2B5EF4-FFF2-40B4-BE49-F238E27FC236}">
                    <a16:creationId xmlns:a16="http://schemas.microsoft.com/office/drawing/2014/main" id="{5EB1FDB2-655B-19F3-D0F3-076781468C94}"/>
                  </a:ext>
                </a:extLst>
              </p:cNvPr>
              <p:cNvSpPr/>
              <p:nvPr/>
            </p:nvSpPr>
            <p:spPr>
              <a:xfrm>
                <a:off x="4967025" y="2283325"/>
                <a:ext cx="140400" cy="123200"/>
              </a:xfrm>
              <a:custGeom>
                <a:avLst/>
                <a:gdLst/>
                <a:ahLst/>
                <a:cxnLst/>
                <a:rect l="l" t="t" r="r" b="b"/>
                <a:pathLst>
                  <a:path w="5616" h="4928" extrusionOk="0">
                    <a:moveTo>
                      <a:pt x="4103" y="1"/>
                    </a:moveTo>
                    <a:cubicBezTo>
                      <a:pt x="2906" y="1"/>
                      <a:pt x="1418" y="622"/>
                      <a:pt x="638" y="1490"/>
                    </a:cubicBezTo>
                    <a:cubicBezTo>
                      <a:pt x="215" y="1961"/>
                      <a:pt x="1" y="2503"/>
                      <a:pt x="150" y="3059"/>
                    </a:cubicBezTo>
                    <a:cubicBezTo>
                      <a:pt x="217" y="3310"/>
                      <a:pt x="310" y="3535"/>
                      <a:pt x="423" y="3734"/>
                    </a:cubicBezTo>
                    <a:cubicBezTo>
                      <a:pt x="436" y="3759"/>
                      <a:pt x="452" y="3784"/>
                      <a:pt x="465" y="3807"/>
                    </a:cubicBezTo>
                    <a:cubicBezTo>
                      <a:pt x="691" y="4180"/>
                      <a:pt x="990" y="4455"/>
                      <a:pt x="1328" y="4640"/>
                    </a:cubicBezTo>
                    <a:cubicBezTo>
                      <a:pt x="1682" y="4834"/>
                      <a:pt x="2082" y="4927"/>
                      <a:pt x="2491" y="4927"/>
                    </a:cubicBezTo>
                    <a:cubicBezTo>
                      <a:pt x="3673" y="4927"/>
                      <a:pt x="4933" y="4146"/>
                      <a:pt x="5411" y="2735"/>
                    </a:cubicBezTo>
                    <a:cubicBezTo>
                      <a:pt x="5543" y="2352"/>
                      <a:pt x="5615" y="1922"/>
                      <a:pt x="5612" y="1447"/>
                    </a:cubicBezTo>
                    <a:cubicBezTo>
                      <a:pt x="5608" y="945"/>
                      <a:pt x="5543" y="385"/>
                      <a:pt x="5077" y="180"/>
                    </a:cubicBezTo>
                    <a:cubicBezTo>
                      <a:pt x="4797" y="57"/>
                      <a:pt x="4463" y="1"/>
                      <a:pt x="4103" y="1"/>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3" name="Google Shape;2947;p36">
                <a:extLst>
                  <a:ext uri="{FF2B5EF4-FFF2-40B4-BE49-F238E27FC236}">
                    <a16:creationId xmlns:a16="http://schemas.microsoft.com/office/drawing/2014/main" id="{ABCD174D-A0EC-372E-2883-9F5F59F1B213}"/>
                  </a:ext>
                </a:extLst>
              </p:cNvPr>
              <p:cNvSpPr/>
              <p:nvPr/>
            </p:nvSpPr>
            <p:spPr>
              <a:xfrm>
                <a:off x="5189675" y="2242250"/>
                <a:ext cx="71500" cy="108225"/>
              </a:xfrm>
              <a:custGeom>
                <a:avLst/>
                <a:gdLst/>
                <a:ahLst/>
                <a:cxnLst/>
                <a:rect l="l" t="t" r="r" b="b"/>
                <a:pathLst>
                  <a:path w="2860" h="4329" extrusionOk="0">
                    <a:moveTo>
                      <a:pt x="2249" y="0"/>
                    </a:moveTo>
                    <a:lnTo>
                      <a:pt x="0" y="4236"/>
                    </a:lnTo>
                    <a:cubicBezTo>
                      <a:pt x="243" y="4296"/>
                      <a:pt x="488" y="4326"/>
                      <a:pt x="728" y="4329"/>
                    </a:cubicBezTo>
                    <a:lnTo>
                      <a:pt x="2859" y="315"/>
                    </a:lnTo>
                    <a:cubicBezTo>
                      <a:pt x="2688" y="179"/>
                      <a:pt x="2480" y="74"/>
                      <a:pt x="2249" y="0"/>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4" name="Google Shape;2948;p36">
                <a:extLst>
                  <a:ext uri="{FF2B5EF4-FFF2-40B4-BE49-F238E27FC236}">
                    <a16:creationId xmlns:a16="http://schemas.microsoft.com/office/drawing/2014/main" id="{9EA12003-B6C6-AE06-C215-07BBA2875F55}"/>
                  </a:ext>
                </a:extLst>
              </p:cNvPr>
              <p:cNvSpPr/>
              <p:nvPr/>
            </p:nvSpPr>
            <p:spPr>
              <a:xfrm>
                <a:off x="5139075" y="2238325"/>
                <a:ext cx="77800" cy="98775"/>
              </a:xfrm>
              <a:custGeom>
                <a:avLst/>
                <a:gdLst/>
                <a:ahLst/>
                <a:cxnLst/>
                <a:rect l="l" t="t" r="r" b="b"/>
                <a:pathLst>
                  <a:path w="3112" h="3951" extrusionOk="0">
                    <a:moveTo>
                      <a:pt x="3111" y="0"/>
                    </a:moveTo>
                    <a:lnTo>
                      <a:pt x="3111" y="0"/>
                    </a:lnTo>
                    <a:cubicBezTo>
                      <a:pt x="2549" y="8"/>
                      <a:pt x="1955" y="119"/>
                      <a:pt x="1411" y="309"/>
                    </a:cubicBezTo>
                    <a:lnTo>
                      <a:pt x="0" y="2967"/>
                    </a:lnTo>
                    <a:cubicBezTo>
                      <a:pt x="251" y="3317"/>
                      <a:pt x="531" y="3600"/>
                      <a:pt x="830" y="3823"/>
                    </a:cubicBezTo>
                    <a:cubicBezTo>
                      <a:pt x="891" y="3868"/>
                      <a:pt x="951" y="3911"/>
                      <a:pt x="1013" y="3951"/>
                    </a:cubicBezTo>
                    <a:lnTo>
                      <a:pt x="3111" y="0"/>
                    </a:ln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5" name="Google Shape;2949;p36">
                <a:extLst>
                  <a:ext uri="{FF2B5EF4-FFF2-40B4-BE49-F238E27FC236}">
                    <a16:creationId xmlns:a16="http://schemas.microsoft.com/office/drawing/2014/main" id="{445FEE1B-7F13-B6F2-749B-9749BFDEB4D0}"/>
                  </a:ext>
                </a:extLst>
              </p:cNvPr>
              <p:cNvSpPr/>
              <p:nvPr/>
            </p:nvSpPr>
            <p:spPr>
              <a:xfrm>
                <a:off x="4971350" y="2324825"/>
                <a:ext cx="114400" cy="67750"/>
              </a:xfrm>
              <a:custGeom>
                <a:avLst/>
                <a:gdLst/>
                <a:ahLst/>
                <a:cxnLst/>
                <a:rect l="l" t="t" r="r" b="b"/>
                <a:pathLst>
                  <a:path w="4576" h="2710" extrusionOk="0">
                    <a:moveTo>
                      <a:pt x="325" y="0"/>
                    </a:moveTo>
                    <a:cubicBezTo>
                      <a:pt x="177" y="193"/>
                      <a:pt x="65" y="397"/>
                      <a:pt x="0" y="607"/>
                    </a:cubicBezTo>
                    <a:lnTo>
                      <a:pt x="4029" y="2709"/>
                    </a:lnTo>
                    <a:cubicBezTo>
                      <a:pt x="4226" y="2572"/>
                      <a:pt x="4409" y="2409"/>
                      <a:pt x="4576" y="2221"/>
                    </a:cubicBezTo>
                    <a:lnTo>
                      <a:pt x="325" y="0"/>
                    </a:ln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6" name="Google Shape;2950;p36">
                <a:extLst>
                  <a:ext uri="{FF2B5EF4-FFF2-40B4-BE49-F238E27FC236}">
                    <a16:creationId xmlns:a16="http://schemas.microsoft.com/office/drawing/2014/main" id="{7D695AB5-58D3-DC21-FA9A-47BC477E4B9E}"/>
                  </a:ext>
                </a:extLst>
              </p:cNvPr>
              <p:cNvSpPr/>
              <p:nvPr/>
            </p:nvSpPr>
            <p:spPr>
              <a:xfrm>
                <a:off x="5001225" y="2287450"/>
                <a:ext cx="106075" cy="69525"/>
              </a:xfrm>
              <a:custGeom>
                <a:avLst/>
                <a:gdLst/>
                <a:ahLst/>
                <a:cxnLst/>
                <a:rect l="l" t="t" r="r" b="b"/>
                <a:pathLst>
                  <a:path w="4243" h="2781" extrusionOk="0">
                    <a:moveTo>
                      <a:pt x="1575" y="1"/>
                    </a:moveTo>
                    <a:cubicBezTo>
                      <a:pt x="1019" y="152"/>
                      <a:pt x="468" y="397"/>
                      <a:pt x="0" y="709"/>
                    </a:cubicBezTo>
                    <a:lnTo>
                      <a:pt x="0" y="710"/>
                    </a:lnTo>
                    <a:lnTo>
                      <a:pt x="3964" y="2780"/>
                    </a:lnTo>
                    <a:cubicBezTo>
                      <a:pt x="3992" y="2713"/>
                      <a:pt x="4020" y="2643"/>
                      <a:pt x="4043" y="2570"/>
                    </a:cubicBezTo>
                    <a:cubicBezTo>
                      <a:pt x="4164" y="2217"/>
                      <a:pt x="4235" y="1825"/>
                      <a:pt x="4243" y="1396"/>
                    </a:cubicBezTo>
                    <a:lnTo>
                      <a:pt x="1575" y="1"/>
                    </a:ln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7" name="Google Shape;2951;p36">
                <a:extLst>
                  <a:ext uri="{FF2B5EF4-FFF2-40B4-BE49-F238E27FC236}">
                    <a16:creationId xmlns:a16="http://schemas.microsoft.com/office/drawing/2014/main" id="{8BC7F853-4446-176C-69D0-07C791A9D8CD}"/>
                  </a:ext>
                </a:extLst>
              </p:cNvPr>
              <p:cNvSpPr/>
              <p:nvPr/>
            </p:nvSpPr>
            <p:spPr>
              <a:xfrm>
                <a:off x="5270925" y="2282800"/>
                <a:ext cx="46775" cy="33625"/>
              </a:xfrm>
              <a:custGeom>
                <a:avLst/>
                <a:gdLst/>
                <a:ahLst/>
                <a:cxnLst/>
                <a:rect l="l" t="t" r="r" b="b"/>
                <a:pathLst>
                  <a:path w="1871" h="1345" extrusionOk="0">
                    <a:moveTo>
                      <a:pt x="919" y="0"/>
                    </a:moveTo>
                    <a:cubicBezTo>
                      <a:pt x="690" y="0"/>
                      <a:pt x="459" y="18"/>
                      <a:pt x="233" y="45"/>
                    </a:cubicBezTo>
                    <a:cubicBezTo>
                      <a:pt x="209" y="49"/>
                      <a:pt x="186" y="52"/>
                      <a:pt x="163" y="54"/>
                    </a:cubicBezTo>
                    <a:cubicBezTo>
                      <a:pt x="187" y="80"/>
                      <a:pt x="215" y="104"/>
                      <a:pt x="240" y="128"/>
                    </a:cubicBezTo>
                    <a:cubicBezTo>
                      <a:pt x="265" y="563"/>
                      <a:pt x="175" y="961"/>
                      <a:pt x="0" y="1305"/>
                    </a:cubicBezTo>
                    <a:cubicBezTo>
                      <a:pt x="259" y="1330"/>
                      <a:pt x="512" y="1345"/>
                      <a:pt x="713" y="1345"/>
                    </a:cubicBezTo>
                    <a:cubicBezTo>
                      <a:pt x="954" y="1345"/>
                      <a:pt x="1231" y="1337"/>
                      <a:pt x="1420" y="1184"/>
                    </a:cubicBezTo>
                    <a:cubicBezTo>
                      <a:pt x="1634" y="1012"/>
                      <a:pt x="1795" y="748"/>
                      <a:pt x="1833" y="517"/>
                    </a:cubicBezTo>
                    <a:cubicBezTo>
                      <a:pt x="1871" y="292"/>
                      <a:pt x="1790" y="96"/>
                      <a:pt x="1523" y="49"/>
                    </a:cubicBezTo>
                    <a:cubicBezTo>
                      <a:pt x="1326" y="14"/>
                      <a:pt x="1123" y="0"/>
                      <a:pt x="919" y="0"/>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8" name="Google Shape;2952;p36">
                <a:extLst>
                  <a:ext uri="{FF2B5EF4-FFF2-40B4-BE49-F238E27FC236}">
                    <a16:creationId xmlns:a16="http://schemas.microsoft.com/office/drawing/2014/main" id="{29551CC7-2493-FE04-A23A-E1D19720F97F}"/>
                  </a:ext>
                </a:extLst>
              </p:cNvPr>
              <p:cNvSpPr/>
              <p:nvPr/>
            </p:nvSpPr>
            <p:spPr>
              <a:xfrm>
                <a:off x="4946200" y="2375825"/>
                <a:ext cx="54025" cy="41150"/>
              </a:xfrm>
              <a:custGeom>
                <a:avLst/>
                <a:gdLst/>
                <a:ahLst/>
                <a:cxnLst/>
                <a:rect l="l" t="t" r="r" b="b"/>
                <a:pathLst>
                  <a:path w="2161" h="1646" extrusionOk="0">
                    <a:moveTo>
                      <a:pt x="1319" y="1"/>
                    </a:moveTo>
                    <a:lnTo>
                      <a:pt x="1319" y="1"/>
                    </a:lnTo>
                    <a:cubicBezTo>
                      <a:pt x="1298" y="12"/>
                      <a:pt x="1277" y="22"/>
                      <a:pt x="1256" y="34"/>
                    </a:cubicBezTo>
                    <a:cubicBezTo>
                      <a:pt x="875" y="232"/>
                      <a:pt x="496" y="469"/>
                      <a:pt x="194" y="767"/>
                    </a:cubicBezTo>
                    <a:cubicBezTo>
                      <a:pt x="1" y="957"/>
                      <a:pt x="46" y="1162"/>
                      <a:pt x="205" y="1327"/>
                    </a:cubicBezTo>
                    <a:cubicBezTo>
                      <a:pt x="365" y="1496"/>
                      <a:pt x="648" y="1622"/>
                      <a:pt x="921" y="1644"/>
                    </a:cubicBezTo>
                    <a:cubicBezTo>
                      <a:pt x="934" y="1645"/>
                      <a:pt x="948" y="1645"/>
                      <a:pt x="961" y="1645"/>
                    </a:cubicBezTo>
                    <a:cubicBezTo>
                      <a:pt x="1190" y="1645"/>
                      <a:pt x="1408" y="1504"/>
                      <a:pt x="1595" y="1376"/>
                    </a:cubicBezTo>
                    <a:cubicBezTo>
                      <a:pt x="1761" y="1261"/>
                      <a:pt x="1962" y="1108"/>
                      <a:pt x="2161" y="940"/>
                    </a:cubicBezTo>
                    <a:cubicBezTo>
                      <a:pt x="1821" y="755"/>
                      <a:pt x="1524" y="480"/>
                      <a:pt x="1298" y="107"/>
                    </a:cubicBezTo>
                    <a:cubicBezTo>
                      <a:pt x="1306" y="73"/>
                      <a:pt x="1313" y="37"/>
                      <a:pt x="1319" y="1"/>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9" name="Google Shape;2953;p36">
                <a:extLst>
                  <a:ext uri="{FF2B5EF4-FFF2-40B4-BE49-F238E27FC236}">
                    <a16:creationId xmlns:a16="http://schemas.microsoft.com/office/drawing/2014/main" id="{20ECBEF0-0631-A419-E816-F9EA165153DA}"/>
                  </a:ext>
                </a:extLst>
              </p:cNvPr>
              <p:cNvSpPr/>
              <p:nvPr/>
            </p:nvSpPr>
            <p:spPr>
              <a:xfrm>
                <a:off x="5093500" y="2282425"/>
                <a:ext cx="49925" cy="29700"/>
              </a:xfrm>
              <a:custGeom>
                <a:avLst/>
                <a:gdLst/>
                <a:ahLst/>
                <a:cxnLst/>
                <a:rect l="l" t="t" r="r" b="b"/>
                <a:pathLst>
                  <a:path w="1997" h="1188" extrusionOk="0">
                    <a:moveTo>
                      <a:pt x="1230" y="1"/>
                    </a:moveTo>
                    <a:cubicBezTo>
                      <a:pt x="877" y="1"/>
                      <a:pt x="463" y="147"/>
                      <a:pt x="139" y="531"/>
                    </a:cubicBezTo>
                    <a:cubicBezTo>
                      <a:pt x="0" y="696"/>
                      <a:pt x="7" y="900"/>
                      <a:pt x="98" y="1036"/>
                    </a:cubicBezTo>
                    <a:cubicBezTo>
                      <a:pt x="147" y="1113"/>
                      <a:pt x="224" y="1168"/>
                      <a:pt x="314" y="1184"/>
                    </a:cubicBezTo>
                    <a:cubicBezTo>
                      <a:pt x="329" y="1186"/>
                      <a:pt x="343" y="1188"/>
                      <a:pt x="357" y="1188"/>
                    </a:cubicBezTo>
                    <a:cubicBezTo>
                      <a:pt x="584" y="1188"/>
                      <a:pt x="785" y="884"/>
                      <a:pt x="1229" y="808"/>
                    </a:cubicBezTo>
                    <a:cubicBezTo>
                      <a:pt x="1287" y="798"/>
                      <a:pt x="1345" y="796"/>
                      <a:pt x="1404" y="796"/>
                    </a:cubicBezTo>
                    <a:cubicBezTo>
                      <a:pt x="1446" y="796"/>
                      <a:pt x="1488" y="798"/>
                      <a:pt x="1531" y="798"/>
                    </a:cubicBezTo>
                    <a:cubicBezTo>
                      <a:pt x="1574" y="798"/>
                      <a:pt x="1617" y="796"/>
                      <a:pt x="1660" y="792"/>
                    </a:cubicBezTo>
                    <a:cubicBezTo>
                      <a:pt x="1865" y="771"/>
                      <a:pt x="1997" y="605"/>
                      <a:pt x="1964" y="397"/>
                    </a:cubicBezTo>
                    <a:cubicBezTo>
                      <a:pt x="1931" y="187"/>
                      <a:pt x="1655" y="23"/>
                      <a:pt x="1302" y="3"/>
                    </a:cubicBezTo>
                    <a:cubicBezTo>
                      <a:pt x="1278" y="2"/>
                      <a:pt x="1254" y="1"/>
                      <a:pt x="1230" y="1"/>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847" name="Google Shape;2954;p36">
              <a:extLst>
                <a:ext uri="{FF2B5EF4-FFF2-40B4-BE49-F238E27FC236}">
                  <a16:creationId xmlns:a16="http://schemas.microsoft.com/office/drawing/2014/main" id="{AC641172-1014-2CAC-8BB6-E130EF2398DD}"/>
                </a:ext>
              </a:extLst>
            </p:cNvPr>
            <p:cNvSpPr/>
            <p:nvPr/>
          </p:nvSpPr>
          <p:spPr>
            <a:xfrm>
              <a:off x="7359104" y="1292924"/>
              <a:ext cx="590430" cy="322930"/>
            </a:xfrm>
            <a:custGeom>
              <a:avLst/>
              <a:gdLst/>
              <a:ahLst/>
              <a:cxnLst/>
              <a:rect l="l" t="t" r="r" b="b"/>
              <a:pathLst>
                <a:path w="15062" h="8238" extrusionOk="0">
                  <a:moveTo>
                    <a:pt x="11380" y="200"/>
                  </a:moveTo>
                  <a:cubicBezTo>
                    <a:pt x="11762" y="200"/>
                    <a:pt x="12095" y="264"/>
                    <a:pt x="12389" y="395"/>
                  </a:cubicBezTo>
                  <a:cubicBezTo>
                    <a:pt x="12862" y="605"/>
                    <a:pt x="13269" y="1031"/>
                    <a:pt x="13426" y="1485"/>
                  </a:cubicBezTo>
                  <a:cubicBezTo>
                    <a:pt x="13473" y="1617"/>
                    <a:pt x="13495" y="1747"/>
                    <a:pt x="13495" y="1873"/>
                  </a:cubicBezTo>
                  <a:cubicBezTo>
                    <a:pt x="13495" y="2033"/>
                    <a:pt x="13457" y="2184"/>
                    <a:pt x="13384" y="2324"/>
                  </a:cubicBezTo>
                  <a:cubicBezTo>
                    <a:pt x="13371" y="2348"/>
                    <a:pt x="13358" y="2371"/>
                    <a:pt x="13343" y="2394"/>
                  </a:cubicBezTo>
                  <a:cubicBezTo>
                    <a:pt x="13318" y="2288"/>
                    <a:pt x="13287" y="2181"/>
                    <a:pt x="13249" y="2074"/>
                  </a:cubicBezTo>
                  <a:cubicBezTo>
                    <a:pt x="13060" y="1536"/>
                    <a:pt x="12591" y="1161"/>
                    <a:pt x="11889" y="993"/>
                  </a:cubicBezTo>
                  <a:cubicBezTo>
                    <a:pt x="11601" y="924"/>
                    <a:pt x="11291" y="891"/>
                    <a:pt x="10973" y="891"/>
                  </a:cubicBezTo>
                  <a:cubicBezTo>
                    <a:pt x="9690" y="891"/>
                    <a:pt x="8269" y="1422"/>
                    <a:pt x="7583" y="2198"/>
                  </a:cubicBezTo>
                  <a:cubicBezTo>
                    <a:pt x="7661" y="2033"/>
                    <a:pt x="7774" y="1847"/>
                    <a:pt x="7929" y="1654"/>
                  </a:cubicBezTo>
                  <a:cubicBezTo>
                    <a:pt x="8375" y="1091"/>
                    <a:pt x="9082" y="664"/>
                    <a:pt x="9973" y="420"/>
                  </a:cubicBezTo>
                  <a:cubicBezTo>
                    <a:pt x="10509" y="273"/>
                    <a:pt x="10974" y="200"/>
                    <a:pt x="11380" y="200"/>
                  </a:cubicBezTo>
                  <a:close/>
                  <a:moveTo>
                    <a:pt x="7218" y="2858"/>
                  </a:moveTo>
                  <a:cubicBezTo>
                    <a:pt x="7230" y="2858"/>
                    <a:pt x="7241" y="2858"/>
                    <a:pt x="7253" y="2859"/>
                  </a:cubicBezTo>
                  <a:cubicBezTo>
                    <a:pt x="7256" y="2859"/>
                    <a:pt x="7259" y="2859"/>
                    <a:pt x="7262" y="2859"/>
                  </a:cubicBezTo>
                  <a:cubicBezTo>
                    <a:pt x="7264" y="2859"/>
                    <a:pt x="7267" y="2859"/>
                    <a:pt x="7269" y="2859"/>
                  </a:cubicBezTo>
                  <a:lnTo>
                    <a:pt x="7278" y="2859"/>
                  </a:lnTo>
                  <a:cubicBezTo>
                    <a:pt x="7340" y="2863"/>
                    <a:pt x="7399" y="2871"/>
                    <a:pt x="7454" y="2884"/>
                  </a:cubicBezTo>
                  <a:cubicBezTo>
                    <a:pt x="7526" y="2900"/>
                    <a:pt x="7590" y="2922"/>
                    <a:pt x="7645" y="2951"/>
                  </a:cubicBezTo>
                  <a:cubicBezTo>
                    <a:pt x="7759" y="3007"/>
                    <a:pt x="7834" y="3085"/>
                    <a:pt x="7847" y="3170"/>
                  </a:cubicBezTo>
                  <a:cubicBezTo>
                    <a:pt x="7858" y="3243"/>
                    <a:pt x="7843" y="3308"/>
                    <a:pt x="7804" y="3360"/>
                  </a:cubicBezTo>
                  <a:cubicBezTo>
                    <a:pt x="7765" y="3409"/>
                    <a:pt x="7704" y="3442"/>
                    <a:pt x="7631" y="3449"/>
                  </a:cubicBezTo>
                  <a:cubicBezTo>
                    <a:pt x="7623" y="3451"/>
                    <a:pt x="7614" y="3451"/>
                    <a:pt x="7605" y="3451"/>
                  </a:cubicBezTo>
                  <a:cubicBezTo>
                    <a:pt x="7576" y="3454"/>
                    <a:pt x="7547" y="3455"/>
                    <a:pt x="7517" y="3455"/>
                  </a:cubicBezTo>
                  <a:cubicBezTo>
                    <a:pt x="7496" y="3455"/>
                    <a:pt x="7474" y="3455"/>
                    <a:pt x="7453" y="3454"/>
                  </a:cubicBezTo>
                  <a:lnTo>
                    <a:pt x="7387" y="3454"/>
                  </a:lnTo>
                  <a:cubicBezTo>
                    <a:pt x="7324" y="3454"/>
                    <a:pt x="7261" y="3456"/>
                    <a:pt x="7193" y="3468"/>
                  </a:cubicBezTo>
                  <a:cubicBezTo>
                    <a:pt x="6931" y="3511"/>
                    <a:pt x="6750" y="3628"/>
                    <a:pt x="6603" y="3722"/>
                  </a:cubicBezTo>
                  <a:cubicBezTo>
                    <a:pt x="6602" y="3723"/>
                    <a:pt x="6599" y="3725"/>
                    <a:pt x="6598" y="3727"/>
                  </a:cubicBezTo>
                  <a:cubicBezTo>
                    <a:pt x="6522" y="3775"/>
                    <a:pt x="6463" y="3811"/>
                    <a:pt x="6412" y="3830"/>
                  </a:cubicBezTo>
                  <a:cubicBezTo>
                    <a:pt x="6385" y="3840"/>
                    <a:pt x="6361" y="3845"/>
                    <a:pt x="6337" y="3845"/>
                  </a:cubicBezTo>
                  <a:cubicBezTo>
                    <a:pt x="6329" y="3845"/>
                    <a:pt x="6321" y="3845"/>
                    <a:pt x="6313" y="3844"/>
                  </a:cubicBezTo>
                  <a:cubicBezTo>
                    <a:pt x="6253" y="3833"/>
                    <a:pt x="6199" y="3796"/>
                    <a:pt x="6164" y="3739"/>
                  </a:cubicBezTo>
                  <a:cubicBezTo>
                    <a:pt x="6109" y="3658"/>
                    <a:pt x="6091" y="3535"/>
                    <a:pt x="6151" y="3419"/>
                  </a:cubicBezTo>
                  <a:cubicBezTo>
                    <a:pt x="6164" y="3397"/>
                    <a:pt x="6178" y="3375"/>
                    <a:pt x="6196" y="3352"/>
                  </a:cubicBezTo>
                  <a:cubicBezTo>
                    <a:pt x="6211" y="3335"/>
                    <a:pt x="6224" y="3319"/>
                    <a:pt x="6241" y="3303"/>
                  </a:cubicBezTo>
                  <a:cubicBezTo>
                    <a:pt x="6278" y="3259"/>
                    <a:pt x="6318" y="3221"/>
                    <a:pt x="6359" y="3186"/>
                  </a:cubicBezTo>
                  <a:cubicBezTo>
                    <a:pt x="6368" y="3179"/>
                    <a:pt x="6377" y="3171"/>
                    <a:pt x="6386" y="3163"/>
                  </a:cubicBezTo>
                  <a:cubicBezTo>
                    <a:pt x="6702" y="2900"/>
                    <a:pt x="7033" y="2858"/>
                    <a:pt x="7218" y="2858"/>
                  </a:cubicBezTo>
                  <a:close/>
                  <a:moveTo>
                    <a:pt x="14003" y="2871"/>
                  </a:moveTo>
                  <a:cubicBezTo>
                    <a:pt x="14214" y="2871"/>
                    <a:pt x="14407" y="2888"/>
                    <a:pt x="14584" y="2919"/>
                  </a:cubicBezTo>
                  <a:cubicBezTo>
                    <a:pt x="14741" y="2948"/>
                    <a:pt x="14820" y="3036"/>
                    <a:pt x="14820" y="3187"/>
                  </a:cubicBezTo>
                  <a:cubicBezTo>
                    <a:pt x="14820" y="3214"/>
                    <a:pt x="14817" y="3243"/>
                    <a:pt x="14813" y="3273"/>
                  </a:cubicBezTo>
                  <a:cubicBezTo>
                    <a:pt x="14778" y="3481"/>
                    <a:pt x="14627" y="3723"/>
                    <a:pt x="14437" y="3878"/>
                  </a:cubicBezTo>
                  <a:cubicBezTo>
                    <a:pt x="14278" y="4005"/>
                    <a:pt x="14040" y="4016"/>
                    <a:pt x="13792" y="4016"/>
                  </a:cubicBezTo>
                  <a:cubicBezTo>
                    <a:pt x="13624" y="4016"/>
                    <a:pt x="13429" y="4007"/>
                    <a:pt x="13229" y="3991"/>
                  </a:cubicBezTo>
                  <a:cubicBezTo>
                    <a:pt x="13375" y="3656"/>
                    <a:pt x="13439" y="3291"/>
                    <a:pt x="13417" y="2906"/>
                  </a:cubicBezTo>
                  <a:cubicBezTo>
                    <a:pt x="13627" y="2884"/>
                    <a:pt x="13822" y="2871"/>
                    <a:pt x="14003" y="2871"/>
                  </a:cubicBezTo>
                  <a:close/>
                  <a:moveTo>
                    <a:pt x="10988" y="1093"/>
                  </a:moveTo>
                  <a:cubicBezTo>
                    <a:pt x="11287" y="1093"/>
                    <a:pt x="11577" y="1123"/>
                    <a:pt x="11843" y="1187"/>
                  </a:cubicBezTo>
                  <a:cubicBezTo>
                    <a:pt x="12284" y="1293"/>
                    <a:pt x="12853" y="1545"/>
                    <a:pt x="13060" y="2139"/>
                  </a:cubicBezTo>
                  <a:cubicBezTo>
                    <a:pt x="13115" y="2292"/>
                    <a:pt x="13153" y="2443"/>
                    <a:pt x="13182" y="2593"/>
                  </a:cubicBezTo>
                  <a:cubicBezTo>
                    <a:pt x="13190" y="2639"/>
                    <a:pt x="13195" y="2686"/>
                    <a:pt x="13202" y="2732"/>
                  </a:cubicBezTo>
                  <a:cubicBezTo>
                    <a:pt x="13206" y="2761"/>
                    <a:pt x="13209" y="2791"/>
                    <a:pt x="13211" y="2820"/>
                  </a:cubicBezTo>
                  <a:lnTo>
                    <a:pt x="13211" y="2821"/>
                  </a:lnTo>
                  <a:cubicBezTo>
                    <a:pt x="13215" y="2858"/>
                    <a:pt x="13216" y="2894"/>
                    <a:pt x="13217" y="2931"/>
                  </a:cubicBezTo>
                  <a:cubicBezTo>
                    <a:pt x="13234" y="3301"/>
                    <a:pt x="13167" y="3654"/>
                    <a:pt x="13018" y="3971"/>
                  </a:cubicBezTo>
                  <a:cubicBezTo>
                    <a:pt x="12989" y="4035"/>
                    <a:pt x="12956" y="4098"/>
                    <a:pt x="12918" y="4160"/>
                  </a:cubicBezTo>
                  <a:cubicBezTo>
                    <a:pt x="12766" y="4417"/>
                    <a:pt x="12556" y="4648"/>
                    <a:pt x="12290" y="4842"/>
                  </a:cubicBezTo>
                  <a:cubicBezTo>
                    <a:pt x="11855" y="5163"/>
                    <a:pt x="11244" y="5378"/>
                    <a:pt x="10580" y="5378"/>
                  </a:cubicBezTo>
                  <a:cubicBezTo>
                    <a:pt x="9967" y="5378"/>
                    <a:pt x="9307" y="5194"/>
                    <a:pt x="8693" y="4736"/>
                  </a:cubicBezTo>
                  <a:cubicBezTo>
                    <a:pt x="8368" y="4493"/>
                    <a:pt x="8074" y="4182"/>
                    <a:pt x="7823" y="3812"/>
                  </a:cubicBezTo>
                  <a:cubicBezTo>
                    <a:pt x="7783" y="3755"/>
                    <a:pt x="7746" y="3697"/>
                    <a:pt x="7710" y="3637"/>
                  </a:cubicBezTo>
                  <a:cubicBezTo>
                    <a:pt x="7813" y="3614"/>
                    <a:pt x="7901" y="3561"/>
                    <a:pt x="7963" y="3481"/>
                  </a:cubicBezTo>
                  <a:cubicBezTo>
                    <a:pt x="8021" y="3406"/>
                    <a:pt x="8050" y="3313"/>
                    <a:pt x="8050" y="3216"/>
                  </a:cubicBezTo>
                  <a:cubicBezTo>
                    <a:pt x="8050" y="3191"/>
                    <a:pt x="8048" y="3163"/>
                    <a:pt x="8044" y="3138"/>
                  </a:cubicBezTo>
                  <a:cubicBezTo>
                    <a:pt x="8027" y="3031"/>
                    <a:pt x="7964" y="2934"/>
                    <a:pt x="7869" y="2858"/>
                  </a:cubicBezTo>
                  <a:cubicBezTo>
                    <a:pt x="7809" y="2809"/>
                    <a:pt x="7735" y="2767"/>
                    <a:pt x="7648" y="2736"/>
                  </a:cubicBezTo>
                  <a:cubicBezTo>
                    <a:pt x="7601" y="2716"/>
                    <a:pt x="7549" y="2701"/>
                    <a:pt x="7493" y="2687"/>
                  </a:cubicBezTo>
                  <a:cubicBezTo>
                    <a:pt x="7508" y="2648"/>
                    <a:pt x="7526" y="2610"/>
                    <a:pt x="7550" y="2572"/>
                  </a:cubicBezTo>
                  <a:cubicBezTo>
                    <a:pt x="8080" y="1716"/>
                    <a:pt x="9631" y="1093"/>
                    <a:pt x="10988" y="1093"/>
                  </a:cubicBezTo>
                  <a:close/>
                  <a:moveTo>
                    <a:pt x="4221" y="2392"/>
                  </a:moveTo>
                  <a:cubicBezTo>
                    <a:pt x="4543" y="2392"/>
                    <a:pt x="4847" y="2436"/>
                    <a:pt x="5128" y="2522"/>
                  </a:cubicBezTo>
                  <a:cubicBezTo>
                    <a:pt x="5364" y="2596"/>
                    <a:pt x="5562" y="2683"/>
                    <a:pt x="5718" y="2774"/>
                  </a:cubicBezTo>
                  <a:cubicBezTo>
                    <a:pt x="5505" y="2721"/>
                    <a:pt x="5270" y="2696"/>
                    <a:pt x="5023" y="2696"/>
                  </a:cubicBezTo>
                  <a:cubicBezTo>
                    <a:pt x="3816" y="2696"/>
                    <a:pt x="2312" y="3299"/>
                    <a:pt x="1486" y="4218"/>
                  </a:cubicBezTo>
                  <a:cubicBezTo>
                    <a:pt x="1004" y="4753"/>
                    <a:pt x="829" y="5326"/>
                    <a:pt x="978" y="5877"/>
                  </a:cubicBezTo>
                  <a:cubicBezTo>
                    <a:pt x="1008" y="5988"/>
                    <a:pt x="1042" y="6093"/>
                    <a:pt x="1081" y="6195"/>
                  </a:cubicBezTo>
                  <a:cubicBezTo>
                    <a:pt x="1056" y="6186"/>
                    <a:pt x="1033" y="6174"/>
                    <a:pt x="1008" y="6160"/>
                  </a:cubicBezTo>
                  <a:cubicBezTo>
                    <a:pt x="759" y="6030"/>
                    <a:pt x="582" y="5799"/>
                    <a:pt x="499" y="5492"/>
                  </a:cubicBezTo>
                  <a:cubicBezTo>
                    <a:pt x="371" y="5029"/>
                    <a:pt x="465" y="4446"/>
                    <a:pt x="738" y="4005"/>
                  </a:cubicBezTo>
                  <a:cubicBezTo>
                    <a:pt x="1085" y="3443"/>
                    <a:pt x="1724" y="3014"/>
                    <a:pt x="2744" y="2660"/>
                  </a:cubicBezTo>
                  <a:cubicBezTo>
                    <a:pt x="3259" y="2483"/>
                    <a:pt x="3759" y="2392"/>
                    <a:pt x="4221" y="2392"/>
                  </a:cubicBezTo>
                  <a:close/>
                  <a:moveTo>
                    <a:pt x="5035" y="2897"/>
                  </a:moveTo>
                  <a:cubicBezTo>
                    <a:pt x="5381" y="2897"/>
                    <a:pt x="5699" y="2949"/>
                    <a:pt x="5959" y="3065"/>
                  </a:cubicBezTo>
                  <a:cubicBezTo>
                    <a:pt x="6014" y="3088"/>
                    <a:pt x="6063" y="3119"/>
                    <a:pt x="6106" y="3153"/>
                  </a:cubicBezTo>
                  <a:cubicBezTo>
                    <a:pt x="6085" y="3175"/>
                    <a:pt x="6064" y="3200"/>
                    <a:pt x="6043" y="3224"/>
                  </a:cubicBezTo>
                  <a:cubicBezTo>
                    <a:pt x="6039" y="3229"/>
                    <a:pt x="6033" y="3235"/>
                    <a:pt x="6030" y="3242"/>
                  </a:cubicBezTo>
                  <a:cubicBezTo>
                    <a:pt x="5971" y="3314"/>
                    <a:pt x="5938" y="3391"/>
                    <a:pt x="5924" y="3467"/>
                  </a:cubicBezTo>
                  <a:cubicBezTo>
                    <a:pt x="5895" y="3609"/>
                    <a:pt x="5929" y="3749"/>
                    <a:pt x="5996" y="3848"/>
                  </a:cubicBezTo>
                  <a:cubicBezTo>
                    <a:pt x="6062" y="3950"/>
                    <a:pt x="6165" y="4018"/>
                    <a:pt x="6278" y="4039"/>
                  </a:cubicBezTo>
                  <a:cubicBezTo>
                    <a:pt x="6299" y="4043"/>
                    <a:pt x="6319" y="4044"/>
                    <a:pt x="6338" y="4044"/>
                  </a:cubicBezTo>
                  <a:cubicBezTo>
                    <a:pt x="6370" y="4044"/>
                    <a:pt x="6400" y="4039"/>
                    <a:pt x="6430" y="4031"/>
                  </a:cubicBezTo>
                  <a:cubicBezTo>
                    <a:pt x="6434" y="4102"/>
                    <a:pt x="6435" y="4173"/>
                    <a:pt x="6435" y="4241"/>
                  </a:cubicBezTo>
                  <a:lnTo>
                    <a:pt x="6435" y="4257"/>
                  </a:lnTo>
                  <a:cubicBezTo>
                    <a:pt x="6435" y="4699"/>
                    <a:pt x="6370" y="5116"/>
                    <a:pt x="6240" y="5496"/>
                  </a:cubicBezTo>
                  <a:cubicBezTo>
                    <a:pt x="5741" y="6967"/>
                    <a:pt x="4433" y="7620"/>
                    <a:pt x="3404" y="7620"/>
                  </a:cubicBezTo>
                  <a:cubicBezTo>
                    <a:pt x="3381" y="7620"/>
                    <a:pt x="3357" y="7619"/>
                    <a:pt x="3333" y="7619"/>
                  </a:cubicBezTo>
                  <a:cubicBezTo>
                    <a:pt x="3005" y="7608"/>
                    <a:pt x="2701" y="7538"/>
                    <a:pt x="2430" y="7412"/>
                  </a:cubicBezTo>
                  <a:cubicBezTo>
                    <a:pt x="2364" y="7380"/>
                    <a:pt x="2301" y="7348"/>
                    <a:pt x="2240" y="7311"/>
                  </a:cubicBezTo>
                  <a:cubicBezTo>
                    <a:pt x="1937" y="7134"/>
                    <a:pt x="1683" y="6882"/>
                    <a:pt x="1488" y="6567"/>
                  </a:cubicBezTo>
                  <a:cubicBezTo>
                    <a:pt x="1468" y="6536"/>
                    <a:pt x="1450" y="6503"/>
                    <a:pt x="1430" y="6470"/>
                  </a:cubicBezTo>
                  <a:cubicBezTo>
                    <a:pt x="1417" y="6444"/>
                    <a:pt x="1403" y="6419"/>
                    <a:pt x="1388" y="6393"/>
                  </a:cubicBezTo>
                  <a:cubicBezTo>
                    <a:pt x="1368" y="6354"/>
                    <a:pt x="1347" y="6312"/>
                    <a:pt x="1328" y="6267"/>
                  </a:cubicBezTo>
                  <a:cubicBezTo>
                    <a:pt x="1265" y="6130"/>
                    <a:pt x="1212" y="5981"/>
                    <a:pt x="1170" y="5824"/>
                  </a:cubicBezTo>
                  <a:cubicBezTo>
                    <a:pt x="1006" y="5217"/>
                    <a:pt x="1333" y="4688"/>
                    <a:pt x="1635" y="4351"/>
                  </a:cubicBezTo>
                  <a:cubicBezTo>
                    <a:pt x="2416" y="3481"/>
                    <a:pt x="3886" y="2897"/>
                    <a:pt x="5035" y="2897"/>
                  </a:cubicBezTo>
                  <a:close/>
                  <a:moveTo>
                    <a:pt x="1308" y="6661"/>
                  </a:moveTo>
                  <a:cubicBezTo>
                    <a:pt x="1509" y="6987"/>
                    <a:pt x="1768" y="7253"/>
                    <a:pt x="2076" y="7446"/>
                  </a:cubicBezTo>
                  <a:cubicBezTo>
                    <a:pt x="1920" y="7573"/>
                    <a:pt x="1765" y="7690"/>
                    <a:pt x="1628" y="7786"/>
                  </a:cubicBezTo>
                  <a:cubicBezTo>
                    <a:pt x="1434" y="7918"/>
                    <a:pt x="1245" y="8038"/>
                    <a:pt x="1054" y="8038"/>
                  </a:cubicBezTo>
                  <a:cubicBezTo>
                    <a:pt x="1042" y="8038"/>
                    <a:pt x="1030" y="8037"/>
                    <a:pt x="1018" y="8036"/>
                  </a:cubicBezTo>
                  <a:cubicBezTo>
                    <a:pt x="774" y="8017"/>
                    <a:pt x="512" y="7904"/>
                    <a:pt x="366" y="7750"/>
                  </a:cubicBezTo>
                  <a:lnTo>
                    <a:pt x="365" y="7750"/>
                  </a:lnTo>
                  <a:cubicBezTo>
                    <a:pt x="225" y="7603"/>
                    <a:pt x="220" y="7462"/>
                    <a:pt x="355" y="7329"/>
                  </a:cubicBezTo>
                  <a:cubicBezTo>
                    <a:pt x="591" y="7095"/>
                    <a:pt x="905" y="6876"/>
                    <a:pt x="1308" y="6661"/>
                  </a:cubicBezTo>
                  <a:close/>
                  <a:moveTo>
                    <a:pt x="11371" y="0"/>
                  </a:moveTo>
                  <a:cubicBezTo>
                    <a:pt x="10840" y="0"/>
                    <a:pt x="10324" y="118"/>
                    <a:pt x="9921" y="229"/>
                  </a:cubicBezTo>
                  <a:cubicBezTo>
                    <a:pt x="8987" y="483"/>
                    <a:pt x="8245" y="934"/>
                    <a:pt x="7772" y="1531"/>
                  </a:cubicBezTo>
                  <a:cubicBezTo>
                    <a:pt x="7426" y="1967"/>
                    <a:pt x="7258" y="2383"/>
                    <a:pt x="7245" y="2659"/>
                  </a:cubicBezTo>
                  <a:cubicBezTo>
                    <a:pt x="7233" y="2659"/>
                    <a:pt x="7221" y="2659"/>
                    <a:pt x="7209" y="2659"/>
                  </a:cubicBezTo>
                  <a:cubicBezTo>
                    <a:pt x="6875" y="2659"/>
                    <a:pt x="6550" y="2777"/>
                    <a:pt x="6281" y="2993"/>
                  </a:cubicBezTo>
                  <a:cubicBezTo>
                    <a:pt x="6125" y="2765"/>
                    <a:pt x="5742" y="2504"/>
                    <a:pt x="5187" y="2332"/>
                  </a:cubicBezTo>
                  <a:cubicBezTo>
                    <a:pt x="4886" y="2240"/>
                    <a:pt x="4561" y="2193"/>
                    <a:pt x="4219" y="2193"/>
                  </a:cubicBezTo>
                  <a:cubicBezTo>
                    <a:pt x="3734" y="2193"/>
                    <a:pt x="3214" y="2286"/>
                    <a:pt x="2679" y="2472"/>
                  </a:cubicBezTo>
                  <a:cubicBezTo>
                    <a:pt x="2008" y="2706"/>
                    <a:pt x="1059" y="3107"/>
                    <a:pt x="567" y="3900"/>
                  </a:cubicBezTo>
                  <a:cubicBezTo>
                    <a:pt x="268" y="4386"/>
                    <a:pt x="166" y="5031"/>
                    <a:pt x="306" y="5545"/>
                  </a:cubicBezTo>
                  <a:cubicBezTo>
                    <a:pt x="406" y="5905"/>
                    <a:pt x="616" y="6179"/>
                    <a:pt x="915" y="6337"/>
                  </a:cubicBezTo>
                  <a:cubicBezTo>
                    <a:pt x="1012" y="6388"/>
                    <a:pt x="1105" y="6423"/>
                    <a:pt x="1192" y="6444"/>
                  </a:cubicBezTo>
                  <a:cubicBezTo>
                    <a:pt x="1197" y="6457"/>
                    <a:pt x="1203" y="6472"/>
                    <a:pt x="1211" y="6485"/>
                  </a:cubicBezTo>
                  <a:cubicBezTo>
                    <a:pt x="792" y="6709"/>
                    <a:pt x="465" y="6940"/>
                    <a:pt x="213" y="7188"/>
                  </a:cubicBezTo>
                  <a:cubicBezTo>
                    <a:pt x="0" y="7399"/>
                    <a:pt x="2" y="7661"/>
                    <a:pt x="221" y="7888"/>
                  </a:cubicBezTo>
                  <a:cubicBezTo>
                    <a:pt x="401" y="8077"/>
                    <a:pt x="708" y="8213"/>
                    <a:pt x="1003" y="8236"/>
                  </a:cubicBezTo>
                  <a:cubicBezTo>
                    <a:pt x="1020" y="8237"/>
                    <a:pt x="1038" y="8237"/>
                    <a:pt x="1054" y="8237"/>
                  </a:cubicBezTo>
                  <a:cubicBezTo>
                    <a:pt x="1302" y="8237"/>
                    <a:pt x="1529" y="8097"/>
                    <a:pt x="1741" y="7950"/>
                  </a:cubicBezTo>
                  <a:cubicBezTo>
                    <a:pt x="1889" y="7849"/>
                    <a:pt x="2074" y="7710"/>
                    <a:pt x="2263" y="7552"/>
                  </a:cubicBezTo>
                  <a:cubicBezTo>
                    <a:pt x="2579" y="7715"/>
                    <a:pt x="2937" y="7806"/>
                    <a:pt x="3328" y="7820"/>
                  </a:cubicBezTo>
                  <a:lnTo>
                    <a:pt x="3417" y="7820"/>
                  </a:lnTo>
                  <a:cubicBezTo>
                    <a:pt x="4744" y="7820"/>
                    <a:pt x="5974" y="6903"/>
                    <a:pt x="6429" y="5562"/>
                  </a:cubicBezTo>
                  <a:cubicBezTo>
                    <a:pt x="6568" y="5155"/>
                    <a:pt x="6639" y="4711"/>
                    <a:pt x="6635" y="4240"/>
                  </a:cubicBezTo>
                  <a:cubicBezTo>
                    <a:pt x="6635" y="4144"/>
                    <a:pt x="6632" y="4046"/>
                    <a:pt x="6623" y="3945"/>
                  </a:cubicBezTo>
                  <a:cubicBezTo>
                    <a:pt x="6653" y="3928"/>
                    <a:pt x="6682" y="3909"/>
                    <a:pt x="6712" y="3890"/>
                  </a:cubicBezTo>
                  <a:cubicBezTo>
                    <a:pt x="6850" y="3802"/>
                    <a:pt x="7005" y="3701"/>
                    <a:pt x="7226" y="3664"/>
                  </a:cubicBezTo>
                  <a:cubicBezTo>
                    <a:pt x="7279" y="3655"/>
                    <a:pt x="7333" y="3653"/>
                    <a:pt x="7388" y="3653"/>
                  </a:cubicBezTo>
                  <a:cubicBezTo>
                    <a:pt x="7409" y="3653"/>
                    <a:pt x="7429" y="3654"/>
                    <a:pt x="7450" y="3654"/>
                  </a:cubicBezTo>
                  <a:cubicBezTo>
                    <a:pt x="7464" y="3654"/>
                    <a:pt x="7475" y="3654"/>
                    <a:pt x="7489" y="3655"/>
                  </a:cubicBezTo>
                  <a:cubicBezTo>
                    <a:pt x="7542" y="3749"/>
                    <a:pt x="7601" y="3839"/>
                    <a:pt x="7658" y="3923"/>
                  </a:cubicBezTo>
                  <a:cubicBezTo>
                    <a:pt x="7921" y="4312"/>
                    <a:pt x="8229" y="4640"/>
                    <a:pt x="8576" y="4896"/>
                  </a:cubicBezTo>
                  <a:cubicBezTo>
                    <a:pt x="9181" y="5351"/>
                    <a:pt x="9901" y="5578"/>
                    <a:pt x="10608" y="5578"/>
                  </a:cubicBezTo>
                  <a:cubicBezTo>
                    <a:pt x="11253" y="5578"/>
                    <a:pt x="11885" y="5387"/>
                    <a:pt x="12410" y="5004"/>
                  </a:cubicBezTo>
                  <a:cubicBezTo>
                    <a:pt x="12726" y="4774"/>
                    <a:pt x="12970" y="4493"/>
                    <a:pt x="13137" y="4182"/>
                  </a:cubicBezTo>
                  <a:cubicBezTo>
                    <a:pt x="13381" y="4205"/>
                    <a:pt x="13613" y="4215"/>
                    <a:pt x="13792" y="4215"/>
                  </a:cubicBezTo>
                  <a:lnTo>
                    <a:pt x="13805" y="4215"/>
                  </a:lnTo>
                  <a:cubicBezTo>
                    <a:pt x="14076" y="4215"/>
                    <a:pt x="14356" y="4199"/>
                    <a:pt x="14561" y="4034"/>
                  </a:cubicBezTo>
                  <a:cubicBezTo>
                    <a:pt x="14792" y="3848"/>
                    <a:pt x="14967" y="3562"/>
                    <a:pt x="15009" y="3306"/>
                  </a:cubicBezTo>
                  <a:cubicBezTo>
                    <a:pt x="15061" y="2994"/>
                    <a:pt x="14916" y="2775"/>
                    <a:pt x="14619" y="2723"/>
                  </a:cubicBezTo>
                  <a:cubicBezTo>
                    <a:pt x="14431" y="2689"/>
                    <a:pt x="14227" y="2672"/>
                    <a:pt x="14004" y="2672"/>
                  </a:cubicBezTo>
                  <a:cubicBezTo>
                    <a:pt x="13817" y="2672"/>
                    <a:pt x="13616" y="2684"/>
                    <a:pt x="13401" y="2708"/>
                  </a:cubicBezTo>
                  <a:cubicBezTo>
                    <a:pt x="13400" y="2694"/>
                    <a:pt x="13396" y="2678"/>
                    <a:pt x="13395" y="2662"/>
                  </a:cubicBezTo>
                  <a:cubicBezTo>
                    <a:pt x="13455" y="2594"/>
                    <a:pt x="13510" y="2516"/>
                    <a:pt x="13561" y="2417"/>
                  </a:cubicBezTo>
                  <a:cubicBezTo>
                    <a:pt x="13719" y="2118"/>
                    <a:pt x="13738" y="1774"/>
                    <a:pt x="13615" y="1419"/>
                  </a:cubicBezTo>
                  <a:cubicBezTo>
                    <a:pt x="13442" y="917"/>
                    <a:pt x="12991" y="443"/>
                    <a:pt x="12469" y="212"/>
                  </a:cubicBezTo>
                  <a:cubicBezTo>
                    <a:pt x="12118" y="57"/>
                    <a:pt x="11741" y="0"/>
                    <a:pt x="11371"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860" name="Google Shape;3136;p39">
            <a:extLst>
              <a:ext uri="{FF2B5EF4-FFF2-40B4-BE49-F238E27FC236}">
                <a16:creationId xmlns:a16="http://schemas.microsoft.com/office/drawing/2014/main" id="{AF8804C9-28C0-3F44-788A-6BCA5C46A6C9}"/>
              </a:ext>
            </a:extLst>
          </p:cNvPr>
          <p:cNvGrpSpPr/>
          <p:nvPr/>
        </p:nvGrpSpPr>
        <p:grpSpPr>
          <a:xfrm flipH="1">
            <a:off x="1639810" y="2054366"/>
            <a:ext cx="357057" cy="360943"/>
            <a:chOff x="3656900" y="3680425"/>
            <a:chExt cx="472300" cy="566275"/>
          </a:xfrm>
        </p:grpSpPr>
        <p:sp>
          <p:nvSpPr>
            <p:cNvPr id="861" name="Google Shape;3137;p39">
              <a:extLst>
                <a:ext uri="{FF2B5EF4-FFF2-40B4-BE49-F238E27FC236}">
                  <a16:creationId xmlns:a16="http://schemas.microsoft.com/office/drawing/2014/main" id="{B1A7B6B4-E0A5-2551-7B60-1B78D46BA4A0}"/>
                </a:ext>
              </a:extLst>
            </p:cNvPr>
            <p:cNvSpPr/>
            <p:nvPr/>
          </p:nvSpPr>
          <p:spPr>
            <a:xfrm>
              <a:off x="3656900" y="3680425"/>
              <a:ext cx="472300" cy="566275"/>
            </a:xfrm>
            <a:custGeom>
              <a:avLst/>
              <a:gdLst/>
              <a:ahLst/>
              <a:cxnLst/>
              <a:rect l="l" t="t" r="r" b="b"/>
              <a:pathLst>
                <a:path w="18892" h="22651" extrusionOk="0">
                  <a:moveTo>
                    <a:pt x="8119" y="12251"/>
                  </a:moveTo>
                  <a:lnTo>
                    <a:pt x="8119" y="12251"/>
                  </a:lnTo>
                  <a:cubicBezTo>
                    <a:pt x="8385" y="12477"/>
                    <a:pt x="8541" y="12624"/>
                    <a:pt x="8589" y="12757"/>
                  </a:cubicBezTo>
                  <a:cubicBezTo>
                    <a:pt x="8627" y="12863"/>
                    <a:pt x="8664" y="12989"/>
                    <a:pt x="8704" y="13127"/>
                  </a:cubicBezTo>
                  <a:lnTo>
                    <a:pt x="8717" y="13174"/>
                  </a:lnTo>
                  <a:cubicBezTo>
                    <a:pt x="8761" y="13332"/>
                    <a:pt x="8812" y="13510"/>
                    <a:pt x="8876" y="13696"/>
                  </a:cubicBezTo>
                  <a:cubicBezTo>
                    <a:pt x="9024" y="14140"/>
                    <a:pt x="9291" y="14791"/>
                    <a:pt x="9909" y="15348"/>
                  </a:cubicBezTo>
                  <a:cubicBezTo>
                    <a:pt x="10061" y="15485"/>
                    <a:pt x="10228" y="15615"/>
                    <a:pt x="10413" y="15737"/>
                  </a:cubicBezTo>
                  <a:lnTo>
                    <a:pt x="10431" y="15754"/>
                  </a:lnTo>
                  <a:lnTo>
                    <a:pt x="10536" y="15817"/>
                  </a:lnTo>
                  <a:lnTo>
                    <a:pt x="10600" y="15858"/>
                  </a:lnTo>
                  <a:lnTo>
                    <a:pt x="10624" y="15871"/>
                  </a:lnTo>
                  <a:cubicBezTo>
                    <a:pt x="10676" y="15901"/>
                    <a:pt x="10729" y="15932"/>
                    <a:pt x="10783" y="15960"/>
                  </a:cubicBezTo>
                  <a:cubicBezTo>
                    <a:pt x="10803" y="15972"/>
                    <a:pt x="10824" y="15983"/>
                    <a:pt x="10846" y="15994"/>
                  </a:cubicBezTo>
                  <a:cubicBezTo>
                    <a:pt x="10867" y="16005"/>
                    <a:pt x="10925" y="16034"/>
                    <a:pt x="10925" y="16034"/>
                  </a:cubicBezTo>
                  <a:cubicBezTo>
                    <a:pt x="11005" y="16074"/>
                    <a:pt x="11085" y="16114"/>
                    <a:pt x="11167" y="16150"/>
                  </a:cubicBezTo>
                  <a:cubicBezTo>
                    <a:pt x="11202" y="16166"/>
                    <a:pt x="11238" y="16181"/>
                    <a:pt x="11274" y="16197"/>
                  </a:cubicBezTo>
                  <a:cubicBezTo>
                    <a:pt x="11283" y="16201"/>
                    <a:pt x="11293" y="16205"/>
                    <a:pt x="11302" y="16208"/>
                  </a:cubicBezTo>
                  <a:cubicBezTo>
                    <a:pt x="11216" y="16230"/>
                    <a:pt x="11126" y="16254"/>
                    <a:pt x="11031" y="16283"/>
                  </a:cubicBezTo>
                  <a:lnTo>
                    <a:pt x="11031" y="16284"/>
                  </a:lnTo>
                  <a:cubicBezTo>
                    <a:pt x="10953" y="16308"/>
                    <a:pt x="10877" y="16333"/>
                    <a:pt x="10798" y="16359"/>
                  </a:cubicBezTo>
                  <a:cubicBezTo>
                    <a:pt x="10759" y="16371"/>
                    <a:pt x="10723" y="16384"/>
                    <a:pt x="10688" y="16395"/>
                  </a:cubicBezTo>
                  <a:lnTo>
                    <a:pt x="10666" y="16401"/>
                  </a:lnTo>
                  <a:cubicBezTo>
                    <a:pt x="10631" y="16408"/>
                    <a:pt x="10600" y="16413"/>
                    <a:pt x="10566" y="16417"/>
                  </a:cubicBezTo>
                  <a:cubicBezTo>
                    <a:pt x="10527" y="16420"/>
                    <a:pt x="10488" y="16422"/>
                    <a:pt x="10448" y="16422"/>
                  </a:cubicBezTo>
                  <a:cubicBezTo>
                    <a:pt x="10303" y="16422"/>
                    <a:pt x="10152" y="16397"/>
                    <a:pt x="9991" y="16342"/>
                  </a:cubicBezTo>
                  <a:cubicBezTo>
                    <a:pt x="9940" y="16325"/>
                    <a:pt x="9885" y="16304"/>
                    <a:pt x="9824" y="16275"/>
                  </a:cubicBezTo>
                  <a:cubicBezTo>
                    <a:pt x="9571" y="16159"/>
                    <a:pt x="9334" y="15977"/>
                    <a:pt x="9140" y="15749"/>
                  </a:cubicBezTo>
                  <a:lnTo>
                    <a:pt x="9127" y="15735"/>
                  </a:lnTo>
                  <a:cubicBezTo>
                    <a:pt x="9068" y="15667"/>
                    <a:pt x="9010" y="15590"/>
                    <a:pt x="8953" y="15506"/>
                  </a:cubicBezTo>
                  <a:lnTo>
                    <a:pt x="8946" y="15494"/>
                  </a:lnTo>
                  <a:cubicBezTo>
                    <a:pt x="8880" y="15399"/>
                    <a:pt x="8818" y="15290"/>
                    <a:pt x="8760" y="15169"/>
                  </a:cubicBezTo>
                  <a:cubicBezTo>
                    <a:pt x="8705" y="15055"/>
                    <a:pt x="8653" y="14924"/>
                    <a:pt x="8598" y="14759"/>
                  </a:cubicBezTo>
                  <a:cubicBezTo>
                    <a:pt x="8564" y="14660"/>
                    <a:pt x="8533" y="14556"/>
                    <a:pt x="8503" y="14443"/>
                  </a:cubicBezTo>
                  <a:cubicBezTo>
                    <a:pt x="8436" y="14198"/>
                    <a:pt x="8378" y="13929"/>
                    <a:pt x="8322" y="13618"/>
                  </a:cubicBezTo>
                  <a:lnTo>
                    <a:pt x="8318" y="13595"/>
                  </a:lnTo>
                  <a:cubicBezTo>
                    <a:pt x="8297" y="13488"/>
                    <a:pt x="8278" y="13375"/>
                    <a:pt x="8257" y="13240"/>
                  </a:cubicBezTo>
                  <a:cubicBezTo>
                    <a:pt x="8205" y="12910"/>
                    <a:pt x="8161" y="12577"/>
                    <a:pt x="8119" y="12251"/>
                  </a:cubicBezTo>
                  <a:close/>
                  <a:moveTo>
                    <a:pt x="14279" y="0"/>
                  </a:moveTo>
                  <a:cubicBezTo>
                    <a:pt x="13487" y="0"/>
                    <a:pt x="12810" y="410"/>
                    <a:pt x="12269" y="1218"/>
                  </a:cubicBezTo>
                  <a:cubicBezTo>
                    <a:pt x="12179" y="1350"/>
                    <a:pt x="12088" y="1493"/>
                    <a:pt x="11989" y="1657"/>
                  </a:cubicBezTo>
                  <a:lnTo>
                    <a:pt x="11945" y="1733"/>
                  </a:lnTo>
                  <a:cubicBezTo>
                    <a:pt x="11875" y="1849"/>
                    <a:pt x="11808" y="1965"/>
                    <a:pt x="11744" y="2081"/>
                  </a:cubicBezTo>
                  <a:lnTo>
                    <a:pt x="11676" y="2203"/>
                  </a:lnTo>
                  <a:cubicBezTo>
                    <a:pt x="11623" y="2299"/>
                    <a:pt x="11571" y="2394"/>
                    <a:pt x="11523" y="2486"/>
                  </a:cubicBezTo>
                  <a:lnTo>
                    <a:pt x="11439" y="2645"/>
                  </a:lnTo>
                  <a:lnTo>
                    <a:pt x="11374" y="2743"/>
                  </a:lnTo>
                  <a:lnTo>
                    <a:pt x="11346" y="2821"/>
                  </a:lnTo>
                  <a:lnTo>
                    <a:pt x="11282" y="2944"/>
                  </a:lnTo>
                  <a:cubicBezTo>
                    <a:pt x="11187" y="3126"/>
                    <a:pt x="11090" y="3313"/>
                    <a:pt x="10987" y="3502"/>
                  </a:cubicBezTo>
                  <a:cubicBezTo>
                    <a:pt x="10911" y="3646"/>
                    <a:pt x="10838" y="3775"/>
                    <a:pt x="10767" y="3897"/>
                  </a:cubicBezTo>
                  <a:lnTo>
                    <a:pt x="10757" y="3914"/>
                  </a:lnTo>
                  <a:cubicBezTo>
                    <a:pt x="10697" y="4022"/>
                    <a:pt x="10632" y="4127"/>
                    <a:pt x="10564" y="4235"/>
                  </a:cubicBezTo>
                  <a:cubicBezTo>
                    <a:pt x="10418" y="4462"/>
                    <a:pt x="10276" y="4657"/>
                    <a:pt x="10121" y="4835"/>
                  </a:cubicBezTo>
                  <a:cubicBezTo>
                    <a:pt x="10050" y="4919"/>
                    <a:pt x="9976" y="4997"/>
                    <a:pt x="9903" y="5067"/>
                  </a:cubicBezTo>
                  <a:cubicBezTo>
                    <a:pt x="9877" y="5093"/>
                    <a:pt x="9850" y="5117"/>
                    <a:pt x="9822" y="5145"/>
                  </a:cubicBezTo>
                  <a:cubicBezTo>
                    <a:pt x="9587" y="5357"/>
                    <a:pt x="9340" y="5532"/>
                    <a:pt x="9142" y="5665"/>
                  </a:cubicBezTo>
                  <a:cubicBezTo>
                    <a:pt x="9048" y="5731"/>
                    <a:pt x="8958" y="5792"/>
                    <a:pt x="8864" y="5854"/>
                  </a:cubicBezTo>
                  <a:lnTo>
                    <a:pt x="8712" y="5957"/>
                  </a:lnTo>
                  <a:cubicBezTo>
                    <a:pt x="8199" y="6306"/>
                    <a:pt x="7242" y="6956"/>
                    <a:pt x="6775" y="8279"/>
                  </a:cubicBezTo>
                  <a:cubicBezTo>
                    <a:pt x="6729" y="8408"/>
                    <a:pt x="6694" y="8539"/>
                    <a:pt x="6665" y="8669"/>
                  </a:cubicBezTo>
                  <a:cubicBezTo>
                    <a:pt x="6503" y="8572"/>
                    <a:pt x="6327" y="8494"/>
                    <a:pt x="6138" y="8438"/>
                  </a:cubicBezTo>
                  <a:lnTo>
                    <a:pt x="6112" y="8429"/>
                  </a:lnTo>
                  <a:lnTo>
                    <a:pt x="6083" y="8423"/>
                  </a:lnTo>
                  <a:cubicBezTo>
                    <a:pt x="5997" y="8400"/>
                    <a:pt x="5907" y="8382"/>
                    <a:pt x="5824" y="8370"/>
                  </a:cubicBezTo>
                  <a:lnTo>
                    <a:pt x="5786" y="8363"/>
                  </a:lnTo>
                  <a:lnTo>
                    <a:pt x="5735" y="8358"/>
                  </a:lnTo>
                  <a:cubicBezTo>
                    <a:pt x="5668" y="8350"/>
                    <a:pt x="5598" y="8346"/>
                    <a:pt x="5526" y="8343"/>
                  </a:cubicBezTo>
                  <a:lnTo>
                    <a:pt x="5492" y="8340"/>
                  </a:lnTo>
                  <a:lnTo>
                    <a:pt x="5429" y="8340"/>
                  </a:lnTo>
                  <a:cubicBezTo>
                    <a:pt x="5345" y="8340"/>
                    <a:pt x="5259" y="8343"/>
                    <a:pt x="5166" y="8351"/>
                  </a:cubicBezTo>
                  <a:cubicBezTo>
                    <a:pt x="5061" y="8359"/>
                    <a:pt x="4953" y="8372"/>
                    <a:pt x="4837" y="8389"/>
                  </a:cubicBezTo>
                  <a:cubicBezTo>
                    <a:pt x="4363" y="8457"/>
                    <a:pt x="3932" y="8539"/>
                    <a:pt x="3521" y="8636"/>
                  </a:cubicBezTo>
                  <a:cubicBezTo>
                    <a:pt x="2945" y="8774"/>
                    <a:pt x="2439" y="8938"/>
                    <a:pt x="1970" y="9140"/>
                  </a:cubicBezTo>
                  <a:cubicBezTo>
                    <a:pt x="1685" y="9264"/>
                    <a:pt x="1461" y="9388"/>
                    <a:pt x="1266" y="9534"/>
                  </a:cubicBezTo>
                  <a:cubicBezTo>
                    <a:pt x="762" y="9910"/>
                    <a:pt x="0" y="10777"/>
                    <a:pt x="580" y="12361"/>
                  </a:cubicBezTo>
                  <a:cubicBezTo>
                    <a:pt x="635" y="12509"/>
                    <a:pt x="696" y="12667"/>
                    <a:pt x="769" y="12841"/>
                  </a:cubicBezTo>
                  <a:cubicBezTo>
                    <a:pt x="779" y="12864"/>
                    <a:pt x="807" y="12926"/>
                    <a:pt x="807" y="12926"/>
                  </a:cubicBezTo>
                  <a:cubicBezTo>
                    <a:pt x="860" y="13049"/>
                    <a:pt x="914" y="13172"/>
                    <a:pt x="969" y="13293"/>
                  </a:cubicBezTo>
                  <a:lnTo>
                    <a:pt x="1029" y="13418"/>
                  </a:lnTo>
                  <a:cubicBezTo>
                    <a:pt x="1075" y="13518"/>
                    <a:pt x="1122" y="13615"/>
                    <a:pt x="1167" y="13708"/>
                  </a:cubicBezTo>
                  <a:lnTo>
                    <a:pt x="1263" y="13905"/>
                  </a:lnTo>
                  <a:lnTo>
                    <a:pt x="1314" y="14022"/>
                  </a:lnTo>
                  <a:lnTo>
                    <a:pt x="1338" y="14056"/>
                  </a:lnTo>
                  <a:lnTo>
                    <a:pt x="1398" y="14177"/>
                  </a:lnTo>
                  <a:cubicBezTo>
                    <a:pt x="1489" y="14360"/>
                    <a:pt x="1582" y="14549"/>
                    <a:pt x="1675" y="14741"/>
                  </a:cubicBezTo>
                  <a:cubicBezTo>
                    <a:pt x="1746" y="14887"/>
                    <a:pt x="1809" y="15021"/>
                    <a:pt x="1865" y="15152"/>
                  </a:cubicBezTo>
                  <a:lnTo>
                    <a:pt x="1873" y="15169"/>
                  </a:lnTo>
                  <a:cubicBezTo>
                    <a:pt x="1925" y="15282"/>
                    <a:pt x="1972" y="15395"/>
                    <a:pt x="2018" y="15514"/>
                  </a:cubicBezTo>
                  <a:cubicBezTo>
                    <a:pt x="2117" y="15766"/>
                    <a:pt x="2191" y="15995"/>
                    <a:pt x="2244" y="16225"/>
                  </a:cubicBezTo>
                  <a:cubicBezTo>
                    <a:pt x="2270" y="16332"/>
                    <a:pt x="2289" y="16437"/>
                    <a:pt x="2304" y="16537"/>
                  </a:cubicBezTo>
                  <a:cubicBezTo>
                    <a:pt x="2309" y="16575"/>
                    <a:pt x="2314" y="16610"/>
                    <a:pt x="2318" y="16650"/>
                  </a:cubicBezTo>
                  <a:cubicBezTo>
                    <a:pt x="2352" y="16965"/>
                    <a:pt x="2348" y="17266"/>
                    <a:pt x="2340" y="17505"/>
                  </a:cubicBezTo>
                  <a:cubicBezTo>
                    <a:pt x="2338" y="17620"/>
                    <a:pt x="2335" y="17729"/>
                    <a:pt x="2330" y="17842"/>
                  </a:cubicBezTo>
                  <a:lnTo>
                    <a:pt x="2323" y="18024"/>
                  </a:lnTo>
                  <a:cubicBezTo>
                    <a:pt x="2304" y="18645"/>
                    <a:pt x="2267" y="19802"/>
                    <a:pt x="3063" y="20957"/>
                  </a:cubicBezTo>
                  <a:cubicBezTo>
                    <a:pt x="3695" y="21874"/>
                    <a:pt x="4681" y="22380"/>
                    <a:pt x="5841" y="22380"/>
                  </a:cubicBezTo>
                  <a:cubicBezTo>
                    <a:pt x="6094" y="22380"/>
                    <a:pt x="6355" y="22355"/>
                    <a:pt x="6609" y="22308"/>
                  </a:cubicBezTo>
                  <a:cubicBezTo>
                    <a:pt x="6719" y="22288"/>
                    <a:pt x="6820" y="22266"/>
                    <a:pt x="6908" y="22244"/>
                  </a:cubicBezTo>
                  <a:cubicBezTo>
                    <a:pt x="7191" y="22174"/>
                    <a:pt x="7460" y="22106"/>
                    <a:pt x="7631" y="22106"/>
                  </a:cubicBezTo>
                  <a:cubicBezTo>
                    <a:pt x="7677" y="22106"/>
                    <a:pt x="7714" y="22112"/>
                    <a:pt x="7750" y="22122"/>
                  </a:cubicBezTo>
                  <a:cubicBezTo>
                    <a:pt x="7861" y="22154"/>
                    <a:pt x="7984" y="22199"/>
                    <a:pt x="8118" y="22248"/>
                  </a:cubicBezTo>
                  <a:lnTo>
                    <a:pt x="8161" y="22263"/>
                  </a:lnTo>
                  <a:cubicBezTo>
                    <a:pt x="8316" y="22320"/>
                    <a:pt x="8490" y="22385"/>
                    <a:pt x="8679" y="22442"/>
                  </a:cubicBezTo>
                  <a:cubicBezTo>
                    <a:pt x="9122" y="22583"/>
                    <a:pt x="9530" y="22651"/>
                    <a:pt x="9925" y="22651"/>
                  </a:cubicBezTo>
                  <a:cubicBezTo>
                    <a:pt x="10159" y="22651"/>
                    <a:pt x="10392" y="22628"/>
                    <a:pt x="10624" y="22579"/>
                  </a:cubicBezTo>
                  <a:cubicBezTo>
                    <a:pt x="10841" y="22533"/>
                    <a:pt x="11061" y="22466"/>
                    <a:pt x="11275" y="22385"/>
                  </a:cubicBezTo>
                  <a:cubicBezTo>
                    <a:pt x="11275" y="22385"/>
                    <a:pt x="11325" y="22365"/>
                    <a:pt x="11348" y="22356"/>
                  </a:cubicBezTo>
                  <a:lnTo>
                    <a:pt x="11463" y="22308"/>
                  </a:lnTo>
                  <a:cubicBezTo>
                    <a:pt x="11520" y="22284"/>
                    <a:pt x="11577" y="22259"/>
                    <a:pt x="11637" y="22230"/>
                  </a:cubicBezTo>
                  <a:cubicBezTo>
                    <a:pt x="11657" y="22220"/>
                    <a:pt x="11775" y="22160"/>
                    <a:pt x="11775" y="22160"/>
                  </a:cubicBezTo>
                  <a:cubicBezTo>
                    <a:pt x="11854" y="22119"/>
                    <a:pt x="11934" y="22076"/>
                    <a:pt x="12013" y="22031"/>
                  </a:cubicBezTo>
                  <a:cubicBezTo>
                    <a:pt x="12045" y="22013"/>
                    <a:pt x="12077" y="21995"/>
                    <a:pt x="12113" y="21974"/>
                  </a:cubicBezTo>
                  <a:cubicBezTo>
                    <a:pt x="12191" y="21926"/>
                    <a:pt x="12270" y="21876"/>
                    <a:pt x="12347" y="21826"/>
                  </a:cubicBezTo>
                  <a:cubicBezTo>
                    <a:pt x="12347" y="21826"/>
                    <a:pt x="12408" y="21786"/>
                    <a:pt x="12430" y="21770"/>
                  </a:cubicBezTo>
                  <a:cubicBezTo>
                    <a:pt x="12524" y="21705"/>
                    <a:pt x="12609" y="21643"/>
                    <a:pt x="12689" y="21582"/>
                  </a:cubicBezTo>
                  <a:lnTo>
                    <a:pt x="12701" y="21575"/>
                  </a:lnTo>
                  <a:lnTo>
                    <a:pt x="12815" y="21483"/>
                  </a:lnTo>
                  <a:cubicBezTo>
                    <a:pt x="14175" y="20382"/>
                    <a:pt x="14774" y="19013"/>
                    <a:pt x="14417" y="17820"/>
                  </a:cubicBezTo>
                  <a:cubicBezTo>
                    <a:pt x="14344" y="17578"/>
                    <a:pt x="14243" y="17354"/>
                    <a:pt x="14112" y="17152"/>
                  </a:cubicBezTo>
                  <a:cubicBezTo>
                    <a:pt x="13994" y="16970"/>
                    <a:pt x="13855" y="16810"/>
                    <a:pt x="13697" y="16673"/>
                  </a:cubicBezTo>
                  <a:cubicBezTo>
                    <a:pt x="14241" y="16653"/>
                    <a:pt x="14723" y="16537"/>
                    <a:pt x="15133" y="16326"/>
                  </a:cubicBezTo>
                  <a:cubicBezTo>
                    <a:pt x="15477" y="16150"/>
                    <a:pt x="15765" y="15913"/>
                    <a:pt x="15987" y="15620"/>
                  </a:cubicBezTo>
                  <a:cubicBezTo>
                    <a:pt x="16402" y="15076"/>
                    <a:pt x="16573" y="14454"/>
                    <a:pt x="16479" y="13823"/>
                  </a:cubicBezTo>
                  <a:cubicBezTo>
                    <a:pt x="16436" y="13530"/>
                    <a:pt x="16336" y="13247"/>
                    <a:pt x="16183" y="12983"/>
                  </a:cubicBezTo>
                  <a:cubicBezTo>
                    <a:pt x="16122" y="12878"/>
                    <a:pt x="16051" y="12773"/>
                    <a:pt x="15973" y="12673"/>
                  </a:cubicBezTo>
                  <a:cubicBezTo>
                    <a:pt x="15937" y="12629"/>
                    <a:pt x="15902" y="12586"/>
                    <a:pt x="15864" y="12544"/>
                  </a:cubicBezTo>
                  <a:cubicBezTo>
                    <a:pt x="15723" y="12381"/>
                    <a:pt x="15557" y="12225"/>
                    <a:pt x="15357" y="12067"/>
                  </a:cubicBezTo>
                  <a:cubicBezTo>
                    <a:pt x="15251" y="11985"/>
                    <a:pt x="15145" y="11907"/>
                    <a:pt x="15048" y="11838"/>
                  </a:cubicBezTo>
                  <a:cubicBezTo>
                    <a:pt x="15006" y="11807"/>
                    <a:pt x="14964" y="11778"/>
                    <a:pt x="14931" y="11751"/>
                  </a:cubicBezTo>
                  <a:cubicBezTo>
                    <a:pt x="14904" y="11728"/>
                    <a:pt x="14882" y="11706"/>
                    <a:pt x="14858" y="11679"/>
                  </a:cubicBezTo>
                  <a:cubicBezTo>
                    <a:pt x="14741" y="11548"/>
                    <a:pt x="14644" y="11370"/>
                    <a:pt x="14581" y="11169"/>
                  </a:cubicBezTo>
                  <a:cubicBezTo>
                    <a:pt x="14564" y="11118"/>
                    <a:pt x="14550" y="11061"/>
                    <a:pt x="14537" y="10995"/>
                  </a:cubicBezTo>
                  <a:cubicBezTo>
                    <a:pt x="14482" y="10723"/>
                    <a:pt x="14490" y="10425"/>
                    <a:pt x="14560" y="10134"/>
                  </a:cubicBezTo>
                  <a:lnTo>
                    <a:pt x="14564" y="10113"/>
                  </a:lnTo>
                  <a:cubicBezTo>
                    <a:pt x="14584" y="10026"/>
                    <a:pt x="14612" y="9934"/>
                    <a:pt x="14651" y="9826"/>
                  </a:cubicBezTo>
                  <a:cubicBezTo>
                    <a:pt x="14691" y="9718"/>
                    <a:pt x="14742" y="9603"/>
                    <a:pt x="14805" y="9486"/>
                  </a:cubicBezTo>
                  <a:cubicBezTo>
                    <a:pt x="14866" y="9373"/>
                    <a:pt x="14942" y="9254"/>
                    <a:pt x="15043" y="9112"/>
                  </a:cubicBezTo>
                  <a:cubicBezTo>
                    <a:pt x="15102" y="9027"/>
                    <a:pt x="15168" y="8941"/>
                    <a:pt x="15241" y="8849"/>
                  </a:cubicBezTo>
                  <a:cubicBezTo>
                    <a:pt x="15400" y="8652"/>
                    <a:pt x="15584" y="8446"/>
                    <a:pt x="15803" y="8220"/>
                  </a:cubicBezTo>
                  <a:lnTo>
                    <a:pt x="15819" y="8202"/>
                  </a:lnTo>
                  <a:cubicBezTo>
                    <a:pt x="15894" y="8121"/>
                    <a:pt x="15974" y="8040"/>
                    <a:pt x="16071" y="7945"/>
                  </a:cubicBezTo>
                  <a:cubicBezTo>
                    <a:pt x="16316" y="7699"/>
                    <a:pt x="16568" y="7460"/>
                    <a:pt x="16815" y="7226"/>
                  </a:cubicBezTo>
                  <a:lnTo>
                    <a:pt x="16981" y="7067"/>
                  </a:lnTo>
                  <a:cubicBezTo>
                    <a:pt x="17872" y="6250"/>
                    <a:pt x="18376" y="5715"/>
                    <a:pt x="18647" y="5083"/>
                  </a:cubicBezTo>
                  <a:cubicBezTo>
                    <a:pt x="18658" y="5058"/>
                    <a:pt x="18688" y="4984"/>
                    <a:pt x="18688" y="4984"/>
                  </a:cubicBezTo>
                  <a:lnTo>
                    <a:pt x="18703" y="4945"/>
                  </a:lnTo>
                  <a:cubicBezTo>
                    <a:pt x="18878" y="4472"/>
                    <a:pt x="18891" y="3975"/>
                    <a:pt x="18742" y="3506"/>
                  </a:cubicBezTo>
                  <a:lnTo>
                    <a:pt x="18743" y="3506"/>
                  </a:lnTo>
                  <a:cubicBezTo>
                    <a:pt x="18735" y="3476"/>
                    <a:pt x="18725" y="3446"/>
                    <a:pt x="18714" y="3417"/>
                  </a:cubicBezTo>
                  <a:lnTo>
                    <a:pt x="18708" y="3402"/>
                  </a:lnTo>
                  <a:cubicBezTo>
                    <a:pt x="18690" y="3354"/>
                    <a:pt x="18673" y="3308"/>
                    <a:pt x="18652" y="3260"/>
                  </a:cubicBezTo>
                  <a:cubicBezTo>
                    <a:pt x="18480" y="2869"/>
                    <a:pt x="18225" y="2575"/>
                    <a:pt x="18021" y="2363"/>
                  </a:cubicBezTo>
                  <a:lnTo>
                    <a:pt x="18007" y="2347"/>
                  </a:lnTo>
                  <a:lnTo>
                    <a:pt x="17984" y="2325"/>
                  </a:lnTo>
                  <a:cubicBezTo>
                    <a:pt x="17649" y="1980"/>
                    <a:pt x="17327" y="1678"/>
                    <a:pt x="17005" y="1402"/>
                  </a:cubicBezTo>
                  <a:cubicBezTo>
                    <a:pt x="16557" y="1018"/>
                    <a:pt x="16127" y="706"/>
                    <a:pt x="15692" y="448"/>
                  </a:cubicBezTo>
                  <a:cubicBezTo>
                    <a:pt x="15512" y="342"/>
                    <a:pt x="15269" y="208"/>
                    <a:pt x="14985" y="115"/>
                  </a:cubicBezTo>
                  <a:cubicBezTo>
                    <a:pt x="14750" y="39"/>
                    <a:pt x="14511" y="0"/>
                    <a:pt x="14279" y="0"/>
                  </a:cubicBezTo>
                  <a:close/>
                </a:path>
              </a:pathLst>
            </a:custGeom>
            <a:solidFill>
              <a:schemeClr val="lt1"/>
            </a:solidFill>
            <a:ln w="9525" cap="flat" cmpd="sng">
              <a:solidFill>
                <a:schemeClr val="dk1"/>
              </a:solidFill>
              <a:prstDash val="solid"/>
              <a:miter lim="1104"/>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2" name="Google Shape;3138;p39">
              <a:extLst>
                <a:ext uri="{FF2B5EF4-FFF2-40B4-BE49-F238E27FC236}">
                  <a16:creationId xmlns:a16="http://schemas.microsoft.com/office/drawing/2014/main" id="{8708B6A5-FB69-50D1-A31C-07617391F31D}"/>
                </a:ext>
              </a:extLst>
            </p:cNvPr>
            <p:cNvSpPr/>
            <p:nvPr/>
          </p:nvSpPr>
          <p:spPr>
            <a:xfrm>
              <a:off x="3858000" y="3720450"/>
              <a:ext cx="230150" cy="336900"/>
            </a:xfrm>
            <a:custGeom>
              <a:avLst/>
              <a:gdLst/>
              <a:ahLst/>
              <a:cxnLst/>
              <a:rect l="l" t="t" r="r" b="b"/>
              <a:pathLst>
                <a:path w="9206" h="13476" extrusionOk="0">
                  <a:moveTo>
                    <a:pt x="6236" y="0"/>
                  </a:moveTo>
                  <a:cubicBezTo>
                    <a:pt x="5998" y="0"/>
                    <a:pt x="5793" y="153"/>
                    <a:pt x="5554" y="509"/>
                  </a:cubicBezTo>
                  <a:cubicBezTo>
                    <a:pt x="5217" y="1011"/>
                    <a:pt x="4933" y="1557"/>
                    <a:pt x="4658" y="2084"/>
                  </a:cubicBezTo>
                  <a:cubicBezTo>
                    <a:pt x="4558" y="2275"/>
                    <a:pt x="4458" y="2466"/>
                    <a:pt x="4356" y="2655"/>
                  </a:cubicBezTo>
                  <a:cubicBezTo>
                    <a:pt x="4269" y="2817"/>
                    <a:pt x="4187" y="2965"/>
                    <a:pt x="4104" y="3107"/>
                  </a:cubicBezTo>
                  <a:cubicBezTo>
                    <a:pt x="4030" y="3237"/>
                    <a:pt x="3952" y="3366"/>
                    <a:pt x="3871" y="3492"/>
                  </a:cubicBezTo>
                  <a:cubicBezTo>
                    <a:pt x="3683" y="3787"/>
                    <a:pt x="3494" y="4043"/>
                    <a:pt x="3293" y="4275"/>
                  </a:cubicBezTo>
                  <a:cubicBezTo>
                    <a:pt x="3189" y="4398"/>
                    <a:pt x="3080" y="4513"/>
                    <a:pt x="2971" y="4619"/>
                  </a:cubicBezTo>
                  <a:cubicBezTo>
                    <a:pt x="2932" y="4657"/>
                    <a:pt x="2893" y="4693"/>
                    <a:pt x="2854" y="4728"/>
                  </a:cubicBezTo>
                  <a:cubicBezTo>
                    <a:pt x="2544" y="5009"/>
                    <a:pt x="2238" y="5226"/>
                    <a:pt x="2006" y="5383"/>
                  </a:cubicBezTo>
                  <a:cubicBezTo>
                    <a:pt x="1906" y="5453"/>
                    <a:pt x="1807" y="5519"/>
                    <a:pt x="1711" y="5583"/>
                  </a:cubicBezTo>
                  <a:lnTo>
                    <a:pt x="1567" y="5681"/>
                  </a:lnTo>
                  <a:cubicBezTo>
                    <a:pt x="1001" y="6065"/>
                    <a:pt x="510" y="6446"/>
                    <a:pt x="241" y="7211"/>
                  </a:cubicBezTo>
                  <a:cubicBezTo>
                    <a:pt x="0" y="7893"/>
                    <a:pt x="209" y="8595"/>
                    <a:pt x="831" y="9185"/>
                  </a:cubicBezTo>
                  <a:cubicBezTo>
                    <a:pt x="878" y="9230"/>
                    <a:pt x="927" y="9275"/>
                    <a:pt x="979" y="9319"/>
                  </a:cubicBezTo>
                  <a:cubicBezTo>
                    <a:pt x="1445" y="9709"/>
                    <a:pt x="1846" y="10047"/>
                    <a:pt x="2052" y="10613"/>
                  </a:cubicBezTo>
                  <a:cubicBezTo>
                    <a:pt x="2107" y="10769"/>
                    <a:pt x="2154" y="10933"/>
                    <a:pt x="2201" y="11092"/>
                  </a:cubicBezTo>
                  <a:lnTo>
                    <a:pt x="2212" y="11131"/>
                  </a:lnTo>
                  <a:cubicBezTo>
                    <a:pt x="2254" y="11279"/>
                    <a:pt x="2297" y="11433"/>
                    <a:pt x="2348" y="11579"/>
                  </a:cubicBezTo>
                  <a:cubicBezTo>
                    <a:pt x="2446" y="11876"/>
                    <a:pt x="2601" y="12255"/>
                    <a:pt x="2935" y="12558"/>
                  </a:cubicBezTo>
                  <a:cubicBezTo>
                    <a:pt x="3050" y="12661"/>
                    <a:pt x="3181" y="12759"/>
                    <a:pt x="3323" y="12847"/>
                  </a:cubicBezTo>
                  <a:cubicBezTo>
                    <a:pt x="3626" y="13038"/>
                    <a:pt x="3991" y="13198"/>
                    <a:pt x="4383" y="13311"/>
                  </a:cubicBezTo>
                  <a:cubicBezTo>
                    <a:pt x="4400" y="13317"/>
                    <a:pt x="4419" y="13322"/>
                    <a:pt x="4439" y="13327"/>
                  </a:cubicBezTo>
                  <a:cubicBezTo>
                    <a:pt x="4440" y="13327"/>
                    <a:pt x="4442" y="13328"/>
                    <a:pt x="4443" y="13328"/>
                  </a:cubicBezTo>
                  <a:cubicBezTo>
                    <a:pt x="4801" y="13425"/>
                    <a:pt x="5160" y="13476"/>
                    <a:pt x="5484" y="13476"/>
                  </a:cubicBezTo>
                  <a:lnTo>
                    <a:pt x="5484" y="13475"/>
                  </a:lnTo>
                  <a:cubicBezTo>
                    <a:pt x="6047" y="13475"/>
                    <a:pt x="6458" y="13328"/>
                    <a:pt x="6672" y="13048"/>
                  </a:cubicBezTo>
                  <a:cubicBezTo>
                    <a:pt x="6821" y="12853"/>
                    <a:pt x="6881" y="12654"/>
                    <a:pt x="6852" y="12456"/>
                  </a:cubicBezTo>
                  <a:cubicBezTo>
                    <a:pt x="6793" y="12056"/>
                    <a:pt x="6375" y="11756"/>
                    <a:pt x="6069" y="11536"/>
                  </a:cubicBezTo>
                  <a:cubicBezTo>
                    <a:pt x="5983" y="11473"/>
                    <a:pt x="5900" y="11413"/>
                    <a:pt x="5843" y="11363"/>
                  </a:cubicBezTo>
                  <a:cubicBezTo>
                    <a:pt x="5759" y="11291"/>
                    <a:pt x="5687" y="11219"/>
                    <a:pt x="5622" y="11145"/>
                  </a:cubicBezTo>
                  <a:cubicBezTo>
                    <a:pt x="5352" y="10844"/>
                    <a:pt x="5141" y="10469"/>
                    <a:pt x="5012" y="10058"/>
                  </a:cubicBezTo>
                  <a:cubicBezTo>
                    <a:pt x="4977" y="9947"/>
                    <a:pt x="4947" y="9830"/>
                    <a:pt x="4923" y="9707"/>
                  </a:cubicBezTo>
                  <a:cubicBezTo>
                    <a:pt x="4823" y="9210"/>
                    <a:pt x="4837" y="8674"/>
                    <a:pt x="4960" y="8159"/>
                  </a:cubicBezTo>
                  <a:cubicBezTo>
                    <a:pt x="4996" y="8002"/>
                    <a:pt x="5042" y="7846"/>
                    <a:pt x="5103" y="7680"/>
                  </a:cubicBezTo>
                  <a:cubicBezTo>
                    <a:pt x="5168" y="7500"/>
                    <a:pt x="5252" y="7315"/>
                    <a:pt x="5351" y="7129"/>
                  </a:cubicBezTo>
                  <a:cubicBezTo>
                    <a:pt x="5445" y="6953"/>
                    <a:pt x="5557" y="6777"/>
                    <a:pt x="5693" y="6587"/>
                  </a:cubicBezTo>
                  <a:cubicBezTo>
                    <a:pt x="5770" y="6476"/>
                    <a:pt x="5855" y="6363"/>
                    <a:pt x="5952" y="6243"/>
                  </a:cubicBezTo>
                  <a:cubicBezTo>
                    <a:pt x="6142" y="6009"/>
                    <a:pt x="6356" y="5768"/>
                    <a:pt x="6607" y="5507"/>
                  </a:cubicBezTo>
                  <a:cubicBezTo>
                    <a:pt x="6694" y="5414"/>
                    <a:pt x="6789" y="5317"/>
                    <a:pt x="6898" y="5209"/>
                  </a:cubicBezTo>
                  <a:cubicBezTo>
                    <a:pt x="7157" y="4950"/>
                    <a:pt x="7417" y="4703"/>
                    <a:pt x="7669" y="4464"/>
                  </a:cubicBezTo>
                  <a:lnTo>
                    <a:pt x="7844" y="4299"/>
                  </a:lnTo>
                  <a:cubicBezTo>
                    <a:pt x="8859" y="3366"/>
                    <a:pt x="9188" y="2948"/>
                    <a:pt x="9199" y="2577"/>
                  </a:cubicBezTo>
                  <a:cubicBezTo>
                    <a:pt x="9206" y="2317"/>
                    <a:pt x="9050" y="2104"/>
                    <a:pt x="8796" y="1843"/>
                  </a:cubicBezTo>
                  <a:cubicBezTo>
                    <a:pt x="8079" y="1107"/>
                    <a:pt x="7455" y="593"/>
                    <a:pt x="6833" y="224"/>
                  </a:cubicBezTo>
                  <a:cubicBezTo>
                    <a:pt x="6605" y="90"/>
                    <a:pt x="6416" y="0"/>
                    <a:pt x="6236" y="0"/>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3" name="Google Shape;3139;p39">
              <a:extLst>
                <a:ext uri="{FF2B5EF4-FFF2-40B4-BE49-F238E27FC236}">
                  <a16:creationId xmlns:a16="http://schemas.microsoft.com/office/drawing/2014/main" id="{C63F2ACE-CA7B-CB88-ABD2-B60648ADF56C}"/>
                </a:ext>
              </a:extLst>
            </p:cNvPr>
            <p:cNvSpPr/>
            <p:nvPr/>
          </p:nvSpPr>
          <p:spPr>
            <a:xfrm>
              <a:off x="3976950" y="3720450"/>
              <a:ext cx="117675" cy="107675"/>
            </a:xfrm>
            <a:custGeom>
              <a:avLst/>
              <a:gdLst/>
              <a:ahLst/>
              <a:cxnLst/>
              <a:rect l="l" t="t" r="r" b="b"/>
              <a:pathLst>
                <a:path w="4707" h="4307" extrusionOk="0">
                  <a:moveTo>
                    <a:pt x="1477" y="0"/>
                  </a:moveTo>
                  <a:cubicBezTo>
                    <a:pt x="1239" y="0"/>
                    <a:pt x="1035" y="153"/>
                    <a:pt x="794" y="509"/>
                  </a:cubicBezTo>
                  <a:cubicBezTo>
                    <a:pt x="493" y="959"/>
                    <a:pt x="234" y="1443"/>
                    <a:pt x="16" y="1860"/>
                  </a:cubicBezTo>
                  <a:cubicBezTo>
                    <a:pt x="2" y="1887"/>
                    <a:pt x="0" y="1918"/>
                    <a:pt x="11" y="1946"/>
                  </a:cubicBezTo>
                  <a:cubicBezTo>
                    <a:pt x="21" y="1973"/>
                    <a:pt x="43" y="1995"/>
                    <a:pt x="72" y="2005"/>
                  </a:cubicBezTo>
                  <a:cubicBezTo>
                    <a:pt x="211" y="2057"/>
                    <a:pt x="367" y="2131"/>
                    <a:pt x="536" y="2226"/>
                  </a:cubicBezTo>
                  <a:cubicBezTo>
                    <a:pt x="1337" y="2676"/>
                    <a:pt x="2286" y="3479"/>
                    <a:pt x="2954" y="4272"/>
                  </a:cubicBezTo>
                  <a:cubicBezTo>
                    <a:pt x="2973" y="4294"/>
                    <a:pt x="3002" y="4305"/>
                    <a:pt x="3029" y="4306"/>
                  </a:cubicBezTo>
                  <a:lnTo>
                    <a:pt x="3035" y="4306"/>
                  </a:lnTo>
                  <a:cubicBezTo>
                    <a:pt x="3061" y="4306"/>
                    <a:pt x="3089" y="4294"/>
                    <a:pt x="3109" y="4275"/>
                  </a:cubicBezTo>
                  <a:cubicBezTo>
                    <a:pt x="3249" y="4142"/>
                    <a:pt x="3391" y="4008"/>
                    <a:pt x="3529" y="3871"/>
                  </a:cubicBezTo>
                  <a:cubicBezTo>
                    <a:pt x="4541" y="2870"/>
                    <a:pt x="4706" y="2528"/>
                    <a:pt x="4037" y="1842"/>
                  </a:cubicBezTo>
                  <a:cubicBezTo>
                    <a:pt x="3322" y="1108"/>
                    <a:pt x="2698" y="594"/>
                    <a:pt x="2075" y="225"/>
                  </a:cubicBezTo>
                  <a:cubicBezTo>
                    <a:pt x="1847" y="91"/>
                    <a:pt x="1658" y="0"/>
                    <a:pt x="1477" y="0"/>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4" name="Google Shape;3140;p39">
              <a:extLst>
                <a:ext uri="{FF2B5EF4-FFF2-40B4-BE49-F238E27FC236}">
                  <a16:creationId xmlns:a16="http://schemas.microsoft.com/office/drawing/2014/main" id="{CD51F72E-984B-6BD1-164C-83DD7C9A5F94}"/>
                </a:ext>
              </a:extLst>
            </p:cNvPr>
            <p:cNvSpPr/>
            <p:nvPr/>
          </p:nvSpPr>
          <p:spPr>
            <a:xfrm>
              <a:off x="3939825" y="3998200"/>
              <a:ext cx="90225" cy="59150"/>
            </a:xfrm>
            <a:custGeom>
              <a:avLst/>
              <a:gdLst/>
              <a:ahLst/>
              <a:cxnLst/>
              <a:rect l="l" t="t" r="r" b="b"/>
              <a:pathLst>
                <a:path w="3609" h="2366" extrusionOk="0">
                  <a:moveTo>
                    <a:pt x="2272" y="0"/>
                  </a:moveTo>
                  <a:cubicBezTo>
                    <a:pt x="2260" y="0"/>
                    <a:pt x="2249" y="3"/>
                    <a:pt x="2237" y="6"/>
                  </a:cubicBezTo>
                  <a:cubicBezTo>
                    <a:pt x="1534" y="256"/>
                    <a:pt x="896" y="656"/>
                    <a:pt x="394" y="1164"/>
                  </a:cubicBezTo>
                  <a:cubicBezTo>
                    <a:pt x="351" y="1206"/>
                    <a:pt x="310" y="1249"/>
                    <a:pt x="270" y="1293"/>
                  </a:cubicBezTo>
                  <a:cubicBezTo>
                    <a:pt x="178" y="1391"/>
                    <a:pt x="98" y="1489"/>
                    <a:pt x="22" y="1588"/>
                  </a:cubicBezTo>
                  <a:cubicBezTo>
                    <a:pt x="5" y="1611"/>
                    <a:pt x="0" y="1642"/>
                    <a:pt x="6" y="1670"/>
                  </a:cubicBezTo>
                  <a:cubicBezTo>
                    <a:pt x="10" y="1698"/>
                    <a:pt x="29" y="1724"/>
                    <a:pt x="53" y="1739"/>
                  </a:cubicBezTo>
                  <a:lnTo>
                    <a:pt x="112" y="1777"/>
                  </a:lnTo>
                  <a:cubicBezTo>
                    <a:pt x="152" y="1799"/>
                    <a:pt x="191" y="1823"/>
                    <a:pt x="232" y="1845"/>
                  </a:cubicBezTo>
                  <a:cubicBezTo>
                    <a:pt x="494" y="1989"/>
                    <a:pt x="797" y="2112"/>
                    <a:pt x="1110" y="2201"/>
                  </a:cubicBezTo>
                  <a:cubicBezTo>
                    <a:pt x="1127" y="2207"/>
                    <a:pt x="1146" y="2212"/>
                    <a:pt x="1166" y="2217"/>
                  </a:cubicBezTo>
                  <a:cubicBezTo>
                    <a:pt x="1167" y="2218"/>
                    <a:pt x="1169" y="2218"/>
                    <a:pt x="1170" y="2219"/>
                  </a:cubicBezTo>
                  <a:cubicBezTo>
                    <a:pt x="1528" y="2315"/>
                    <a:pt x="1887" y="2366"/>
                    <a:pt x="2211" y="2366"/>
                  </a:cubicBezTo>
                  <a:cubicBezTo>
                    <a:pt x="2774" y="2366"/>
                    <a:pt x="3185" y="2218"/>
                    <a:pt x="3399" y="1938"/>
                  </a:cubicBezTo>
                  <a:cubicBezTo>
                    <a:pt x="3548" y="1743"/>
                    <a:pt x="3608" y="1544"/>
                    <a:pt x="3579" y="1347"/>
                  </a:cubicBezTo>
                  <a:cubicBezTo>
                    <a:pt x="3520" y="947"/>
                    <a:pt x="3101" y="646"/>
                    <a:pt x="2796" y="426"/>
                  </a:cubicBezTo>
                  <a:cubicBezTo>
                    <a:pt x="2709" y="363"/>
                    <a:pt x="2627" y="303"/>
                    <a:pt x="2570" y="253"/>
                  </a:cubicBezTo>
                  <a:cubicBezTo>
                    <a:pt x="2486" y="181"/>
                    <a:pt x="2414" y="109"/>
                    <a:pt x="2349" y="36"/>
                  </a:cubicBezTo>
                  <a:cubicBezTo>
                    <a:pt x="2329" y="13"/>
                    <a:pt x="2300" y="0"/>
                    <a:pt x="2272" y="0"/>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5" name="Google Shape;3141;p39">
              <a:extLst>
                <a:ext uri="{FF2B5EF4-FFF2-40B4-BE49-F238E27FC236}">
                  <a16:creationId xmlns:a16="http://schemas.microsoft.com/office/drawing/2014/main" id="{4608AB25-B60E-9C4C-31A6-99A3F6B76D02}"/>
                </a:ext>
              </a:extLst>
            </p:cNvPr>
            <p:cNvSpPr/>
            <p:nvPr/>
          </p:nvSpPr>
          <p:spPr>
            <a:xfrm>
              <a:off x="4003425" y="3736400"/>
              <a:ext cx="22575" cy="33775"/>
            </a:xfrm>
            <a:custGeom>
              <a:avLst/>
              <a:gdLst/>
              <a:ahLst/>
              <a:cxnLst/>
              <a:rect l="l" t="t" r="r" b="b"/>
              <a:pathLst>
                <a:path w="903" h="1351" extrusionOk="0">
                  <a:moveTo>
                    <a:pt x="814" y="0"/>
                  </a:moveTo>
                  <a:cubicBezTo>
                    <a:pt x="792" y="0"/>
                    <a:pt x="771" y="8"/>
                    <a:pt x="754" y="25"/>
                  </a:cubicBezTo>
                  <a:cubicBezTo>
                    <a:pt x="666" y="113"/>
                    <a:pt x="593" y="206"/>
                    <a:pt x="523" y="302"/>
                  </a:cubicBezTo>
                  <a:cubicBezTo>
                    <a:pt x="452" y="397"/>
                    <a:pt x="388" y="496"/>
                    <a:pt x="326" y="595"/>
                  </a:cubicBezTo>
                  <a:cubicBezTo>
                    <a:pt x="265" y="694"/>
                    <a:pt x="206" y="796"/>
                    <a:pt x="153" y="902"/>
                  </a:cubicBezTo>
                  <a:cubicBezTo>
                    <a:pt x="99" y="1007"/>
                    <a:pt x="48" y="1114"/>
                    <a:pt x="9" y="1232"/>
                  </a:cubicBezTo>
                  <a:cubicBezTo>
                    <a:pt x="1" y="1259"/>
                    <a:pt x="5" y="1291"/>
                    <a:pt x="24" y="1316"/>
                  </a:cubicBezTo>
                  <a:cubicBezTo>
                    <a:pt x="42" y="1339"/>
                    <a:pt x="68" y="1351"/>
                    <a:pt x="95" y="1351"/>
                  </a:cubicBezTo>
                  <a:cubicBezTo>
                    <a:pt x="115" y="1351"/>
                    <a:pt x="134" y="1345"/>
                    <a:pt x="151" y="1332"/>
                  </a:cubicBezTo>
                  <a:cubicBezTo>
                    <a:pt x="249" y="1255"/>
                    <a:pt x="333" y="1165"/>
                    <a:pt x="410" y="1071"/>
                  </a:cubicBezTo>
                  <a:cubicBezTo>
                    <a:pt x="488" y="977"/>
                    <a:pt x="557" y="878"/>
                    <a:pt x="620" y="775"/>
                  </a:cubicBezTo>
                  <a:cubicBezTo>
                    <a:pt x="682" y="671"/>
                    <a:pt x="739" y="564"/>
                    <a:pt x="786" y="451"/>
                  </a:cubicBezTo>
                  <a:cubicBezTo>
                    <a:pt x="834" y="340"/>
                    <a:pt x="874" y="224"/>
                    <a:pt x="898" y="101"/>
                  </a:cubicBezTo>
                  <a:cubicBezTo>
                    <a:pt x="902" y="75"/>
                    <a:pt x="894" y="45"/>
                    <a:pt x="873" y="25"/>
                  </a:cubicBezTo>
                  <a:cubicBezTo>
                    <a:pt x="857" y="8"/>
                    <a:pt x="835" y="0"/>
                    <a:pt x="814" y="0"/>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6" name="Google Shape;3142;p39">
              <a:extLst>
                <a:ext uri="{FF2B5EF4-FFF2-40B4-BE49-F238E27FC236}">
                  <a16:creationId xmlns:a16="http://schemas.microsoft.com/office/drawing/2014/main" id="{FEA06E61-875B-CC5F-EC0E-4D5CB29D3F9D}"/>
                </a:ext>
              </a:extLst>
            </p:cNvPr>
            <p:cNvSpPr/>
            <p:nvPr/>
          </p:nvSpPr>
          <p:spPr>
            <a:xfrm>
              <a:off x="4025125" y="3754675"/>
              <a:ext cx="22275" cy="29900"/>
            </a:xfrm>
            <a:custGeom>
              <a:avLst/>
              <a:gdLst/>
              <a:ahLst/>
              <a:cxnLst/>
              <a:rect l="l" t="t" r="r" b="b"/>
              <a:pathLst>
                <a:path w="891" h="1196" extrusionOk="0">
                  <a:moveTo>
                    <a:pt x="802" y="1"/>
                  </a:moveTo>
                  <a:cubicBezTo>
                    <a:pt x="779" y="1"/>
                    <a:pt x="757" y="10"/>
                    <a:pt x="740" y="27"/>
                  </a:cubicBezTo>
                  <a:lnTo>
                    <a:pt x="739" y="29"/>
                  </a:lnTo>
                  <a:cubicBezTo>
                    <a:pt x="662" y="110"/>
                    <a:pt x="597" y="194"/>
                    <a:pt x="536" y="278"/>
                  </a:cubicBezTo>
                  <a:cubicBezTo>
                    <a:pt x="472" y="361"/>
                    <a:pt x="412" y="445"/>
                    <a:pt x="352" y="529"/>
                  </a:cubicBezTo>
                  <a:cubicBezTo>
                    <a:pt x="294" y="614"/>
                    <a:pt x="235" y="698"/>
                    <a:pt x="179" y="786"/>
                  </a:cubicBezTo>
                  <a:cubicBezTo>
                    <a:pt x="121" y="874"/>
                    <a:pt x="65" y="962"/>
                    <a:pt x="14" y="1063"/>
                  </a:cubicBezTo>
                  <a:lnTo>
                    <a:pt x="14" y="1064"/>
                  </a:lnTo>
                  <a:cubicBezTo>
                    <a:pt x="2" y="1089"/>
                    <a:pt x="1" y="1118"/>
                    <a:pt x="14" y="1144"/>
                  </a:cubicBezTo>
                  <a:cubicBezTo>
                    <a:pt x="30" y="1177"/>
                    <a:pt x="62" y="1196"/>
                    <a:pt x="96" y="1196"/>
                  </a:cubicBezTo>
                  <a:cubicBezTo>
                    <a:pt x="109" y="1196"/>
                    <a:pt x="123" y="1193"/>
                    <a:pt x="136" y="1186"/>
                  </a:cubicBezTo>
                  <a:cubicBezTo>
                    <a:pt x="241" y="1134"/>
                    <a:pt x="331" y="1064"/>
                    <a:pt x="414" y="985"/>
                  </a:cubicBezTo>
                  <a:cubicBezTo>
                    <a:pt x="497" y="908"/>
                    <a:pt x="571" y="820"/>
                    <a:pt x="635" y="726"/>
                  </a:cubicBezTo>
                  <a:cubicBezTo>
                    <a:pt x="700" y="632"/>
                    <a:pt x="755" y="532"/>
                    <a:pt x="799" y="426"/>
                  </a:cubicBezTo>
                  <a:cubicBezTo>
                    <a:pt x="843" y="321"/>
                    <a:pt x="876" y="212"/>
                    <a:pt x="887" y="95"/>
                  </a:cubicBezTo>
                  <a:cubicBezTo>
                    <a:pt x="890" y="69"/>
                    <a:pt x="881" y="43"/>
                    <a:pt x="860" y="24"/>
                  </a:cubicBezTo>
                  <a:cubicBezTo>
                    <a:pt x="844" y="9"/>
                    <a:pt x="823" y="1"/>
                    <a:pt x="802"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7" name="Google Shape;3143;p39">
              <a:extLst>
                <a:ext uri="{FF2B5EF4-FFF2-40B4-BE49-F238E27FC236}">
                  <a16:creationId xmlns:a16="http://schemas.microsoft.com/office/drawing/2014/main" id="{A685167F-ED8B-66C4-2CAA-62ED7F63D01E}"/>
                </a:ext>
              </a:extLst>
            </p:cNvPr>
            <p:cNvSpPr/>
            <p:nvPr/>
          </p:nvSpPr>
          <p:spPr>
            <a:xfrm>
              <a:off x="4043950" y="3776325"/>
              <a:ext cx="24950" cy="27425"/>
            </a:xfrm>
            <a:custGeom>
              <a:avLst/>
              <a:gdLst/>
              <a:ahLst/>
              <a:cxnLst/>
              <a:rect l="l" t="t" r="r" b="b"/>
              <a:pathLst>
                <a:path w="998" h="1097" extrusionOk="0">
                  <a:moveTo>
                    <a:pt x="909" y="0"/>
                  </a:moveTo>
                  <a:cubicBezTo>
                    <a:pt x="890" y="0"/>
                    <a:pt x="870" y="7"/>
                    <a:pt x="854" y="20"/>
                  </a:cubicBezTo>
                  <a:lnTo>
                    <a:pt x="853" y="21"/>
                  </a:lnTo>
                  <a:cubicBezTo>
                    <a:pt x="768" y="93"/>
                    <a:pt x="695" y="168"/>
                    <a:pt x="623" y="243"/>
                  </a:cubicBezTo>
                  <a:cubicBezTo>
                    <a:pt x="551" y="317"/>
                    <a:pt x="483" y="393"/>
                    <a:pt x="415" y="469"/>
                  </a:cubicBezTo>
                  <a:cubicBezTo>
                    <a:pt x="347" y="546"/>
                    <a:pt x="279" y="622"/>
                    <a:pt x="213" y="701"/>
                  </a:cubicBezTo>
                  <a:cubicBezTo>
                    <a:pt x="147" y="781"/>
                    <a:pt x="81" y="862"/>
                    <a:pt x="20" y="954"/>
                  </a:cubicBezTo>
                  <a:lnTo>
                    <a:pt x="19" y="957"/>
                  </a:lnTo>
                  <a:cubicBezTo>
                    <a:pt x="5" y="979"/>
                    <a:pt x="0" y="1009"/>
                    <a:pt x="9" y="1036"/>
                  </a:cubicBezTo>
                  <a:cubicBezTo>
                    <a:pt x="22" y="1074"/>
                    <a:pt x="57" y="1097"/>
                    <a:pt x="95" y="1097"/>
                  </a:cubicBezTo>
                  <a:cubicBezTo>
                    <a:pt x="105" y="1097"/>
                    <a:pt x="115" y="1095"/>
                    <a:pt x="125" y="1091"/>
                  </a:cubicBezTo>
                  <a:cubicBezTo>
                    <a:pt x="236" y="1053"/>
                    <a:pt x="333" y="994"/>
                    <a:pt x="423" y="927"/>
                  </a:cubicBezTo>
                  <a:cubicBezTo>
                    <a:pt x="515" y="861"/>
                    <a:pt x="598" y="782"/>
                    <a:pt x="673" y="697"/>
                  </a:cubicBezTo>
                  <a:cubicBezTo>
                    <a:pt x="747" y="612"/>
                    <a:pt x="813" y="520"/>
                    <a:pt x="867" y="421"/>
                  </a:cubicBezTo>
                  <a:cubicBezTo>
                    <a:pt x="923" y="323"/>
                    <a:pt x="969" y="218"/>
                    <a:pt x="993" y="104"/>
                  </a:cubicBezTo>
                  <a:cubicBezTo>
                    <a:pt x="998" y="80"/>
                    <a:pt x="992" y="52"/>
                    <a:pt x="975" y="31"/>
                  </a:cubicBezTo>
                  <a:cubicBezTo>
                    <a:pt x="958" y="11"/>
                    <a:pt x="934" y="0"/>
                    <a:pt x="909" y="0"/>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8" name="Google Shape;3144;p39">
              <a:extLst>
                <a:ext uri="{FF2B5EF4-FFF2-40B4-BE49-F238E27FC236}">
                  <a16:creationId xmlns:a16="http://schemas.microsoft.com/office/drawing/2014/main" id="{928CBD62-13DC-E7F1-031E-0E4827D3201D}"/>
                </a:ext>
              </a:extLst>
            </p:cNvPr>
            <p:cNvSpPr/>
            <p:nvPr/>
          </p:nvSpPr>
          <p:spPr>
            <a:xfrm>
              <a:off x="3915500" y="3963625"/>
              <a:ext cx="65350" cy="45500"/>
            </a:xfrm>
            <a:custGeom>
              <a:avLst/>
              <a:gdLst/>
              <a:ahLst/>
              <a:cxnLst/>
              <a:rect l="l" t="t" r="r" b="b"/>
              <a:pathLst>
                <a:path w="2614" h="1820" extrusionOk="0">
                  <a:moveTo>
                    <a:pt x="2522" y="0"/>
                  </a:moveTo>
                  <a:cubicBezTo>
                    <a:pt x="2353" y="15"/>
                    <a:pt x="2186" y="43"/>
                    <a:pt x="2021" y="84"/>
                  </a:cubicBezTo>
                  <a:lnTo>
                    <a:pt x="2020" y="84"/>
                  </a:lnTo>
                  <a:cubicBezTo>
                    <a:pt x="1589" y="189"/>
                    <a:pt x="1184" y="385"/>
                    <a:pt x="814" y="626"/>
                  </a:cubicBezTo>
                  <a:cubicBezTo>
                    <a:pt x="513" y="829"/>
                    <a:pt x="242" y="1072"/>
                    <a:pt x="0" y="1336"/>
                  </a:cubicBezTo>
                  <a:cubicBezTo>
                    <a:pt x="45" y="1498"/>
                    <a:pt x="91" y="1662"/>
                    <a:pt x="146" y="1820"/>
                  </a:cubicBezTo>
                  <a:cubicBezTo>
                    <a:pt x="153" y="1813"/>
                    <a:pt x="160" y="1804"/>
                    <a:pt x="169" y="1798"/>
                  </a:cubicBezTo>
                  <a:cubicBezTo>
                    <a:pt x="319" y="1663"/>
                    <a:pt x="451" y="1510"/>
                    <a:pt x="613" y="1390"/>
                  </a:cubicBezTo>
                  <a:cubicBezTo>
                    <a:pt x="691" y="1328"/>
                    <a:pt x="762" y="1259"/>
                    <a:pt x="843" y="1200"/>
                  </a:cubicBezTo>
                  <a:lnTo>
                    <a:pt x="1087" y="1028"/>
                  </a:lnTo>
                  <a:cubicBezTo>
                    <a:pt x="1415" y="807"/>
                    <a:pt x="1768" y="624"/>
                    <a:pt x="2140" y="494"/>
                  </a:cubicBezTo>
                  <a:cubicBezTo>
                    <a:pt x="2294" y="441"/>
                    <a:pt x="2454" y="396"/>
                    <a:pt x="2614" y="362"/>
                  </a:cubicBezTo>
                  <a:cubicBezTo>
                    <a:pt x="2576" y="246"/>
                    <a:pt x="2547" y="124"/>
                    <a:pt x="2522"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9" name="Google Shape;3145;p39">
              <a:extLst>
                <a:ext uri="{FF2B5EF4-FFF2-40B4-BE49-F238E27FC236}">
                  <a16:creationId xmlns:a16="http://schemas.microsoft.com/office/drawing/2014/main" id="{0941BFDF-0BDC-60D7-A6A8-107D0B3AAD4E}"/>
                </a:ext>
              </a:extLst>
            </p:cNvPr>
            <p:cNvSpPr/>
            <p:nvPr/>
          </p:nvSpPr>
          <p:spPr>
            <a:xfrm>
              <a:off x="3898625" y="3857150"/>
              <a:ext cx="84525" cy="66700"/>
            </a:xfrm>
            <a:custGeom>
              <a:avLst/>
              <a:gdLst/>
              <a:ahLst/>
              <a:cxnLst/>
              <a:rect l="l" t="t" r="r" b="b"/>
              <a:pathLst>
                <a:path w="3381" h="2668" extrusionOk="0">
                  <a:moveTo>
                    <a:pt x="440" y="1"/>
                  </a:moveTo>
                  <a:cubicBezTo>
                    <a:pt x="338" y="70"/>
                    <a:pt x="241" y="138"/>
                    <a:pt x="144" y="202"/>
                  </a:cubicBezTo>
                  <a:cubicBezTo>
                    <a:pt x="94" y="235"/>
                    <a:pt x="47" y="267"/>
                    <a:pt x="0" y="299"/>
                  </a:cubicBezTo>
                  <a:cubicBezTo>
                    <a:pt x="87" y="329"/>
                    <a:pt x="175" y="356"/>
                    <a:pt x="259" y="397"/>
                  </a:cubicBezTo>
                  <a:cubicBezTo>
                    <a:pt x="505" y="513"/>
                    <a:pt x="761" y="600"/>
                    <a:pt x="994" y="740"/>
                  </a:cubicBezTo>
                  <a:cubicBezTo>
                    <a:pt x="1111" y="806"/>
                    <a:pt x="1236" y="861"/>
                    <a:pt x="1349" y="932"/>
                  </a:cubicBezTo>
                  <a:lnTo>
                    <a:pt x="1689" y="1148"/>
                  </a:lnTo>
                  <a:cubicBezTo>
                    <a:pt x="2132" y="1449"/>
                    <a:pt x="2539" y="1801"/>
                    <a:pt x="2885" y="2208"/>
                  </a:cubicBezTo>
                  <a:cubicBezTo>
                    <a:pt x="3007" y="2354"/>
                    <a:pt x="3125" y="2507"/>
                    <a:pt x="3234" y="2667"/>
                  </a:cubicBezTo>
                  <a:cubicBezTo>
                    <a:pt x="3271" y="2505"/>
                    <a:pt x="3320" y="2341"/>
                    <a:pt x="3381" y="2178"/>
                  </a:cubicBezTo>
                  <a:cubicBezTo>
                    <a:pt x="3330" y="2097"/>
                    <a:pt x="3276" y="2019"/>
                    <a:pt x="3219" y="1943"/>
                  </a:cubicBezTo>
                  <a:cubicBezTo>
                    <a:pt x="2876" y="1473"/>
                    <a:pt x="2437" y="1077"/>
                    <a:pt x="1961" y="746"/>
                  </a:cubicBezTo>
                  <a:lnTo>
                    <a:pt x="1961" y="747"/>
                  </a:lnTo>
                  <a:lnTo>
                    <a:pt x="1593" y="516"/>
                  </a:lnTo>
                  <a:cubicBezTo>
                    <a:pt x="1467" y="441"/>
                    <a:pt x="1336" y="383"/>
                    <a:pt x="1208" y="317"/>
                  </a:cubicBezTo>
                  <a:cubicBezTo>
                    <a:pt x="962" y="186"/>
                    <a:pt x="698" y="96"/>
                    <a:pt x="440"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0" name="Google Shape;3146;p39">
              <a:extLst>
                <a:ext uri="{FF2B5EF4-FFF2-40B4-BE49-F238E27FC236}">
                  <a16:creationId xmlns:a16="http://schemas.microsoft.com/office/drawing/2014/main" id="{3BE1AC93-5B4E-82B4-734A-B97138D69C36}"/>
                </a:ext>
              </a:extLst>
            </p:cNvPr>
            <p:cNvSpPr/>
            <p:nvPr/>
          </p:nvSpPr>
          <p:spPr>
            <a:xfrm>
              <a:off x="3934050" y="3828975"/>
              <a:ext cx="70750" cy="54650"/>
            </a:xfrm>
            <a:custGeom>
              <a:avLst/>
              <a:gdLst/>
              <a:ahLst/>
              <a:cxnLst/>
              <a:rect l="l" t="t" r="r" b="b"/>
              <a:pathLst>
                <a:path w="2830" h="2186" extrusionOk="0">
                  <a:moveTo>
                    <a:pt x="330" y="1"/>
                  </a:moveTo>
                  <a:cubicBezTo>
                    <a:pt x="226" y="123"/>
                    <a:pt x="116" y="240"/>
                    <a:pt x="0" y="352"/>
                  </a:cubicBezTo>
                  <a:cubicBezTo>
                    <a:pt x="207" y="443"/>
                    <a:pt x="419" y="523"/>
                    <a:pt x="610" y="638"/>
                  </a:cubicBezTo>
                  <a:cubicBezTo>
                    <a:pt x="727" y="704"/>
                    <a:pt x="852" y="760"/>
                    <a:pt x="965" y="830"/>
                  </a:cubicBezTo>
                  <a:lnTo>
                    <a:pt x="1305" y="1047"/>
                  </a:lnTo>
                  <a:cubicBezTo>
                    <a:pt x="1748" y="1347"/>
                    <a:pt x="2155" y="1700"/>
                    <a:pt x="2501" y="2106"/>
                  </a:cubicBezTo>
                  <a:cubicBezTo>
                    <a:pt x="2523" y="2133"/>
                    <a:pt x="2545" y="2158"/>
                    <a:pt x="2566" y="2186"/>
                  </a:cubicBezTo>
                  <a:cubicBezTo>
                    <a:pt x="2649" y="2069"/>
                    <a:pt x="2737" y="1953"/>
                    <a:pt x="2830" y="1837"/>
                  </a:cubicBezTo>
                  <a:cubicBezTo>
                    <a:pt x="2487" y="1367"/>
                    <a:pt x="2050" y="975"/>
                    <a:pt x="1577" y="646"/>
                  </a:cubicBezTo>
                  <a:lnTo>
                    <a:pt x="1578" y="646"/>
                  </a:lnTo>
                  <a:lnTo>
                    <a:pt x="1208" y="416"/>
                  </a:lnTo>
                  <a:cubicBezTo>
                    <a:pt x="1083" y="340"/>
                    <a:pt x="952" y="281"/>
                    <a:pt x="822" y="216"/>
                  </a:cubicBezTo>
                  <a:cubicBezTo>
                    <a:pt x="663" y="131"/>
                    <a:pt x="498" y="64"/>
                    <a:pt x="330"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1" name="Google Shape;3147;p39">
              <a:extLst>
                <a:ext uri="{FF2B5EF4-FFF2-40B4-BE49-F238E27FC236}">
                  <a16:creationId xmlns:a16="http://schemas.microsoft.com/office/drawing/2014/main" id="{5C7C9201-60C1-4EA9-BAB1-0F5D3EC14CCE}"/>
                </a:ext>
              </a:extLst>
            </p:cNvPr>
            <p:cNvSpPr/>
            <p:nvPr/>
          </p:nvSpPr>
          <p:spPr>
            <a:xfrm>
              <a:off x="3956925" y="3799400"/>
              <a:ext cx="71675" cy="56975"/>
            </a:xfrm>
            <a:custGeom>
              <a:avLst/>
              <a:gdLst/>
              <a:ahLst/>
              <a:cxnLst/>
              <a:rect l="l" t="t" r="r" b="b"/>
              <a:pathLst>
                <a:path w="2867" h="2279" extrusionOk="0">
                  <a:moveTo>
                    <a:pt x="237" y="1"/>
                  </a:moveTo>
                  <a:cubicBezTo>
                    <a:pt x="161" y="132"/>
                    <a:pt x="83" y="262"/>
                    <a:pt x="0" y="389"/>
                  </a:cubicBezTo>
                  <a:cubicBezTo>
                    <a:pt x="190" y="471"/>
                    <a:pt x="381" y="548"/>
                    <a:pt x="557" y="653"/>
                  </a:cubicBezTo>
                  <a:cubicBezTo>
                    <a:pt x="674" y="719"/>
                    <a:pt x="799" y="774"/>
                    <a:pt x="912" y="845"/>
                  </a:cubicBezTo>
                  <a:lnTo>
                    <a:pt x="1252" y="1061"/>
                  </a:lnTo>
                  <a:cubicBezTo>
                    <a:pt x="1695" y="1363"/>
                    <a:pt x="2101" y="1714"/>
                    <a:pt x="2447" y="2121"/>
                  </a:cubicBezTo>
                  <a:cubicBezTo>
                    <a:pt x="2490" y="2172"/>
                    <a:pt x="2533" y="2224"/>
                    <a:pt x="2574" y="2279"/>
                  </a:cubicBezTo>
                  <a:cubicBezTo>
                    <a:pt x="2669" y="2177"/>
                    <a:pt x="2769" y="2076"/>
                    <a:pt x="2867" y="1978"/>
                  </a:cubicBezTo>
                  <a:cubicBezTo>
                    <a:pt x="2840" y="1938"/>
                    <a:pt x="2812" y="1897"/>
                    <a:pt x="2783" y="1858"/>
                  </a:cubicBezTo>
                  <a:cubicBezTo>
                    <a:pt x="2438" y="1386"/>
                    <a:pt x="2000" y="990"/>
                    <a:pt x="1524" y="660"/>
                  </a:cubicBezTo>
                  <a:lnTo>
                    <a:pt x="1155" y="430"/>
                  </a:lnTo>
                  <a:cubicBezTo>
                    <a:pt x="1030" y="355"/>
                    <a:pt x="898" y="296"/>
                    <a:pt x="769" y="230"/>
                  </a:cubicBezTo>
                  <a:cubicBezTo>
                    <a:pt x="598" y="139"/>
                    <a:pt x="417" y="69"/>
                    <a:pt x="23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2" name="Google Shape;3148;p39">
              <a:extLst>
                <a:ext uri="{FF2B5EF4-FFF2-40B4-BE49-F238E27FC236}">
                  <a16:creationId xmlns:a16="http://schemas.microsoft.com/office/drawing/2014/main" id="{88D2CF4B-C0D7-9C54-7691-2A2D6CEA500C}"/>
                </a:ext>
              </a:extLst>
            </p:cNvPr>
            <p:cNvSpPr/>
            <p:nvPr/>
          </p:nvSpPr>
          <p:spPr>
            <a:xfrm>
              <a:off x="3974600" y="3830400"/>
              <a:ext cx="51050" cy="53800"/>
            </a:xfrm>
            <a:custGeom>
              <a:avLst/>
              <a:gdLst/>
              <a:ahLst/>
              <a:cxnLst/>
              <a:rect l="l" t="t" r="r" b="b"/>
              <a:pathLst>
                <a:path w="2042" h="2152" extrusionOk="0">
                  <a:moveTo>
                    <a:pt x="1909" y="0"/>
                  </a:moveTo>
                  <a:cubicBezTo>
                    <a:pt x="1901" y="0"/>
                    <a:pt x="1891" y="2"/>
                    <a:pt x="1882" y="4"/>
                  </a:cubicBezTo>
                  <a:cubicBezTo>
                    <a:pt x="1018" y="244"/>
                    <a:pt x="275" y="1168"/>
                    <a:pt x="22" y="2020"/>
                  </a:cubicBezTo>
                  <a:cubicBezTo>
                    <a:pt x="0" y="2094"/>
                    <a:pt x="60" y="2151"/>
                    <a:pt x="123" y="2151"/>
                  </a:cubicBezTo>
                  <a:cubicBezTo>
                    <a:pt x="151" y="2151"/>
                    <a:pt x="181" y="2139"/>
                    <a:pt x="202" y="2111"/>
                  </a:cubicBezTo>
                  <a:lnTo>
                    <a:pt x="202" y="2111"/>
                  </a:lnTo>
                  <a:cubicBezTo>
                    <a:pt x="202" y="2111"/>
                    <a:pt x="202" y="2111"/>
                    <a:pt x="202" y="2111"/>
                  </a:cubicBezTo>
                  <a:cubicBezTo>
                    <a:pt x="201" y="2111"/>
                    <a:pt x="895" y="1121"/>
                    <a:pt x="1458" y="592"/>
                  </a:cubicBezTo>
                  <a:cubicBezTo>
                    <a:pt x="1624" y="440"/>
                    <a:pt x="1785" y="310"/>
                    <a:pt x="1966" y="174"/>
                  </a:cubicBezTo>
                  <a:cubicBezTo>
                    <a:pt x="2042" y="116"/>
                    <a:pt x="1994" y="0"/>
                    <a:pt x="1909" y="0"/>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3" name="Google Shape;3149;p39">
              <a:extLst>
                <a:ext uri="{FF2B5EF4-FFF2-40B4-BE49-F238E27FC236}">
                  <a16:creationId xmlns:a16="http://schemas.microsoft.com/office/drawing/2014/main" id="{A192B517-71B8-95C0-BB40-739354A12CC9}"/>
                </a:ext>
              </a:extLst>
            </p:cNvPr>
            <p:cNvSpPr/>
            <p:nvPr/>
          </p:nvSpPr>
          <p:spPr>
            <a:xfrm>
              <a:off x="3855175" y="3717875"/>
              <a:ext cx="235875" cy="342050"/>
            </a:xfrm>
            <a:custGeom>
              <a:avLst/>
              <a:gdLst/>
              <a:ahLst/>
              <a:cxnLst/>
              <a:rect l="l" t="t" r="r" b="b"/>
              <a:pathLst>
                <a:path w="9435" h="13682" extrusionOk="0">
                  <a:moveTo>
                    <a:pt x="6348" y="207"/>
                  </a:moveTo>
                  <a:cubicBezTo>
                    <a:pt x="6407" y="207"/>
                    <a:pt x="6467" y="221"/>
                    <a:pt x="6532" y="241"/>
                  </a:cubicBezTo>
                  <a:cubicBezTo>
                    <a:pt x="6639" y="277"/>
                    <a:pt x="6755" y="335"/>
                    <a:pt x="6893" y="417"/>
                  </a:cubicBezTo>
                  <a:cubicBezTo>
                    <a:pt x="7303" y="660"/>
                    <a:pt x="7689" y="956"/>
                    <a:pt x="8055" y="1275"/>
                  </a:cubicBezTo>
                  <a:cubicBezTo>
                    <a:pt x="8326" y="1513"/>
                    <a:pt x="8586" y="1764"/>
                    <a:pt x="8834" y="2018"/>
                  </a:cubicBezTo>
                  <a:cubicBezTo>
                    <a:pt x="8843" y="2026"/>
                    <a:pt x="8850" y="2035"/>
                    <a:pt x="8859" y="2044"/>
                  </a:cubicBezTo>
                  <a:cubicBezTo>
                    <a:pt x="8879" y="2065"/>
                    <a:pt x="8899" y="2086"/>
                    <a:pt x="8918" y="2106"/>
                  </a:cubicBezTo>
                  <a:cubicBezTo>
                    <a:pt x="8926" y="2114"/>
                    <a:pt x="8933" y="2123"/>
                    <a:pt x="8941" y="2131"/>
                  </a:cubicBezTo>
                  <a:cubicBezTo>
                    <a:pt x="8969" y="2162"/>
                    <a:pt x="8995" y="2192"/>
                    <a:pt x="9018" y="2222"/>
                  </a:cubicBezTo>
                  <a:cubicBezTo>
                    <a:pt x="9021" y="2225"/>
                    <a:pt x="9023" y="2228"/>
                    <a:pt x="9025" y="2230"/>
                  </a:cubicBezTo>
                  <a:cubicBezTo>
                    <a:pt x="9049" y="2261"/>
                    <a:pt x="9070" y="2290"/>
                    <a:pt x="9090" y="2320"/>
                  </a:cubicBezTo>
                  <a:cubicBezTo>
                    <a:pt x="9092" y="2323"/>
                    <a:pt x="9095" y="2326"/>
                    <a:pt x="9096" y="2329"/>
                  </a:cubicBezTo>
                  <a:cubicBezTo>
                    <a:pt x="9114" y="2357"/>
                    <a:pt x="9130" y="2384"/>
                    <a:pt x="9144" y="2411"/>
                  </a:cubicBezTo>
                  <a:cubicBezTo>
                    <a:pt x="9146" y="2418"/>
                    <a:pt x="9150" y="2423"/>
                    <a:pt x="9152" y="2429"/>
                  </a:cubicBezTo>
                  <a:cubicBezTo>
                    <a:pt x="9164" y="2453"/>
                    <a:pt x="9174" y="2477"/>
                    <a:pt x="9182" y="2503"/>
                  </a:cubicBezTo>
                  <a:cubicBezTo>
                    <a:pt x="9185" y="2511"/>
                    <a:pt x="9187" y="2520"/>
                    <a:pt x="9190" y="2529"/>
                  </a:cubicBezTo>
                  <a:cubicBezTo>
                    <a:pt x="9195" y="2548"/>
                    <a:pt x="9198" y="2567"/>
                    <a:pt x="9202" y="2587"/>
                  </a:cubicBezTo>
                  <a:cubicBezTo>
                    <a:pt x="9204" y="2600"/>
                    <a:pt x="9205" y="2614"/>
                    <a:pt x="9206" y="2627"/>
                  </a:cubicBezTo>
                  <a:cubicBezTo>
                    <a:pt x="9207" y="2644"/>
                    <a:pt x="9208" y="2661"/>
                    <a:pt x="9207" y="2678"/>
                  </a:cubicBezTo>
                  <a:cubicBezTo>
                    <a:pt x="9207" y="2688"/>
                    <a:pt x="9207" y="2699"/>
                    <a:pt x="9206" y="2710"/>
                  </a:cubicBezTo>
                  <a:cubicBezTo>
                    <a:pt x="9204" y="2737"/>
                    <a:pt x="9199" y="2762"/>
                    <a:pt x="9193" y="2790"/>
                  </a:cubicBezTo>
                  <a:cubicBezTo>
                    <a:pt x="9192" y="2794"/>
                    <a:pt x="9191" y="2799"/>
                    <a:pt x="9190" y="2803"/>
                  </a:cubicBezTo>
                  <a:cubicBezTo>
                    <a:pt x="9118" y="3069"/>
                    <a:pt x="8845" y="3389"/>
                    <a:pt x="8327" y="3900"/>
                  </a:cubicBezTo>
                  <a:cubicBezTo>
                    <a:pt x="8188" y="4038"/>
                    <a:pt x="8046" y="4173"/>
                    <a:pt x="7904" y="4309"/>
                  </a:cubicBezTo>
                  <a:cubicBezTo>
                    <a:pt x="7275" y="3561"/>
                    <a:pt x="6321" y="2724"/>
                    <a:pt x="5458" y="2239"/>
                  </a:cubicBezTo>
                  <a:cubicBezTo>
                    <a:pt x="5250" y="2123"/>
                    <a:pt x="5094" y="2054"/>
                    <a:pt x="4978" y="2012"/>
                  </a:cubicBezTo>
                  <a:cubicBezTo>
                    <a:pt x="5034" y="1906"/>
                    <a:pt x="5089" y="1801"/>
                    <a:pt x="5145" y="1697"/>
                  </a:cubicBezTo>
                  <a:cubicBezTo>
                    <a:pt x="5162" y="1665"/>
                    <a:pt x="5179" y="1634"/>
                    <a:pt x="5196" y="1603"/>
                  </a:cubicBezTo>
                  <a:cubicBezTo>
                    <a:pt x="5233" y="1535"/>
                    <a:pt x="5271" y="1466"/>
                    <a:pt x="5309" y="1399"/>
                  </a:cubicBezTo>
                  <a:cubicBezTo>
                    <a:pt x="5334" y="1354"/>
                    <a:pt x="5359" y="1308"/>
                    <a:pt x="5386" y="1264"/>
                  </a:cubicBezTo>
                  <a:cubicBezTo>
                    <a:pt x="5418" y="1207"/>
                    <a:pt x="5451" y="1150"/>
                    <a:pt x="5485" y="1094"/>
                  </a:cubicBezTo>
                  <a:cubicBezTo>
                    <a:pt x="5513" y="1048"/>
                    <a:pt x="5541" y="1002"/>
                    <a:pt x="5568" y="956"/>
                  </a:cubicBezTo>
                  <a:cubicBezTo>
                    <a:pt x="5608" y="892"/>
                    <a:pt x="5649" y="829"/>
                    <a:pt x="5691" y="765"/>
                  </a:cubicBezTo>
                  <a:cubicBezTo>
                    <a:pt x="5711" y="734"/>
                    <a:pt x="5731" y="702"/>
                    <a:pt x="5752" y="670"/>
                  </a:cubicBezTo>
                  <a:cubicBezTo>
                    <a:pt x="5974" y="340"/>
                    <a:pt x="6149" y="207"/>
                    <a:pt x="6348" y="207"/>
                  </a:cubicBezTo>
                  <a:close/>
                  <a:moveTo>
                    <a:pt x="4883" y="2193"/>
                  </a:moveTo>
                  <a:cubicBezTo>
                    <a:pt x="4891" y="2198"/>
                    <a:pt x="4899" y="2202"/>
                    <a:pt x="4906" y="2205"/>
                  </a:cubicBezTo>
                  <a:cubicBezTo>
                    <a:pt x="5040" y="2255"/>
                    <a:pt x="5193" y="2327"/>
                    <a:pt x="5357" y="2419"/>
                  </a:cubicBezTo>
                  <a:cubicBezTo>
                    <a:pt x="6147" y="2863"/>
                    <a:pt x="7085" y="3657"/>
                    <a:pt x="7746" y="4441"/>
                  </a:cubicBezTo>
                  <a:cubicBezTo>
                    <a:pt x="7749" y="4445"/>
                    <a:pt x="7752" y="4447"/>
                    <a:pt x="7755" y="4450"/>
                  </a:cubicBezTo>
                  <a:cubicBezTo>
                    <a:pt x="7490" y="4701"/>
                    <a:pt x="7213" y="4964"/>
                    <a:pt x="6937" y="5239"/>
                  </a:cubicBezTo>
                  <a:cubicBezTo>
                    <a:pt x="6839" y="5337"/>
                    <a:pt x="6739" y="5438"/>
                    <a:pt x="6644" y="5540"/>
                  </a:cubicBezTo>
                  <a:cubicBezTo>
                    <a:pt x="6412" y="5780"/>
                    <a:pt x="6189" y="6029"/>
                    <a:pt x="5985" y="6281"/>
                  </a:cubicBezTo>
                  <a:cubicBezTo>
                    <a:pt x="5892" y="6397"/>
                    <a:pt x="5804" y="6513"/>
                    <a:pt x="5721" y="6630"/>
                  </a:cubicBezTo>
                  <a:cubicBezTo>
                    <a:pt x="5590" y="6813"/>
                    <a:pt x="5472" y="6997"/>
                    <a:pt x="5373" y="7182"/>
                  </a:cubicBezTo>
                  <a:cubicBezTo>
                    <a:pt x="5272" y="7371"/>
                    <a:pt x="5187" y="7560"/>
                    <a:pt x="5119" y="7749"/>
                  </a:cubicBezTo>
                  <a:cubicBezTo>
                    <a:pt x="5058" y="7912"/>
                    <a:pt x="5009" y="8076"/>
                    <a:pt x="4972" y="8238"/>
                  </a:cubicBezTo>
                  <a:cubicBezTo>
                    <a:pt x="4839" y="8793"/>
                    <a:pt x="4836" y="9336"/>
                    <a:pt x="4935" y="9830"/>
                  </a:cubicBezTo>
                  <a:cubicBezTo>
                    <a:pt x="4960" y="9954"/>
                    <a:pt x="4989" y="10076"/>
                    <a:pt x="5027" y="10192"/>
                  </a:cubicBezTo>
                  <a:cubicBezTo>
                    <a:pt x="5140" y="10548"/>
                    <a:pt x="5310" y="10870"/>
                    <a:pt x="5522" y="11147"/>
                  </a:cubicBezTo>
                  <a:cubicBezTo>
                    <a:pt x="4831" y="11403"/>
                    <a:pt x="4204" y="11801"/>
                    <a:pt x="3706" y="12305"/>
                  </a:cubicBezTo>
                  <a:cubicBezTo>
                    <a:pt x="3661" y="12348"/>
                    <a:pt x="3619" y="12392"/>
                    <a:pt x="3579" y="12436"/>
                  </a:cubicBezTo>
                  <a:cubicBezTo>
                    <a:pt x="3486" y="12537"/>
                    <a:pt x="3403" y="12636"/>
                    <a:pt x="3326" y="12739"/>
                  </a:cubicBezTo>
                  <a:cubicBezTo>
                    <a:pt x="3325" y="12741"/>
                    <a:pt x="3323" y="12745"/>
                    <a:pt x="3321" y="12747"/>
                  </a:cubicBezTo>
                  <a:cubicBezTo>
                    <a:pt x="3249" y="12695"/>
                    <a:pt x="3181" y="12641"/>
                    <a:pt x="3118" y="12584"/>
                  </a:cubicBezTo>
                  <a:cubicBezTo>
                    <a:pt x="2828" y="12323"/>
                    <a:pt x="2673" y="11997"/>
                    <a:pt x="2559" y="11650"/>
                  </a:cubicBezTo>
                  <a:cubicBezTo>
                    <a:pt x="2504" y="11492"/>
                    <a:pt x="2458" y="11328"/>
                    <a:pt x="2413" y="11166"/>
                  </a:cubicBezTo>
                  <a:cubicBezTo>
                    <a:pt x="2366" y="11004"/>
                    <a:pt x="2318" y="10840"/>
                    <a:pt x="2262" y="10681"/>
                  </a:cubicBezTo>
                  <a:cubicBezTo>
                    <a:pt x="2047" y="10090"/>
                    <a:pt x="1623" y="9732"/>
                    <a:pt x="1158" y="9342"/>
                  </a:cubicBezTo>
                  <a:cubicBezTo>
                    <a:pt x="1108" y="9301"/>
                    <a:pt x="1061" y="9257"/>
                    <a:pt x="1016" y="9214"/>
                  </a:cubicBezTo>
                  <a:cubicBezTo>
                    <a:pt x="481" y="8707"/>
                    <a:pt x="200" y="8058"/>
                    <a:pt x="451" y="7348"/>
                  </a:cubicBezTo>
                  <a:cubicBezTo>
                    <a:pt x="707" y="6622"/>
                    <a:pt x="1174" y="6252"/>
                    <a:pt x="1738" y="5869"/>
                  </a:cubicBezTo>
                  <a:cubicBezTo>
                    <a:pt x="1785" y="5838"/>
                    <a:pt x="1832" y="5806"/>
                    <a:pt x="1882" y="5773"/>
                  </a:cubicBezTo>
                  <a:cubicBezTo>
                    <a:pt x="1979" y="5709"/>
                    <a:pt x="2076" y="5641"/>
                    <a:pt x="2178" y="5572"/>
                  </a:cubicBezTo>
                  <a:cubicBezTo>
                    <a:pt x="2453" y="5385"/>
                    <a:pt x="2742" y="5175"/>
                    <a:pt x="3036" y="4909"/>
                  </a:cubicBezTo>
                  <a:cubicBezTo>
                    <a:pt x="3076" y="4872"/>
                    <a:pt x="3116" y="4835"/>
                    <a:pt x="3155" y="4796"/>
                  </a:cubicBezTo>
                  <a:cubicBezTo>
                    <a:pt x="3271" y="4684"/>
                    <a:pt x="3381" y="4567"/>
                    <a:pt x="3485" y="4445"/>
                  </a:cubicBezTo>
                  <a:cubicBezTo>
                    <a:pt x="3701" y="4195"/>
                    <a:pt x="3895" y="3928"/>
                    <a:pt x="4070" y="3650"/>
                  </a:cubicBezTo>
                  <a:cubicBezTo>
                    <a:pt x="4153" y="3523"/>
                    <a:pt x="4231" y="3392"/>
                    <a:pt x="4307" y="3260"/>
                  </a:cubicBezTo>
                  <a:cubicBezTo>
                    <a:pt x="4394" y="3111"/>
                    <a:pt x="4478" y="2960"/>
                    <a:pt x="4560" y="2806"/>
                  </a:cubicBezTo>
                  <a:cubicBezTo>
                    <a:pt x="4669" y="2603"/>
                    <a:pt x="4776" y="2399"/>
                    <a:pt x="4883" y="2193"/>
                  </a:cubicBezTo>
                  <a:close/>
                  <a:moveTo>
                    <a:pt x="5658" y="11317"/>
                  </a:moveTo>
                  <a:cubicBezTo>
                    <a:pt x="5730" y="11399"/>
                    <a:pt x="5807" y="11474"/>
                    <a:pt x="5887" y="11545"/>
                  </a:cubicBezTo>
                  <a:cubicBezTo>
                    <a:pt x="6237" y="11849"/>
                    <a:pt x="7268" y="12347"/>
                    <a:pt x="6702" y="13088"/>
                  </a:cubicBezTo>
                  <a:cubicBezTo>
                    <a:pt x="6498" y="13356"/>
                    <a:pt x="6085" y="13475"/>
                    <a:pt x="5597" y="13475"/>
                  </a:cubicBezTo>
                  <a:cubicBezTo>
                    <a:pt x="5279" y="13475"/>
                    <a:pt x="4929" y="13424"/>
                    <a:pt x="4584" y="13331"/>
                  </a:cubicBezTo>
                  <a:lnTo>
                    <a:pt x="4582" y="13331"/>
                  </a:lnTo>
                  <a:cubicBezTo>
                    <a:pt x="4563" y="13327"/>
                    <a:pt x="4543" y="13320"/>
                    <a:pt x="4524" y="13315"/>
                  </a:cubicBezTo>
                  <a:cubicBezTo>
                    <a:pt x="4438" y="13290"/>
                    <a:pt x="4353" y="13263"/>
                    <a:pt x="4269" y="13233"/>
                  </a:cubicBezTo>
                  <a:cubicBezTo>
                    <a:pt x="4248" y="13225"/>
                    <a:pt x="4227" y="13217"/>
                    <a:pt x="4206" y="13210"/>
                  </a:cubicBezTo>
                  <a:cubicBezTo>
                    <a:pt x="4144" y="13187"/>
                    <a:pt x="4081" y="13162"/>
                    <a:pt x="4020" y="13136"/>
                  </a:cubicBezTo>
                  <a:cubicBezTo>
                    <a:pt x="3995" y="13126"/>
                    <a:pt x="3971" y="13115"/>
                    <a:pt x="3945" y="13104"/>
                  </a:cubicBezTo>
                  <a:cubicBezTo>
                    <a:pt x="3889" y="13078"/>
                    <a:pt x="3834" y="13052"/>
                    <a:pt x="3779" y="13024"/>
                  </a:cubicBezTo>
                  <a:cubicBezTo>
                    <a:pt x="3754" y="13012"/>
                    <a:pt x="3729" y="13000"/>
                    <a:pt x="3706" y="12987"/>
                  </a:cubicBezTo>
                  <a:cubicBezTo>
                    <a:pt x="3634" y="12948"/>
                    <a:pt x="3564" y="12909"/>
                    <a:pt x="3497" y="12866"/>
                  </a:cubicBezTo>
                  <a:cubicBezTo>
                    <a:pt x="3496" y="12866"/>
                    <a:pt x="3496" y="12866"/>
                    <a:pt x="3495" y="12865"/>
                  </a:cubicBezTo>
                  <a:lnTo>
                    <a:pt x="3491" y="12864"/>
                  </a:lnTo>
                  <a:cubicBezTo>
                    <a:pt x="3566" y="12762"/>
                    <a:pt x="3647" y="12667"/>
                    <a:pt x="3731" y="12576"/>
                  </a:cubicBezTo>
                  <a:cubicBezTo>
                    <a:pt x="3771" y="12533"/>
                    <a:pt x="3811" y="12491"/>
                    <a:pt x="3851" y="12451"/>
                  </a:cubicBezTo>
                  <a:cubicBezTo>
                    <a:pt x="4356" y="11940"/>
                    <a:pt x="4981" y="11557"/>
                    <a:pt x="5658" y="11317"/>
                  </a:cubicBezTo>
                  <a:close/>
                  <a:moveTo>
                    <a:pt x="6348" y="0"/>
                  </a:moveTo>
                  <a:cubicBezTo>
                    <a:pt x="6000" y="0"/>
                    <a:pt x="5765" y="281"/>
                    <a:pt x="5580" y="555"/>
                  </a:cubicBezTo>
                  <a:cubicBezTo>
                    <a:pt x="5496" y="680"/>
                    <a:pt x="5417" y="806"/>
                    <a:pt x="5341" y="933"/>
                  </a:cubicBezTo>
                  <a:cubicBezTo>
                    <a:pt x="5326" y="955"/>
                    <a:pt x="5314" y="978"/>
                    <a:pt x="5301" y="1000"/>
                  </a:cubicBezTo>
                  <a:cubicBezTo>
                    <a:pt x="5238" y="1105"/>
                    <a:pt x="5178" y="1209"/>
                    <a:pt x="5120" y="1314"/>
                  </a:cubicBezTo>
                  <a:cubicBezTo>
                    <a:pt x="5099" y="1350"/>
                    <a:pt x="5079" y="1388"/>
                    <a:pt x="5058" y="1424"/>
                  </a:cubicBezTo>
                  <a:cubicBezTo>
                    <a:pt x="5008" y="1515"/>
                    <a:pt x="4961" y="1603"/>
                    <a:pt x="4914" y="1691"/>
                  </a:cubicBezTo>
                  <a:cubicBezTo>
                    <a:pt x="4881" y="1752"/>
                    <a:pt x="4849" y="1812"/>
                    <a:pt x="4817" y="1874"/>
                  </a:cubicBezTo>
                  <a:cubicBezTo>
                    <a:pt x="4810" y="1887"/>
                    <a:pt x="4803" y="1903"/>
                    <a:pt x="4795" y="1916"/>
                  </a:cubicBezTo>
                  <a:cubicBezTo>
                    <a:pt x="4795" y="1916"/>
                    <a:pt x="4795" y="1917"/>
                    <a:pt x="4794" y="1917"/>
                  </a:cubicBezTo>
                  <a:cubicBezTo>
                    <a:pt x="4755" y="1991"/>
                    <a:pt x="4716" y="2065"/>
                    <a:pt x="4679" y="2139"/>
                  </a:cubicBezTo>
                  <a:cubicBezTo>
                    <a:pt x="4581" y="2327"/>
                    <a:pt x="4479" y="2520"/>
                    <a:pt x="4377" y="2709"/>
                  </a:cubicBezTo>
                  <a:cubicBezTo>
                    <a:pt x="4291" y="2872"/>
                    <a:pt x="4209" y="3018"/>
                    <a:pt x="4128" y="3157"/>
                  </a:cubicBezTo>
                  <a:cubicBezTo>
                    <a:pt x="4054" y="3288"/>
                    <a:pt x="3976" y="3415"/>
                    <a:pt x="3897" y="3539"/>
                  </a:cubicBezTo>
                  <a:cubicBezTo>
                    <a:pt x="3711" y="3830"/>
                    <a:pt x="3526" y="4082"/>
                    <a:pt x="3328" y="4310"/>
                  </a:cubicBezTo>
                  <a:cubicBezTo>
                    <a:pt x="3225" y="4431"/>
                    <a:pt x="3119" y="4544"/>
                    <a:pt x="3011" y="4648"/>
                  </a:cubicBezTo>
                  <a:cubicBezTo>
                    <a:pt x="2973" y="4684"/>
                    <a:pt x="2936" y="4720"/>
                    <a:pt x="2897" y="4755"/>
                  </a:cubicBezTo>
                  <a:cubicBezTo>
                    <a:pt x="2592" y="5031"/>
                    <a:pt x="2290" y="5246"/>
                    <a:pt x="2061" y="5401"/>
                  </a:cubicBezTo>
                  <a:cubicBezTo>
                    <a:pt x="1959" y="5471"/>
                    <a:pt x="1863" y="5537"/>
                    <a:pt x="1767" y="5600"/>
                  </a:cubicBezTo>
                  <a:lnTo>
                    <a:pt x="1696" y="5649"/>
                  </a:lnTo>
                  <a:lnTo>
                    <a:pt x="1623" y="5697"/>
                  </a:lnTo>
                  <a:cubicBezTo>
                    <a:pt x="1061" y="6079"/>
                    <a:pt x="536" y="6486"/>
                    <a:pt x="256" y="7279"/>
                  </a:cubicBezTo>
                  <a:cubicBezTo>
                    <a:pt x="0" y="8004"/>
                    <a:pt x="219" y="8744"/>
                    <a:pt x="872" y="9364"/>
                  </a:cubicBezTo>
                  <a:cubicBezTo>
                    <a:pt x="926" y="9415"/>
                    <a:pt x="977" y="9460"/>
                    <a:pt x="1026" y="9502"/>
                  </a:cubicBezTo>
                  <a:cubicBezTo>
                    <a:pt x="1480" y="9882"/>
                    <a:pt x="1872" y="10211"/>
                    <a:pt x="2066" y="10752"/>
                  </a:cubicBezTo>
                  <a:cubicBezTo>
                    <a:pt x="2121" y="10904"/>
                    <a:pt x="2166" y="11060"/>
                    <a:pt x="2213" y="11224"/>
                  </a:cubicBezTo>
                  <a:lnTo>
                    <a:pt x="2225" y="11264"/>
                  </a:lnTo>
                  <a:cubicBezTo>
                    <a:pt x="2267" y="11413"/>
                    <a:pt x="2310" y="11568"/>
                    <a:pt x="2362" y="11718"/>
                  </a:cubicBezTo>
                  <a:cubicBezTo>
                    <a:pt x="2464" y="12023"/>
                    <a:pt x="2626" y="12419"/>
                    <a:pt x="2979" y="12738"/>
                  </a:cubicBezTo>
                  <a:cubicBezTo>
                    <a:pt x="3098" y="12845"/>
                    <a:pt x="3234" y="12947"/>
                    <a:pt x="3381" y="13038"/>
                  </a:cubicBezTo>
                  <a:cubicBezTo>
                    <a:pt x="3383" y="13041"/>
                    <a:pt x="3386" y="13042"/>
                    <a:pt x="3389" y="13043"/>
                  </a:cubicBezTo>
                  <a:cubicBezTo>
                    <a:pt x="3389" y="13043"/>
                    <a:pt x="3390" y="13044"/>
                    <a:pt x="3390" y="13044"/>
                  </a:cubicBezTo>
                  <a:lnTo>
                    <a:pt x="3414" y="13059"/>
                  </a:lnTo>
                  <a:lnTo>
                    <a:pt x="3439" y="13075"/>
                  </a:lnTo>
                  <a:cubicBezTo>
                    <a:pt x="3442" y="13076"/>
                    <a:pt x="3444" y="13078"/>
                    <a:pt x="3446" y="13079"/>
                  </a:cubicBezTo>
                  <a:cubicBezTo>
                    <a:pt x="3486" y="13103"/>
                    <a:pt x="3527" y="13127"/>
                    <a:pt x="3569" y="13149"/>
                  </a:cubicBezTo>
                  <a:cubicBezTo>
                    <a:pt x="3580" y="13156"/>
                    <a:pt x="3592" y="13161"/>
                    <a:pt x="3603" y="13167"/>
                  </a:cubicBezTo>
                  <a:cubicBezTo>
                    <a:pt x="3626" y="13179"/>
                    <a:pt x="3650" y="13191"/>
                    <a:pt x="3674" y="13203"/>
                  </a:cubicBezTo>
                  <a:cubicBezTo>
                    <a:pt x="3732" y="13232"/>
                    <a:pt x="3791" y="13261"/>
                    <a:pt x="3851" y="13288"/>
                  </a:cubicBezTo>
                  <a:cubicBezTo>
                    <a:pt x="3877" y="13299"/>
                    <a:pt x="3903" y="13311"/>
                    <a:pt x="3929" y="13322"/>
                  </a:cubicBezTo>
                  <a:cubicBezTo>
                    <a:pt x="3993" y="13349"/>
                    <a:pt x="4057" y="13374"/>
                    <a:pt x="4123" y="13399"/>
                  </a:cubicBezTo>
                  <a:cubicBezTo>
                    <a:pt x="4146" y="13407"/>
                    <a:pt x="4170" y="13417"/>
                    <a:pt x="4194" y="13425"/>
                  </a:cubicBezTo>
                  <a:cubicBezTo>
                    <a:pt x="4283" y="13457"/>
                    <a:pt x="4374" y="13487"/>
                    <a:pt x="4466" y="13514"/>
                  </a:cubicBezTo>
                  <a:lnTo>
                    <a:pt x="4467" y="13514"/>
                  </a:lnTo>
                  <a:cubicBezTo>
                    <a:pt x="4486" y="13519"/>
                    <a:pt x="4504" y="13525"/>
                    <a:pt x="4524" y="13529"/>
                  </a:cubicBezTo>
                  <a:cubicBezTo>
                    <a:pt x="4525" y="13530"/>
                    <a:pt x="4528" y="13530"/>
                    <a:pt x="4529" y="13531"/>
                  </a:cubicBezTo>
                  <a:cubicBezTo>
                    <a:pt x="4804" y="13605"/>
                    <a:pt x="5080" y="13653"/>
                    <a:pt x="5341" y="13671"/>
                  </a:cubicBezTo>
                  <a:cubicBezTo>
                    <a:pt x="5428" y="13678"/>
                    <a:pt x="5513" y="13681"/>
                    <a:pt x="5597" y="13681"/>
                  </a:cubicBezTo>
                  <a:cubicBezTo>
                    <a:pt x="5969" y="13681"/>
                    <a:pt x="6281" y="13618"/>
                    <a:pt x="6519" y="13496"/>
                  </a:cubicBezTo>
                  <a:cubicBezTo>
                    <a:pt x="6662" y="13423"/>
                    <a:pt x="6779" y="13328"/>
                    <a:pt x="6866" y="13213"/>
                  </a:cubicBezTo>
                  <a:cubicBezTo>
                    <a:pt x="7032" y="12995"/>
                    <a:pt x="7100" y="12770"/>
                    <a:pt x="7066" y="12545"/>
                  </a:cubicBezTo>
                  <a:cubicBezTo>
                    <a:pt x="7050" y="12433"/>
                    <a:pt x="7010" y="12330"/>
                    <a:pt x="6955" y="12235"/>
                  </a:cubicBezTo>
                  <a:cubicBezTo>
                    <a:pt x="6927" y="12188"/>
                    <a:pt x="6896" y="12141"/>
                    <a:pt x="6861" y="12097"/>
                  </a:cubicBezTo>
                  <a:cubicBezTo>
                    <a:pt x="6844" y="12075"/>
                    <a:pt x="6827" y="12053"/>
                    <a:pt x="6808" y="12032"/>
                  </a:cubicBezTo>
                  <a:cubicBezTo>
                    <a:pt x="6714" y="11926"/>
                    <a:pt x="6606" y="11830"/>
                    <a:pt x="6497" y="11744"/>
                  </a:cubicBezTo>
                  <a:cubicBezTo>
                    <a:pt x="6410" y="11675"/>
                    <a:pt x="6323" y="11612"/>
                    <a:pt x="6242" y="11555"/>
                  </a:cubicBezTo>
                  <a:cubicBezTo>
                    <a:pt x="6157" y="11493"/>
                    <a:pt x="6076" y="11435"/>
                    <a:pt x="6022" y="11388"/>
                  </a:cubicBezTo>
                  <a:cubicBezTo>
                    <a:pt x="5943" y="11318"/>
                    <a:pt x="5874" y="11250"/>
                    <a:pt x="5812" y="11180"/>
                  </a:cubicBezTo>
                  <a:cubicBezTo>
                    <a:pt x="5552" y="10889"/>
                    <a:pt x="5348" y="10526"/>
                    <a:pt x="5224" y="10130"/>
                  </a:cubicBezTo>
                  <a:cubicBezTo>
                    <a:pt x="5189" y="10023"/>
                    <a:pt x="5161" y="9909"/>
                    <a:pt x="5137" y="9791"/>
                  </a:cubicBezTo>
                  <a:cubicBezTo>
                    <a:pt x="5040" y="9307"/>
                    <a:pt x="5052" y="8787"/>
                    <a:pt x="5173" y="8287"/>
                  </a:cubicBezTo>
                  <a:cubicBezTo>
                    <a:pt x="5207" y="8133"/>
                    <a:pt x="5253" y="7978"/>
                    <a:pt x="5312" y="7820"/>
                  </a:cubicBezTo>
                  <a:cubicBezTo>
                    <a:pt x="5376" y="7643"/>
                    <a:pt x="5458" y="7462"/>
                    <a:pt x="5555" y="7279"/>
                  </a:cubicBezTo>
                  <a:cubicBezTo>
                    <a:pt x="5646" y="7109"/>
                    <a:pt x="5755" y="6936"/>
                    <a:pt x="5889" y="6750"/>
                  </a:cubicBezTo>
                  <a:cubicBezTo>
                    <a:pt x="5966" y="6640"/>
                    <a:pt x="6050" y="6529"/>
                    <a:pt x="6146" y="6410"/>
                  </a:cubicBezTo>
                  <a:cubicBezTo>
                    <a:pt x="6333" y="6179"/>
                    <a:pt x="6544" y="5941"/>
                    <a:pt x="6793" y="5682"/>
                  </a:cubicBezTo>
                  <a:cubicBezTo>
                    <a:pt x="6881" y="5588"/>
                    <a:pt x="6975" y="5492"/>
                    <a:pt x="7082" y="5386"/>
                  </a:cubicBezTo>
                  <a:cubicBezTo>
                    <a:pt x="7340" y="5129"/>
                    <a:pt x="7600" y="4881"/>
                    <a:pt x="7852" y="4644"/>
                  </a:cubicBezTo>
                  <a:lnTo>
                    <a:pt x="8028" y="4475"/>
                  </a:lnTo>
                  <a:cubicBezTo>
                    <a:pt x="8753" y="3809"/>
                    <a:pt x="9182" y="3368"/>
                    <a:pt x="9342" y="2990"/>
                  </a:cubicBezTo>
                  <a:cubicBezTo>
                    <a:pt x="9349" y="2975"/>
                    <a:pt x="9354" y="2962"/>
                    <a:pt x="9360" y="2949"/>
                  </a:cubicBezTo>
                  <a:cubicBezTo>
                    <a:pt x="9362" y="2943"/>
                    <a:pt x="9363" y="2939"/>
                    <a:pt x="9365" y="2933"/>
                  </a:cubicBezTo>
                  <a:cubicBezTo>
                    <a:pt x="9428" y="2768"/>
                    <a:pt x="9435" y="2614"/>
                    <a:pt x="9384" y="2457"/>
                  </a:cubicBezTo>
                  <a:cubicBezTo>
                    <a:pt x="9381" y="2446"/>
                    <a:pt x="9376" y="2436"/>
                    <a:pt x="9373" y="2426"/>
                  </a:cubicBezTo>
                  <a:cubicBezTo>
                    <a:pt x="9366" y="2406"/>
                    <a:pt x="9360" y="2387"/>
                    <a:pt x="9350" y="2367"/>
                  </a:cubicBezTo>
                  <a:cubicBezTo>
                    <a:pt x="9274" y="2190"/>
                    <a:pt x="9139" y="2035"/>
                    <a:pt x="8998" y="1891"/>
                  </a:cubicBezTo>
                  <a:cubicBezTo>
                    <a:pt x="8993" y="1884"/>
                    <a:pt x="8988" y="1878"/>
                    <a:pt x="8982" y="1873"/>
                  </a:cubicBezTo>
                  <a:cubicBezTo>
                    <a:pt x="8674" y="1557"/>
                    <a:pt x="8382" y="1283"/>
                    <a:pt x="8100" y="1041"/>
                  </a:cubicBezTo>
                  <a:cubicBezTo>
                    <a:pt x="7721" y="717"/>
                    <a:pt x="7359" y="453"/>
                    <a:pt x="6999" y="239"/>
                  </a:cubicBezTo>
                  <a:cubicBezTo>
                    <a:pt x="6852" y="152"/>
                    <a:pt x="6719" y="83"/>
                    <a:pt x="6592" y="42"/>
                  </a:cubicBezTo>
                  <a:cubicBezTo>
                    <a:pt x="6509" y="15"/>
                    <a:pt x="6429" y="0"/>
                    <a:pt x="6348"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4" name="Google Shape;3150;p39">
              <a:extLst>
                <a:ext uri="{FF2B5EF4-FFF2-40B4-BE49-F238E27FC236}">
                  <a16:creationId xmlns:a16="http://schemas.microsoft.com/office/drawing/2014/main" id="{C0C448AC-74AF-4C55-C4EE-157D8D572B06}"/>
                </a:ext>
              </a:extLst>
            </p:cNvPr>
            <p:cNvSpPr/>
            <p:nvPr/>
          </p:nvSpPr>
          <p:spPr>
            <a:xfrm>
              <a:off x="3702375" y="3928925"/>
              <a:ext cx="281500" cy="277750"/>
            </a:xfrm>
            <a:custGeom>
              <a:avLst/>
              <a:gdLst/>
              <a:ahLst/>
              <a:cxnLst/>
              <a:rect l="l" t="t" r="r" b="b"/>
              <a:pathLst>
                <a:path w="11260" h="11110" extrusionOk="0">
                  <a:moveTo>
                    <a:pt x="3610" y="1"/>
                  </a:moveTo>
                  <a:cubicBezTo>
                    <a:pt x="3512" y="1"/>
                    <a:pt x="3401" y="11"/>
                    <a:pt x="3249" y="33"/>
                  </a:cubicBezTo>
                  <a:cubicBezTo>
                    <a:pt x="2234" y="180"/>
                    <a:pt x="1451" y="382"/>
                    <a:pt x="788" y="668"/>
                  </a:cubicBezTo>
                  <a:cubicBezTo>
                    <a:pt x="212" y="917"/>
                    <a:pt x="1" y="1150"/>
                    <a:pt x="266" y="1871"/>
                  </a:cubicBezTo>
                  <a:cubicBezTo>
                    <a:pt x="473" y="2439"/>
                    <a:pt x="747" y="2989"/>
                    <a:pt x="1012" y="3522"/>
                  </a:cubicBezTo>
                  <a:cubicBezTo>
                    <a:pt x="1108" y="3715"/>
                    <a:pt x="1204" y="3907"/>
                    <a:pt x="1297" y="4102"/>
                  </a:cubicBezTo>
                  <a:cubicBezTo>
                    <a:pt x="1377" y="4267"/>
                    <a:pt x="1448" y="4420"/>
                    <a:pt x="1513" y="4571"/>
                  </a:cubicBezTo>
                  <a:cubicBezTo>
                    <a:pt x="1576" y="4709"/>
                    <a:pt x="1635" y="4848"/>
                    <a:pt x="1689" y="4986"/>
                  </a:cubicBezTo>
                  <a:cubicBezTo>
                    <a:pt x="1817" y="5311"/>
                    <a:pt x="1913" y="5614"/>
                    <a:pt x="1983" y="5913"/>
                  </a:cubicBezTo>
                  <a:cubicBezTo>
                    <a:pt x="2020" y="6069"/>
                    <a:pt x="2050" y="6225"/>
                    <a:pt x="2071" y="6376"/>
                  </a:cubicBezTo>
                  <a:cubicBezTo>
                    <a:pt x="2078" y="6430"/>
                    <a:pt x="2086" y="6482"/>
                    <a:pt x="2091" y="6536"/>
                  </a:cubicBezTo>
                  <a:cubicBezTo>
                    <a:pt x="2136" y="6951"/>
                    <a:pt x="2131" y="7325"/>
                    <a:pt x="2122" y="7607"/>
                  </a:cubicBezTo>
                  <a:cubicBezTo>
                    <a:pt x="2119" y="7728"/>
                    <a:pt x="2115" y="7847"/>
                    <a:pt x="2111" y="7963"/>
                  </a:cubicBezTo>
                  <a:lnTo>
                    <a:pt x="2104" y="8136"/>
                  </a:lnTo>
                  <a:cubicBezTo>
                    <a:pt x="2082" y="8820"/>
                    <a:pt x="2102" y="9441"/>
                    <a:pt x="2563" y="10108"/>
                  </a:cubicBezTo>
                  <a:cubicBezTo>
                    <a:pt x="2891" y="10586"/>
                    <a:pt x="3396" y="10838"/>
                    <a:pt x="4022" y="10838"/>
                  </a:cubicBezTo>
                  <a:cubicBezTo>
                    <a:pt x="4178" y="10838"/>
                    <a:pt x="4340" y="10823"/>
                    <a:pt x="4506" y="10792"/>
                  </a:cubicBezTo>
                  <a:cubicBezTo>
                    <a:pt x="4571" y="10781"/>
                    <a:pt x="4636" y="10768"/>
                    <a:pt x="4702" y="10751"/>
                  </a:cubicBezTo>
                  <a:cubicBezTo>
                    <a:pt x="5084" y="10656"/>
                    <a:pt x="5445" y="10565"/>
                    <a:pt x="5812" y="10565"/>
                  </a:cubicBezTo>
                  <a:cubicBezTo>
                    <a:pt x="6010" y="10565"/>
                    <a:pt x="6195" y="10592"/>
                    <a:pt x="6379" y="10645"/>
                  </a:cubicBezTo>
                  <a:cubicBezTo>
                    <a:pt x="6538" y="10691"/>
                    <a:pt x="6698" y="10749"/>
                    <a:pt x="6854" y="10805"/>
                  </a:cubicBezTo>
                  <a:lnTo>
                    <a:pt x="6891" y="10819"/>
                  </a:lnTo>
                  <a:cubicBezTo>
                    <a:pt x="7036" y="10872"/>
                    <a:pt x="7186" y="10928"/>
                    <a:pt x="7334" y="10973"/>
                  </a:cubicBezTo>
                  <a:cubicBezTo>
                    <a:pt x="7628" y="11067"/>
                    <a:pt x="7873" y="11110"/>
                    <a:pt x="8106" y="11110"/>
                  </a:cubicBezTo>
                  <a:lnTo>
                    <a:pt x="8108" y="11110"/>
                  </a:lnTo>
                  <a:cubicBezTo>
                    <a:pt x="8230" y="11110"/>
                    <a:pt x="8354" y="11098"/>
                    <a:pt x="8472" y="11072"/>
                  </a:cubicBezTo>
                  <a:cubicBezTo>
                    <a:pt x="8623" y="11040"/>
                    <a:pt x="8779" y="10992"/>
                    <a:pt x="8935" y="10929"/>
                  </a:cubicBezTo>
                  <a:cubicBezTo>
                    <a:pt x="9266" y="10797"/>
                    <a:pt x="9612" y="10595"/>
                    <a:pt x="9933" y="10344"/>
                  </a:cubicBezTo>
                  <a:cubicBezTo>
                    <a:pt x="9948" y="10333"/>
                    <a:pt x="9962" y="10321"/>
                    <a:pt x="9978" y="10309"/>
                  </a:cubicBezTo>
                  <a:cubicBezTo>
                    <a:pt x="9979" y="10308"/>
                    <a:pt x="9980" y="10307"/>
                    <a:pt x="9982" y="10306"/>
                  </a:cubicBezTo>
                  <a:cubicBezTo>
                    <a:pt x="10603" y="9804"/>
                    <a:pt x="11259" y="8989"/>
                    <a:pt x="11065" y="8339"/>
                  </a:cubicBezTo>
                  <a:cubicBezTo>
                    <a:pt x="10950" y="7954"/>
                    <a:pt x="10694" y="7759"/>
                    <a:pt x="10304" y="7759"/>
                  </a:cubicBezTo>
                  <a:cubicBezTo>
                    <a:pt x="10028" y="7759"/>
                    <a:pt x="9728" y="7858"/>
                    <a:pt x="9488" y="7936"/>
                  </a:cubicBezTo>
                  <a:cubicBezTo>
                    <a:pt x="9386" y="7970"/>
                    <a:pt x="9290" y="8002"/>
                    <a:pt x="9216" y="8019"/>
                  </a:cubicBezTo>
                  <a:cubicBezTo>
                    <a:pt x="9106" y="8043"/>
                    <a:pt x="9007" y="8060"/>
                    <a:pt x="8908" y="8069"/>
                  </a:cubicBezTo>
                  <a:cubicBezTo>
                    <a:pt x="8817" y="8079"/>
                    <a:pt x="8723" y="8083"/>
                    <a:pt x="8630" y="8083"/>
                  </a:cubicBezTo>
                  <a:cubicBezTo>
                    <a:pt x="8311" y="8083"/>
                    <a:pt x="7988" y="8029"/>
                    <a:pt x="7670" y="7922"/>
                  </a:cubicBezTo>
                  <a:cubicBezTo>
                    <a:pt x="7561" y="7886"/>
                    <a:pt x="7448" y="7841"/>
                    <a:pt x="7335" y="7789"/>
                  </a:cubicBezTo>
                  <a:cubicBezTo>
                    <a:pt x="6874" y="7577"/>
                    <a:pt x="6448" y="7252"/>
                    <a:pt x="6104" y="6848"/>
                  </a:cubicBezTo>
                  <a:cubicBezTo>
                    <a:pt x="5997" y="6728"/>
                    <a:pt x="5899" y="6598"/>
                    <a:pt x="5801" y="6451"/>
                  </a:cubicBezTo>
                  <a:cubicBezTo>
                    <a:pt x="5694" y="6293"/>
                    <a:pt x="5592" y="6117"/>
                    <a:pt x="5500" y="5927"/>
                  </a:cubicBezTo>
                  <a:cubicBezTo>
                    <a:pt x="5414" y="5748"/>
                    <a:pt x="5337" y="5553"/>
                    <a:pt x="5263" y="5331"/>
                  </a:cubicBezTo>
                  <a:cubicBezTo>
                    <a:pt x="5219" y="5203"/>
                    <a:pt x="5178" y="5067"/>
                    <a:pt x="5138" y="4919"/>
                  </a:cubicBezTo>
                  <a:cubicBezTo>
                    <a:pt x="5060" y="4630"/>
                    <a:pt x="4991" y="4315"/>
                    <a:pt x="4927" y="3957"/>
                  </a:cubicBezTo>
                  <a:cubicBezTo>
                    <a:pt x="4903" y="3832"/>
                    <a:pt x="4881" y="3698"/>
                    <a:pt x="4857" y="3547"/>
                  </a:cubicBezTo>
                  <a:cubicBezTo>
                    <a:pt x="4801" y="3188"/>
                    <a:pt x="4754" y="2834"/>
                    <a:pt x="4709" y="2492"/>
                  </a:cubicBezTo>
                  <a:lnTo>
                    <a:pt x="4676" y="2247"/>
                  </a:lnTo>
                  <a:cubicBezTo>
                    <a:pt x="4481" y="533"/>
                    <a:pt x="4307" y="1"/>
                    <a:pt x="3610" y="1"/>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5" name="Google Shape;3151;p39">
              <a:extLst>
                <a:ext uri="{FF2B5EF4-FFF2-40B4-BE49-F238E27FC236}">
                  <a16:creationId xmlns:a16="http://schemas.microsoft.com/office/drawing/2014/main" id="{F8F489C1-5170-A62E-78EC-C876B6FFA9FF}"/>
                </a:ext>
              </a:extLst>
            </p:cNvPr>
            <p:cNvSpPr/>
            <p:nvPr/>
          </p:nvSpPr>
          <p:spPr>
            <a:xfrm>
              <a:off x="3702375" y="3928925"/>
              <a:ext cx="116925" cy="83850"/>
            </a:xfrm>
            <a:custGeom>
              <a:avLst/>
              <a:gdLst/>
              <a:ahLst/>
              <a:cxnLst/>
              <a:rect l="l" t="t" r="r" b="b"/>
              <a:pathLst>
                <a:path w="4677" h="3354" extrusionOk="0">
                  <a:moveTo>
                    <a:pt x="3609" y="1"/>
                  </a:moveTo>
                  <a:cubicBezTo>
                    <a:pt x="3511" y="1"/>
                    <a:pt x="3396" y="11"/>
                    <a:pt x="3249" y="33"/>
                  </a:cubicBezTo>
                  <a:cubicBezTo>
                    <a:pt x="2235" y="180"/>
                    <a:pt x="1453" y="382"/>
                    <a:pt x="788" y="669"/>
                  </a:cubicBezTo>
                  <a:cubicBezTo>
                    <a:pt x="213" y="917"/>
                    <a:pt x="1" y="1150"/>
                    <a:pt x="265" y="1872"/>
                  </a:cubicBezTo>
                  <a:cubicBezTo>
                    <a:pt x="451" y="2380"/>
                    <a:pt x="690" y="2873"/>
                    <a:pt x="900" y="3296"/>
                  </a:cubicBezTo>
                  <a:cubicBezTo>
                    <a:pt x="913" y="3323"/>
                    <a:pt x="937" y="3343"/>
                    <a:pt x="965" y="3350"/>
                  </a:cubicBezTo>
                  <a:cubicBezTo>
                    <a:pt x="974" y="3353"/>
                    <a:pt x="983" y="3354"/>
                    <a:pt x="993" y="3354"/>
                  </a:cubicBezTo>
                  <a:cubicBezTo>
                    <a:pt x="1013" y="3354"/>
                    <a:pt x="1033" y="3348"/>
                    <a:pt x="1049" y="3336"/>
                  </a:cubicBezTo>
                  <a:cubicBezTo>
                    <a:pt x="1173" y="3254"/>
                    <a:pt x="1326" y="3171"/>
                    <a:pt x="1501" y="3090"/>
                  </a:cubicBezTo>
                  <a:cubicBezTo>
                    <a:pt x="2336" y="2706"/>
                    <a:pt x="3544" y="2411"/>
                    <a:pt x="4578" y="2337"/>
                  </a:cubicBezTo>
                  <a:cubicBezTo>
                    <a:pt x="4607" y="2335"/>
                    <a:pt x="4632" y="2322"/>
                    <a:pt x="4651" y="2300"/>
                  </a:cubicBezTo>
                  <a:cubicBezTo>
                    <a:pt x="4668" y="2278"/>
                    <a:pt x="4676" y="2249"/>
                    <a:pt x="4673" y="2220"/>
                  </a:cubicBezTo>
                  <a:cubicBezTo>
                    <a:pt x="4646" y="2026"/>
                    <a:pt x="4621" y="1831"/>
                    <a:pt x="4591" y="1637"/>
                  </a:cubicBezTo>
                  <a:cubicBezTo>
                    <a:pt x="4418" y="499"/>
                    <a:pt x="4273" y="1"/>
                    <a:pt x="3609" y="1"/>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6" name="Google Shape;3152;p39">
              <a:extLst>
                <a:ext uri="{FF2B5EF4-FFF2-40B4-BE49-F238E27FC236}">
                  <a16:creationId xmlns:a16="http://schemas.microsoft.com/office/drawing/2014/main" id="{D117CBF0-8D02-A52A-351A-6E85B8563D0A}"/>
                </a:ext>
              </a:extLst>
            </p:cNvPr>
            <p:cNvSpPr/>
            <p:nvPr/>
          </p:nvSpPr>
          <p:spPr>
            <a:xfrm>
              <a:off x="3916275" y="4122900"/>
              <a:ext cx="67600" cy="79425"/>
            </a:xfrm>
            <a:custGeom>
              <a:avLst/>
              <a:gdLst/>
              <a:ahLst/>
              <a:cxnLst/>
              <a:rect l="l" t="t" r="r" b="b"/>
              <a:pathLst>
                <a:path w="2704" h="3177" extrusionOk="0">
                  <a:moveTo>
                    <a:pt x="1748" y="0"/>
                  </a:moveTo>
                  <a:cubicBezTo>
                    <a:pt x="1472" y="0"/>
                    <a:pt x="1172" y="99"/>
                    <a:pt x="931" y="178"/>
                  </a:cubicBezTo>
                  <a:cubicBezTo>
                    <a:pt x="830" y="211"/>
                    <a:pt x="734" y="243"/>
                    <a:pt x="660" y="260"/>
                  </a:cubicBezTo>
                  <a:cubicBezTo>
                    <a:pt x="550" y="284"/>
                    <a:pt x="450" y="301"/>
                    <a:pt x="352" y="310"/>
                  </a:cubicBezTo>
                  <a:cubicBezTo>
                    <a:pt x="310" y="314"/>
                    <a:pt x="275" y="343"/>
                    <a:pt x="264" y="384"/>
                  </a:cubicBezTo>
                  <a:cubicBezTo>
                    <a:pt x="52" y="1100"/>
                    <a:pt x="0" y="1851"/>
                    <a:pt x="116" y="2556"/>
                  </a:cubicBezTo>
                  <a:cubicBezTo>
                    <a:pt x="125" y="2614"/>
                    <a:pt x="135" y="2673"/>
                    <a:pt x="147" y="2731"/>
                  </a:cubicBezTo>
                  <a:cubicBezTo>
                    <a:pt x="173" y="2862"/>
                    <a:pt x="204" y="2984"/>
                    <a:pt x="241" y="3105"/>
                  </a:cubicBezTo>
                  <a:cubicBezTo>
                    <a:pt x="250" y="3132"/>
                    <a:pt x="272" y="3154"/>
                    <a:pt x="297" y="3167"/>
                  </a:cubicBezTo>
                  <a:cubicBezTo>
                    <a:pt x="310" y="3173"/>
                    <a:pt x="326" y="3176"/>
                    <a:pt x="341" y="3176"/>
                  </a:cubicBezTo>
                  <a:cubicBezTo>
                    <a:pt x="356" y="3176"/>
                    <a:pt x="369" y="3174"/>
                    <a:pt x="382" y="3169"/>
                  </a:cubicBezTo>
                  <a:lnTo>
                    <a:pt x="449" y="3142"/>
                  </a:lnTo>
                  <a:cubicBezTo>
                    <a:pt x="489" y="3125"/>
                    <a:pt x="531" y="3106"/>
                    <a:pt x="572" y="3086"/>
                  </a:cubicBezTo>
                  <a:cubicBezTo>
                    <a:pt x="842" y="2960"/>
                    <a:pt x="1120" y="2786"/>
                    <a:pt x="1377" y="2585"/>
                  </a:cubicBezTo>
                  <a:cubicBezTo>
                    <a:pt x="1391" y="2574"/>
                    <a:pt x="1406" y="2563"/>
                    <a:pt x="1421" y="2550"/>
                  </a:cubicBezTo>
                  <a:cubicBezTo>
                    <a:pt x="1423" y="2549"/>
                    <a:pt x="1424" y="2548"/>
                    <a:pt x="1425" y="2547"/>
                  </a:cubicBezTo>
                  <a:cubicBezTo>
                    <a:pt x="2047" y="2045"/>
                    <a:pt x="2703" y="1230"/>
                    <a:pt x="2509" y="580"/>
                  </a:cubicBezTo>
                  <a:cubicBezTo>
                    <a:pt x="2394" y="195"/>
                    <a:pt x="2138" y="0"/>
                    <a:pt x="1748" y="0"/>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7" name="Google Shape;3153;p39">
              <a:extLst>
                <a:ext uri="{FF2B5EF4-FFF2-40B4-BE49-F238E27FC236}">
                  <a16:creationId xmlns:a16="http://schemas.microsoft.com/office/drawing/2014/main" id="{936E6F5C-EA2F-5315-6024-59149D60B86B}"/>
                </a:ext>
              </a:extLst>
            </p:cNvPr>
            <p:cNvSpPr/>
            <p:nvPr/>
          </p:nvSpPr>
          <p:spPr>
            <a:xfrm>
              <a:off x="3726850" y="3954925"/>
              <a:ext cx="17825" cy="36225"/>
            </a:xfrm>
            <a:custGeom>
              <a:avLst/>
              <a:gdLst/>
              <a:ahLst/>
              <a:cxnLst/>
              <a:rect l="l" t="t" r="r" b="b"/>
              <a:pathLst>
                <a:path w="713" h="1449" extrusionOk="0">
                  <a:moveTo>
                    <a:pt x="92" y="0"/>
                  </a:moveTo>
                  <a:cubicBezTo>
                    <a:pt x="88" y="0"/>
                    <a:pt x="83" y="1"/>
                    <a:pt x="79" y="1"/>
                  </a:cubicBezTo>
                  <a:cubicBezTo>
                    <a:pt x="33" y="9"/>
                    <a:pt x="1" y="52"/>
                    <a:pt x="8" y="99"/>
                  </a:cubicBezTo>
                  <a:cubicBezTo>
                    <a:pt x="28" y="221"/>
                    <a:pt x="60" y="336"/>
                    <a:pt x="97" y="449"/>
                  </a:cubicBezTo>
                  <a:cubicBezTo>
                    <a:pt x="132" y="562"/>
                    <a:pt x="174" y="671"/>
                    <a:pt x="218" y="780"/>
                  </a:cubicBezTo>
                  <a:cubicBezTo>
                    <a:pt x="263" y="889"/>
                    <a:pt x="310" y="996"/>
                    <a:pt x="364" y="1101"/>
                  </a:cubicBezTo>
                  <a:cubicBezTo>
                    <a:pt x="417" y="1206"/>
                    <a:pt x="475" y="1311"/>
                    <a:pt x="546" y="1411"/>
                  </a:cubicBezTo>
                  <a:cubicBezTo>
                    <a:pt x="564" y="1433"/>
                    <a:pt x="591" y="1449"/>
                    <a:pt x="621" y="1449"/>
                  </a:cubicBezTo>
                  <a:cubicBezTo>
                    <a:pt x="622" y="1449"/>
                    <a:pt x="623" y="1449"/>
                    <a:pt x="624" y="1449"/>
                  </a:cubicBezTo>
                  <a:cubicBezTo>
                    <a:pt x="674" y="1446"/>
                    <a:pt x="712" y="1406"/>
                    <a:pt x="711" y="1355"/>
                  </a:cubicBezTo>
                  <a:cubicBezTo>
                    <a:pt x="707" y="1230"/>
                    <a:pt x="683" y="1109"/>
                    <a:pt x="653" y="992"/>
                  </a:cubicBezTo>
                  <a:cubicBezTo>
                    <a:pt x="623" y="874"/>
                    <a:pt x="583" y="759"/>
                    <a:pt x="537" y="648"/>
                  </a:cubicBezTo>
                  <a:cubicBezTo>
                    <a:pt x="489" y="536"/>
                    <a:pt x="436" y="428"/>
                    <a:pt x="372" y="323"/>
                  </a:cubicBezTo>
                  <a:cubicBezTo>
                    <a:pt x="310" y="219"/>
                    <a:pt x="240" y="119"/>
                    <a:pt x="154" y="27"/>
                  </a:cubicBezTo>
                  <a:cubicBezTo>
                    <a:pt x="138" y="11"/>
                    <a:pt x="116" y="0"/>
                    <a:pt x="92" y="0"/>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8" name="Google Shape;3154;p39">
              <a:extLst>
                <a:ext uri="{FF2B5EF4-FFF2-40B4-BE49-F238E27FC236}">
                  <a16:creationId xmlns:a16="http://schemas.microsoft.com/office/drawing/2014/main" id="{50CAFC10-B26C-C9D8-7173-A783DA5C3EC5}"/>
                </a:ext>
              </a:extLst>
            </p:cNvPr>
            <p:cNvSpPr/>
            <p:nvPr/>
          </p:nvSpPr>
          <p:spPr>
            <a:xfrm>
              <a:off x="3754225" y="3948350"/>
              <a:ext cx="15275" cy="33700"/>
            </a:xfrm>
            <a:custGeom>
              <a:avLst/>
              <a:gdLst/>
              <a:ahLst/>
              <a:cxnLst/>
              <a:rect l="l" t="t" r="r" b="b"/>
              <a:pathLst>
                <a:path w="611" h="1348" extrusionOk="0">
                  <a:moveTo>
                    <a:pt x="94" y="1"/>
                  </a:moveTo>
                  <a:cubicBezTo>
                    <a:pt x="89" y="1"/>
                    <a:pt x="83" y="1"/>
                    <a:pt x="78" y="3"/>
                  </a:cubicBezTo>
                  <a:cubicBezTo>
                    <a:pt x="31" y="11"/>
                    <a:pt x="1" y="56"/>
                    <a:pt x="9" y="102"/>
                  </a:cubicBezTo>
                  <a:lnTo>
                    <a:pt x="9" y="103"/>
                  </a:lnTo>
                  <a:cubicBezTo>
                    <a:pt x="30" y="214"/>
                    <a:pt x="60" y="315"/>
                    <a:pt x="91" y="415"/>
                  </a:cubicBezTo>
                  <a:cubicBezTo>
                    <a:pt x="121" y="515"/>
                    <a:pt x="154" y="612"/>
                    <a:pt x="187" y="711"/>
                  </a:cubicBezTo>
                  <a:cubicBezTo>
                    <a:pt x="221" y="808"/>
                    <a:pt x="255" y="905"/>
                    <a:pt x="293" y="1002"/>
                  </a:cubicBezTo>
                  <a:cubicBezTo>
                    <a:pt x="330" y="1100"/>
                    <a:pt x="368" y="1198"/>
                    <a:pt x="420" y="1297"/>
                  </a:cubicBezTo>
                  <a:lnTo>
                    <a:pt x="420" y="1300"/>
                  </a:lnTo>
                  <a:cubicBezTo>
                    <a:pt x="434" y="1323"/>
                    <a:pt x="457" y="1342"/>
                    <a:pt x="486" y="1346"/>
                  </a:cubicBezTo>
                  <a:cubicBezTo>
                    <a:pt x="491" y="1347"/>
                    <a:pt x="496" y="1347"/>
                    <a:pt x="502" y="1347"/>
                  </a:cubicBezTo>
                  <a:cubicBezTo>
                    <a:pt x="545" y="1347"/>
                    <a:pt x="584" y="1316"/>
                    <a:pt x="590" y="1272"/>
                  </a:cubicBezTo>
                  <a:cubicBezTo>
                    <a:pt x="610" y="1157"/>
                    <a:pt x="607" y="1042"/>
                    <a:pt x="593" y="928"/>
                  </a:cubicBezTo>
                  <a:cubicBezTo>
                    <a:pt x="578" y="816"/>
                    <a:pt x="551" y="704"/>
                    <a:pt x="513" y="597"/>
                  </a:cubicBezTo>
                  <a:cubicBezTo>
                    <a:pt x="474" y="490"/>
                    <a:pt x="427" y="386"/>
                    <a:pt x="366" y="289"/>
                  </a:cubicBezTo>
                  <a:cubicBezTo>
                    <a:pt x="308" y="192"/>
                    <a:pt x="238" y="100"/>
                    <a:pt x="151" y="22"/>
                  </a:cubicBezTo>
                  <a:cubicBezTo>
                    <a:pt x="136" y="9"/>
                    <a:pt x="115" y="1"/>
                    <a:pt x="94"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9" name="Google Shape;3155;p39">
              <a:extLst>
                <a:ext uri="{FF2B5EF4-FFF2-40B4-BE49-F238E27FC236}">
                  <a16:creationId xmlns:a16="http://schemas.microsoft.com/office/drawing/2014/main" id="{72637C8F-7099-4202-890A-7AEE9B702F50}"/>
                </a:ext>
              </a:extLst>
            </p:cNvPr>
            <p:cNvSpPr/>
            <p:nvPr/>
          </p:nvSpPr>
          <p:spPr>
            <a:xfrm>
              <a:off x="3784475" y="3943700"/>
              <a:ext cx="12150" cy="34400"/>
            </a:xfrm>
            <a:custGeom>
              <a:avLst/>
              <a:gdLst/>
              <a:ahLst/>
              <a:cxnLst/>
              <a:rect l="l" t="t" r="r" b="b"/>
              <a:pathLst>
                <a:path w="486" h="1376" extrusionOk="0">
                  <a:moveTo>
                    <a:pt x="90" y="1"/>
                  </a:moveTo>
                  <a:cubicBezTo>
                    <a:pt x="88" y="1"/>
                    <a:pt x="85" y="1"/>
                    <a:pt x="83" y="1"/>
                  </a:cubicBezTo>
                  <a:cubicBezTo>
                    <a:pt x="37" y="3"/>
                    <a:pt x="0" y="44"/>
                    <a:pt x="4" y="91"/>
                  </a:cubicBezTo>
                  <a:lnTo>
                    <a:pt x="4" y="92"/>
                  </a:lnTo>
                  <a:cubicBezTo>
                    <a:pt x="11" y="204"/>
                    <a:pt x="29" y="307"/>
                    <a:pt x="48" y="410"/>
                  </a:cubicBezTo>
                  <a:cubicBezTo>
                    <a:pt x="65" y="511"/>
                    <a:pt x="86" y="611"/>
                    <a:pt x="108" y="711"/>
                  </a:cubicBezTo>
                  <a:cubicBezTo>
                    <a:pt x="129" y="811"/>
                    <a:pt x="152" y="910"/>
                    <a:pt x="178" y="1011"/>
                  </a:cubicBezTo>
                  <a:cubicBezTo>
                    <a:pt x="202" y="1111"/>
                    <a:pt x="230" y="1212"/>
                    <a:pt x="269" y="1315"/>
                  </a:cubicBezTo>
                  <a:lnTo>
                    <a:pt x="270" y="1318"/>
                  </a:lnTo>
                  <a:cubicBezTo>
                    <a:pt x="280" y="1343"/>
                    <a:pt x="301" y="1364"/>
                    <a:pt x="328" y="1372"/>
                  </a:cubicBezTo>
                  <a:cubicBezTo>
                    <a:pt x="337" y="1374"/>
                    <a:pt x="346" y="1376"/>
                    <a:pt x="354" y="1376"/>
                  </a:cubicBezTo>
                  <a:cubicBezTo>
                    <a:pt x="394" y="1376"/>
                    <a:pt x="429" y="1350"/>
                    <a:pt x="441" y="1311"/>
                  </a:cubicBezTo>
                  <a:cubicBezTo>
                    <a:pt x="475" y="1199"/>
                    <a:pt x="485" y="1086"/>
                    <a:pt x="484" y="973"/>
                  </a:cubicBezTo>
                  <a:cubicBezTo>
                    <a:pt x="483" y="859"/>
                    <a:pt x="469" y="746"/>
                    <a:pt x="444" y="637"/>
                  </a:cubicBezTo>
                  <a:cubicBezTo>
                    <a:pt x="419" y="527"/>
                    <a:pt x="384" y="418"/>
                    <a:pt x="336" y="316"/>
                  </a:cubicBezTo>
                  <a:cubicBezTo>
                    <a:pt x="289" y="214"/>
                    <a:pt x="231" y="115"/>
                    <a:pt x="153" y="28"/>
                  </a:cubicBezTo>
                  <a:cubicBezTo>
                    <a:pt x="138" y="11"/>
                    <a:pt x="115" y="1"/>
                    <a:pt x="90" y="1"/>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80" name="Google Shape;3156;p39">
              <a:extLst>
                <a:ext uri="{FF2B5EF4-FFF2-40B4-BE49-F238E27FC236}">
                  <a16:creationId xmlns:a16="http://schemas.microsoft.com/office/drawing/2014/main" id="{02D327A0-AA53-8087-E79B-47D0C9A62135}"/>
                </a:ext>
              </a:extLst>
            </p:cNvPr>
            <p:cNvSpPr/>
            <p:nvPr/>
          </p:nvSpPr>
          <p:spPr>
            <a:xfrm>
              <a:off x="3871875" y="4126000"/>
              <a:ext cx="21450" cy="74800"/>
            </a:xfrm>
            <a:custGeom>
              <a:avLst/>
              <a:gdLst/>
              <a:ahLst/>
              <a:cxnLst/>
              <a:rect l="l" t="t" r="r" b="b"/>
              <a:pathLst>
                <a:path w="858" h="2992" extrusionOk="0">
                  <a:moveTo>
                    <a:pt x="511" y="0"/>
                  </a:moveTo>
                  <a:cubicBezTo>
                    <a:pt x="424" y="145"/>
                    <a:pt x="349" y="297"/>
                    <a:pt x="285" y="455"/>
                  </a:cubicBezTo>
                  <a:cubicBezTo>
                    <a:pt x="116" y="865"/>
                    <a:pt x="35" y="1308"/>
                    <a:pt x="13" y="1749"/>
                  </a:cubicBezTo>
                  <a:cubicBezTo>
                    <a:pt x="1" y="2112"/>
                    <a:pt x="37" y="2474"/>
                    <a:pt x="109" y="2825"/>
                  </a:cubicBezTo>
                  <a:cubicBezTo>
                    <a:pt x="267" y="2883"/>
                    <a:pt x="426" y="2943"/>
                    <a:pt x="586" y="2992"/>
                  </a:cubicBezTo>
                  <a:cubicBezTo>
                    <a:pt x="584" y="2982"/>
                    <a:pt x="582" y="2971"/>
                    <a:pt x="582" y="2960"/>
                  </a:cubicBezTo>
                  <a:cubicBezTo>
                    <a:pt x="561" y="2759"/>
                    <a:pt x="516" y="2563"/>
                    <a:pt x="513" y="2361"/>
                  </a:cubicBezTo>
                  <a:cubicBezTo>
                    <a:pt x="509" y="2261"/>
                    <a:pt x="495" y="2163"/>
                    <a:pt x="495" y="2063"/>
                  </a:cubicBezTo>
                  <a:lnTo>
                    <a:pt x="499" y="1764"/>
                  </a:lnTo>
                  <a:cubicBezTo>
                    <a:pt x="513" y="1369"/>
                    <a:pt x="572" y="977"/>
                    <a:pt x="686" y="599"/>
                  </a:cubicBezTo>
                  <a:cubicBezTo>
                    <a:pt x="733" y="444"/>
                    <a:pt x="792" y="287"/>
                    <a:pt x="858" y="138"/>
                  </a:cubicBezTo>
                  <a:cubicBezTo>
                    <a:pt x="742" y="99"/>
                    <a:pt x="626" y="53"/>
                    <a:pt x="511"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81" name="Google Shape;3157;p39">
              <a:extLst>
                <a:ext uri="{FF2B5EF4-FFF2-40B4-BE49-F238E27FC236}">
                  <a16:creationId xmlns:a16="http://schemas.microsoft.com/office/drawing/2014/main" id="{D999014D-EA5A-1808-E852-9E68B4FD7712}"/>
                </a:ext>
              </a:extLst>
            </p:cNvPr>
            <p:cNvSpPr/>
            <p:nvPr/>
          </p:nvSpPr>
          <p:spPr>
            <a:xfrm>
              <a:off x="3757575" y="4091475"/>
              <a:ext cx="95475" cy="40975"/>
            </a:xfrm>
            <a:custGeom>
              <a:avLst/>
              <a:gdLst/>
              <a:ahLst/>
              <a:cxnLst/>
              <a:rect l="l" t="t" r="r" b="b"/>
              <a:pathLst>
                <a:path w="3819" h="1639" extrusionOk="0">
                  <a:moveTo>
                    <a:pt x="3223" y="0"/>
                  </a:moveTo>
                  <a:cubicBezTo>
                    <a:pt x="2641" y="2"/>
                    <a:pt x="2063" y="124"/>
                    <a:pt x="1516" y="315"/>
                  </a:cubicBezTo>
                  <a:lnTo>
                    <a:pt x="1113" y="477"/>
                  </a:lnTo>
                  <a:cubicBezTo>
                    <a:pt x="979" y="535"/>
                    <a:pt x="853" y="607"/>
                    <a:pt x="724" y="672"/>
                  </a:cubicBezTo>
                  <a:cubicBezTo>
                    <a:pt x="475" y="793"/>
                    <a:pt x="247" y="954"/>
                    <a:pt x="18" y="1107"/>
                  </a:cubicBezTo>
                  <a:cubicBezTo>
                    <a:pt x="15" y="1230"/>
                    <a:pt x="11" y="1349"/>
                    <a:pt x="6" y="1465"/>
                  </a:cubicBezTo>
                  <a:cubicBezTo>
                    <a:pt x="4" y="1524"/>
                    <a:pt x="2" y="1582"/>
                    <a:pt x="0" y="1638"/>
                  </a:cubicBezTo>
                  <a:cubicBezTo>
                    <a:pt x="75" y="1585"/>
                    <a:pt x="149" y="1530"/>
                    <a:pt x="231" y="1486"/>
                  </a:cubicBezTo>
                  <a:cubicBezTo>
                    <a:pt x="471" y="1356"/>
                    <a:pt x="693" y="1200"/>
                    <a:pt x="941" y="1094"/>
                  </a:cubicBezTo>
                  <a:cubicBezTo>
                    <a:pt x="1064" y="1036"/>
                    <a:pt x="1181" y="968"/>
                    <a:pt x="1306" y="919"/>
                  </a:cubicBezTo>
                  <a:lnTo>
                    <a:pt x="1681" y="771"/>
                  </a:lnTo>
                  <a:cubicBezTo>
                    <a:pt x="2184" y="590"/>
                    <a:pt x="2708" y="469"/>
                    <a:pt x="3240" y="427"/>
                  </a:cubicBezTo>
                  <a:cubicBezTo>
                    <a:pt x="3377" y="417"/>
                    <a:pt x="3515" y="412"/>
                    <a:pt x="3654" y="412"/>
                  </a:cubicBezTo>
                  <a:cubicBezTo>
                    <a:pt x="3709" y="412"/>
                    <a:pt x="3764" y="413"/>
                    <a:pt x="3818" y="414"/>
                  </a:cubicBezTo>
                  <a:cubicBezTo>
                    <a:pt x="3708" y="290"/>
                    <a:pt x="3605" y="154"/>
                    <a:pt x="3508" y="8"/>
                  </a:cubicBezTo>
                  <a:cubicBezTo>
                    <a:pt x="3413" y="2"/>
                    <a:pt x="3318" y="0"/>
                    <a:pt x="3223"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82" name="Google Shape;3158;p39">
              <a:extLst>
                <a:ext uri="{FF2B5EF4-FFF2-40B4-BE49-F238E27FC236}">
                  <a16:creationId xmlns:a16="http://schemas.microsoft.com/office/drawing/2014/main" id="{EFAA6C67-18C0-8DF5-0BA3-6D57E853632D}"/>
                </a:ext>
              </a:extLst>
            </p:cNvPr>
            <p:cNvSpPr/>
            <p:nvPr/>
          </p:nvSpPr>
          <p:spPr>
            <a:xfrm>
              <a:off x="3754450" y="4052575"/>
              <a:ext cx="77075" cy="35425"/>
            </a:xfrm>
            <a:custGeom>
              <a:avLst/>
              <a:gdLst/>
              <a:ahLst/>
              <a:cxnLst/>
              <a:rect l="l" t="t" r="r" b="b"/>
              <a:pathLst>
                <a:path w="3083" h="1417" extrusionOk="0">
                  <a:moveTo>
                    <a:pt x="2956" y="1"/>
                  </a:moveTo>
                  <a:cubicBezTo>
                    <a:pt x="2373" y="2"/>
                    <a:pt x="1800" y="124"/>
                    <a:pt x="1254" y="313"/>
                  </a:cubicBezTo>
                  <a:lnTo>
                    <a:pt x="852" y="477"/>
                  </a:lnTo>
                  <a:cubicBezTo>
                    <a:pt x="717" y="533"/>
                    <a:pt x="591" y="605"/>
                    <a:pt x="463" y="671"/>
                  </a:cubicBezTo>
                  <a:cubicBezTo>
                    <a:pt x="301" y="750"/>
                    <a:pt x="150" y="845"/>
                    <a:pt x="0" y="943"/>
                  </a:cubicBezTo>
                  <a:cubicBezTo>
                    <a:pt x="38" y="1099"/>
                    <a:pt x="68" y="1257"/>
                    <a:pt x="90" y="1417"/>
                  </a:cubicBezTo>
                  <a:cubicBezTo>
                    <a:pt x="284" y="1303"/>
                    <a:pt x="474" y="1178"/>
                    <a:pt x="681" y="1092"/>
                  </a:cubicBezTo>
                  <a:cubicBezTo>
                    <a:pt x="802" y="1035"/>
                    <a:pt x="921" y="966"/>
                    <a:pt x="1044" y="917"/>
                  </a:cubicBezTo>
                  <a:lnTo>
                    <a:pt x="1419" y="770"/>
                  </a:lnTo>
                  <a:cubicBezTo>
                    <a:pt x="1923" y="588"/>
                    <a:pt x="2447" y="466"/>
                    <a:pt x="2979" y="425"/>
                  </a:cubicBezTo>
                  <a:cubicBezTo>
                    <a:pt x="3013" y="423"/>
                    <a:pt x="3047" y="420"/>
                    <a:pt x="3083" y="419"/>
                  </a:cubicBezTo>
                  <a:cubicBezTo>
                    <a:pt x="3036" y="282"/>
                    <a:pt x="2994" y="143"/>
                    <a:pt x="2956"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83" name="Google Shape;3159;p39">
              <a:extLst>
                <a:ext uri="{FF2B5EF4-FFF2-40B4-BE49-F238E27FC236}">
                  <a16:creationId xmlns:a16="http://schemas.microsoft.com/office/drawing/2014/main" id="{3E241772-00CB-26EF-3CA5-8F16B82DD226}"/>
                </a:ext>
              </a:extLst>
            </p:cNvPr>
            <p:cNvSpPr/>
            <p:nvPr/>
          </p:nvSpPr>
          <p:spPr>
            <a:xfrm>
              <a:off x="3742575" y="4017925"/>
              <a:ext cx="80450" cy="34725"/>
            </a:xfrm>
            <a:custGeom>
              <a:avLst/>
              <a:gdLst/>
              <a:ahLst/>
              <a:cxnLst/>
              <a:rect l="l" t="t" r="r" b="b"/>
              <a:pathLst>
                <a:path w="3218" h="1389" extrusionOk="0">
                  <a:moveTo>
                    <a:pt x="3040" y="1"/>
                  </a:moveTo>
                  <a:cubicBezTo>
                    <a:pt x="3026" y="1"/>
                    <a:pt x="3013" y="1"/>
                    <a:pt x="3000" y="1"/>
                  </a:cubicBezTo>
                  <a:cubicBezTo>
                    <a:pt x="2416" y="2"/>
                    <a:pt x="1838" y="124"/>
                    <a:pt x="1291" y="315"/>
                  </a:cubicBezTo>
                  <a:lnTo>
                    <a:pt x="889" y="479"/>
                  </a:lnTo>
                  <a:cubicBezTo>
                    <a:pt x="754" y="535"/>
                    <a:pt x="628" y="607"/>
                    <a:pt x="500" y="673"/>
                  </a:cubicBezTo>
                  <a:cubicBezTo>
                    <a:pt x="325" y="757"/>
                    <a:pt x="162" y="863"/>
                    <a:pt x="0" y="969"/>
                  </a:cubicBezTo>
                  <a:cubicBezTo>
                    <a:pt x="62" y="1106"/>
                    <a:pt x="122" y="1247"/>
                    <a:pt x="177" y="1389"/>
                  </a:cubicBezTo>
                  <a:cubicBezTo>
                    <a:pt x="354" y="1283"/>
                    <a:pt x="530" y="1173"/>
                    <a:pt x="717" y="1093"/>
                  </a:cubicBezTo>
                  <a:cubicBezTo>
                    <a:pt x="839" y="1036"/>
                    <a:pt x="957" y="968"/>
                    <a:pt x="1081" y="918"/>
                  </a:cubicBezTo>
                  <a:lnTo>
                    <a:pt x="1455" y="771"/>
                  </a:lnTo>
                  <a:cubicBezTo>
                    <a:pt x="1959" y="590"/>
                    <a:pt x="2484" y="468"/>
                    <a:pt x="3015" y="427"/>
                  </a:cubicBezTo>
                  <a:cubicBezTo>
                    <a:pt x="3083" y="422"/>
                    <a:pt x="3150" y="418"/>
                    <a:pt x="3217" y="417"/>
                  </a:cubicBezTo>
                  <a:cubicBezTo>
                    <a:pt x="3191" y="280"/>
                    <a:pt x="3168" y="141"/>
                    <a:pt x="3148" y="4"/>
                  </a:cubicBezTo>
                  <a:cubicBezTo>
                    <a:pt x="3112" y="2"/>
                    <a:pt x="3076" y="1"/>
                    <a:pt x="3040"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84" name="Google Shape;3160;p39">
              <a:extLst>
                <a:ext uri="{FF2B5EF4-FFF2-40B4-BE49-F238E27FC236}">
                  <a16:creationId xmlns:a16="http://schemas.microsoft.com/office/drawing/2014/main" id="{718601C6-D8D8-32CC-E3CC-98BE84D3F454}"/>
                </a:ext>
              </a:extLst>
            </p:cNvPr>
            <p:cNvSpPr/>
            <p:nvPr/>
          </p:nvSpPr>
          <p:spPr>
            <a:xfrm>
              <a:off x="3799025" y="4011275"/>
              <a:ext cx="21625" cy="69825"/>
            </a:xfrm>
            <a:custGeom>
              <a:avLst/>
              <a:gdLst/>
              <a:ahLst/>
              <a:cxnLst/>
              <a:rect l="l" t="t" r="r" b="b"/>
              <a:pathLst>
                <a:path w="865" h="2793" extrusionOk="0">
                  <a:moveTo>
                    <a:pt x="223" y="1"/>
                  </a:moveTo>
                  <a:cubicBezTo>
                    <a:pt x="183" y="1"/>
                    <a:pt x="147" y="24"/>
                    <a:pt x="132" y="64"/>
                  </a:cubicBezTo>
                  <a:cubicBezTo>
                    <a:pt x="48" y="287"/>
                    <a:pt x="10" y="528"/>
                    <a:pt x="6" y="768"/>
                  </a:cubicBezTo>
                  <a:cubicBezTo>
                    <a:pt x="0" y="1008"/>
                    <a:pt x="31" y="1246"/>
                    <a:pt x="82" y="1479"/>
                  </a:cubicBezTo>
                  <a:cubicBezTo>
                    <a:pt x="137" y="1710"/>
                    <a:pt x="213" y="1935"/>
                    <a:pt x="312" y="2149"/>
                  </a:cubicBezTo>
                  <a:cubicBezTo>
                    <a:pt x="409" y="2362"/>
                    <a:pt x="526" y="2566"/>
                    <a:pt x="669" y="2752"/>
                  </a:cubicBezTo>
                  <a:cubicBezTo>
                    <a:pt x="688" y="2777"/>
                    <a:pt x="718" y="2792"/>
                    <a:pt x="750" y="2792"/>
                  </a:cubicBezTo>
                  <a:cubicBezTo>
                    <a:pt x="760" y="2792"/>
                    <a:pt x="770" y="2791"/>
                    <a:pt x="779" y="2788"/>
                  </a:cubicBezTo>
                  <a:cubicBezTo>
                    <a:pt x="833" y="2772"/>
                    <a:pt x="864" y="2715"/>
                    <a:pt x="849" y="2661"/>
                  </a:cubicBezTo>
                  <a:lnTo>
                    <a:pt x="849" y="2660"/>
                  </a:lnTo>
                  <a:cubicBezTo>
                    <a:pt x="784" y="2441"/>
                    <a:pt x="713" y="2230"/>
                    <a:pt x="647" y="2019"/>
                  </a:cubicBezTo>
                  <a:cubicBezTo>
                    <a:pt x="583" y="1808"/>
                    <a:pt x="521" y="1600"/>
                    <a:pt x="473" y="1389"/>
                  </a:cubicBezTo>
                  <a:cubicBezTo>
                    <a:pt x="422" y="1178"/>
                    <a:pt x="386" y="966"/>
                    <a:pt x="358" y="751"/>
                  </a:cubicBezTo>
                  <a:cubicBezTo>
                    <a:pt x="333" y="537"/>
                    <a:pt x="322" y="320"/>
                    <a:pt x="319" y="97"/>
                  </a:cubicBezTo>
                  <a:lnTo>
                    <a:pt x="319" y="95"/>
                  </a:lnTo>
                  <a:cubicBezTo>
                    <a:pt x="317" y="57"/>
                    <a:pt x="293" y="21"/>
                    <a:pt x="256" y="7"/>
                  </a:cubicBezTo>
                  <a:cubicBezTo>
                    <a:pt x="245" y="3"/>
                    <a:pt x="234" y="1"/>
                    <a:pt x="223" y="1"/>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85" name="Google Shape;3161;p39">
              <a:extLst>
                <a:ext uri="{FF2B5EF4-FFF2-40B4-BE49-F238E27FC236}">
                  <a16:creationId xmlns:a16="http://schemas.microsoft.com/office/drawing/2014/main" id="{918E2A27-E7BC-3FA4-159E-989724D2EBE6}"/>
                </a:ext>
              </a:extLst>
            </p:cNvPr>
            <p:cNvSpPr/>
            <p:nvPr/>
          </p:nvSpPr>
          <p:spPr>
            <a:xfrm>
              <a:off x="3701225" y="3926325"/>
              <a:ext cx="285500" cy="282950"/>
            </a:xfrm>
            <a:custGeom>
              <a:avLst/>
              <a:gdLst/>
              <a:ahLst/>
              <a:cxnLst/>
              <a:rect l="l" t="t" r="r" b="b"/>
              <a:pathLst>
                <a:path w="11420" h="11318" extrusionOk="0">
                  <a:moveTo>
                    <a:pt x="3655" y="209"/>
                  </a:moveTo>
                  <a:cubicBezTo>
                    <a:pt x="3667" y="209"/>
                    <a:pt x="3678" y="210"/>
                    <a:pt x="3690" y="210"/>
                  </a:cubicBezTo>
                  <a:cubicBezTo>
                    <a:pt x="3712" y="211"/>
                    <a:pt x="3735" y="211"/>
                    <a:pt x="3756" y="213"/>
                  </a:cubicBezTo>
                  <a:cubicBezTo>
                    <a:pt x="3767" y="214"/>
                    <a:pt x="3775" y="216"/>
                    <a:pt x="3785" y="217"/>
                  </a:cubicBezTo>
                  <a:cubicBezTo>
                    <a:pt x="3807" y="220"/>
                    <a:pt x="3831" y="223"/>
                    <a:pt x="3851" y="227"/>
                  </a:cubicBezTo>
                  <a:cubicBezTo>
                    <a:pt x="3858" y="230"/>
                    <a:pt x="3865" y="232"/>
                    <a:pt x="3872" y="233"/>
                  </a:cubicBezTo>
                  <a:cubicBezTo>
                    <a:pt x="3895" y="240"/>
                    <a:pt x="3918" y="246"/>
                    <a:pt x="3939" y="255"/>
                  </a:cubicBezTo>
                  <a:cubicBezTo>
                    <a:pt x="3944" y="256"/>
                    <a:pt x="3949" y="258"/>
                    <a:pt x="3953" y="261"/>
                  </a:cubicBezTo>
                  <a:cubicBezTo>
                    <a:pt x="3977" y="270"/>
                    <a:pt x="3999" y="282"/>
                    <a:pt x="4020" y="295"/>
                  </a:cubicBezTo>
                  <a:cubicBezTo>
                    <a:pt x="4023" y="297"/>
                    <a:pt x="4027" y="299"/>
                    <a:pt x="4032" y="303"/>
                  </a:cubicBezTo>
                  <a:cubicBezTo>
                    <a:pt x="4052" y="315"/>
                    <a:pt x="4070" y="330"/>
                    <a:pt x="4089" y="347"/>
                  </a:cubicBezTo>
                  <a:cubicBezTo>
                    <a:pt x="4095" y="351"/>
                    <a:pt x="4100" y="356"/>
                    <a:pt x="4105" y="360"/>
                  </a:cubicBezTo>
                  <a:cubicBezTo>
                    <a:pt x="4119" y="374"/>
                    <a:pt x="4133" y="390"/>
                    <a:pt x="4147" y="406"/>
                  </a:cubicBezTo>
                  <a:cubicBezTo>
                    <a:pt x="4155" y="417"/>
                    <a:pt x="4165" y="427"/>
                    <a:pt x="4174" y="439"/>
                  </a:cubicBezTo>
                  <a:cubicBezTo>
                    <a:pt x="4178" y="444"/>
                    <a:pt x="4182" y="451"/>
                    <a:pt x="4185" y="456"/>
                  </a:cubicBezTo>
                  <a:cubicBezTo>
                    <a:pt x="4339" y="680"/>
                    <a:pt x="4432" y="1081"/>
                    <a:pt x="4534" y="1756"/>
                  </a:cubicBezTo>
                  <a:lnTo>
                    <a:pt x="4535" y="1756"/>
                  </a:lnTo>
                  <a:cubicBezTo>
                    <a:pt x="4564" y="1950"/>
                    <a:pt x="4591" y="2144"/>
                    <a:pt x="4616" y="2339"/>
                  </a:cubicBezTo>
                  <a:cubicBezTo>
                    <a:pt x="3642" y="2408"/>
                    <a:pt x="2403" y="2688"/>
                    <a:pt x="1504" y="3101"/>
                  </a:cubicBezTo>
                  <a:cubicBezTo>
                    <a:pt x="1288" y="3200"/>
                    <a:pt x="1141" y="3286"/>
                    <a:pt x="1038" y="3355"/>
                  </a:cubicBezTo>
                  <a:cubicBezTo>
                    <a:pt x="986" y="3249"/>
                    <a:pt x="934" y="3142"/>
                    <a:pt x="882" y="3036"/>
                  </a:cubicBezTo>
                  <a:cubicBezTo>
                    <a:pt x="867" y="3002"/>
                    <a:pt x="851" y="2969"/>
                    <a:pt x="835" y="2936"/>
                  </a:cubicBezTo>
                  <a:cubicBezTo>
                    <a:pt x="801" y="2867"/>
                    <a:pt x="769" y="2797"/>
                    <a:pt x="737" y="2727"/>
                  </a:cubicBezTo>
                  <a:cubicBezTo>
                    <a:pt x="715" y="2680"/>
                    <a:pt x="694" y="2632"/>
                    <a:pt x="673" y="2586"/>
                  </a:cubicBezTo>
                  <a:cubicBezTo>
                    <a:pt x="646" y="2525"/>
                    <a:pt x="620" y="2466"/>
                    <a:pt x="595" y="2405"/>
                  </a:cubicBezTo>
                  <a:cubicBezTo>
                    <a:pt x="574" y="2356"/>
                    <a:pt x="552" y="2307"/>
                    <a:pt x="532" y="2257"/>
                  </a:cubicBezTo>
                  <a:cubicBezTo>
                    <a:pt x="503" y="2187"/>
                    <a:pt x="477" y="2118"/>
                    <a:pt x="450" y="2048"/>
                  </a:cubicBezTo>
                  <a:cubicBezTo>
                    <a:pt x="436" y="2012"/>
                    <a:pt x="421" y="1976"/>
                    <a:pt x="408" y="1940"/>
                  </a:cubicBezTo>
                  <a:cubicBezTo>
                    <a:pt x="228" y="1450"/>
                    <a:pt x="278" y="1226"/>
                    <a:pt x="529" y="1049"/>
                  </a:cubicBezTo>
                  <a:cubicBezTo>
                    <a:pt x="618" y="986"/>
                    <a:pt x="733" y="929"/>
                    <a:pt x="874" y="868"/>
                  </a:cubicBezTo>
                  <a:cubicBezTo>
                    <a:pt x="1310" y="680"/>
                    <a:pt x="1775" y="542"/>
                    <a:pt x="2245" y="435"/>
                  </a:cubicBezTo>
                  <a:cubicBezTo>
                    <a:pt x="2600" y="354"/>
                    <a:pt x="2957" y="290"/>
                    <a:pt x="3310" y="240"/>
                  </a:cubicBezTo>
                  <a:cubicBezTo>
                    <a:pt x="3412" y="224"/>
                    <a:pt x="3501" y="216"/>
                    <a:pt x="3587" y="212"/>
                  </a:cubicBezTo>
                  <a:cubicBezTo>
                    <a:pt x="3610" y="211"/>
                    <a:pt x="3634" y="209"/>
                    <a:pt x="3655" y="209"/>
                  </a:cubicBezTo>
                  <a:close/>
                  <a:moveTo>
                    <a:pt x="10349" y="7966"/>
                  </a:moveTo>
                  <a:cubicBezTo>
                    <a:pt x="10639" y="7966"/>
                    <a:pt x="10895" y="8083"/>
                    <a:pt x="11011" y="8472"/>
                  </a:cubicBezTo>
                  <a:cubicBezTo>
                    <a:pt x="11171" y="9005"/>
                    <a:pt x="10667" y="9760"/>
                    <a:pt x="9962" y="10329"/>
                  </a:cubicBezTo>
                  <a:lnTo>
                    <a:pt x="9963" y="10329"/>
                  </a:lnTo>
                  <a:lnTo>
                    <a:pt x="9961" y="10330"/>
                  </a:lnTo>
                  <a:cubicBezTo>
                    <a:pt x="9946" y="10343"/>
                    <a:pt x="9930" y="10356"/>
                    <a:pt x="9914" y="10368"/>
                  </a:cubicBezTo>
                  <a:cubicBezTo>
                    <a:pt x="9844" y="10423"/>
                    <a:pt x="9772" y="10475"/>
                    <a:pt x="9698" y="10526"/>
                  </a:cubicBezTo>
                  <a:cubicBezTo>
                    <a:pt x="9679" y="10539"/>
                    <a:pt x="9661" y="10550"/>
                    <a:pt x="9643" y="10562"/>
                  </a:cubicBezTo>
                  <a:cubicBezTo>
                    <a:pt x="9586" y="10600"/>
                    <a:pt x="9530" y="10636"/>
                    <a:pt x="9474" y="10670"/>
                  </a:cubicBezTo>
                  <a:cubicBezTo>
                    <a:pt x="9450" y="10684"/>
                    <a:pt x="9426" y="10698"/>
                    <a:pt x="9403" y="10711"/>
                  </a:cubicBezTo>
                  <a:cubicBezTo>
                    <a:pt x="9350" y="10742"/>
                    <a:pt x="9295" y="10771"/>
                    <a:pt x="9241" y="10799"/>
                  </a:cubicBezTo>
                  <a:cubicBezTo>
                    <a:pt x="9216" y="10812"/>
                    <a:pt x="9192" y="10825"/>
                    <a:pt x="9167" y="10836"/>
                  </a:cubicBezTo>
                  <a:cubicBezTo>
                    <a:pt x="9094" y="10872"/>
                    <a:pt x="9021" y="10906"/>
                    <a:pt x="8948" y="10935"/>
                  </a:cubicBezTo>
                  <a:cubicBezTo>
                    <a:pt x="8947" y="10935"/>
                    <a:pt x="8947" y="10936"/>
                    <a:pt x="8946" y="10936"/>
                  </a:cubicBezTo>
                  <a:lnTo>
                    <a:pt x="8941" y="10938"/>
                  </a:lnTo>
                  <a:cubicBezTo>
                    <a:pt x="8905" y="10817"/>
                    <a:pt x="8875" y="10696"/>
                    <a:pt x="8851" y="10574"/>
                  </a:cubicBezTo>
                  <a:cubicBezTo>
                    <a:pt x="8838" y="10517"/>
                    <a:pt x="8829" y="10459"/>
                    <a:pt x="8820" y="10403"/>
                  </a:cubicBezTo>
                  <a:cubicBezTo>
                    <a:pt x="8704" y="9694"/>
                    <a:pt x="8760" y="8964"/>
                    <a:pt x="8964" y="8275"/>
                  </a:cubicBezTo>
                  <a:cubicBezTo>
                    <a:pt x="9073" y="8265"/>
                    <a:pt x="9180" y="8247"/>
                    <a:pt x="9284" y="8223"/>
                  </a:cubicBezTo>
                  <a:cubicBezTo>
                    <a:pt x="9348" y="8209"/>
                    <a:pt x="9422" y="8186"/>
                    <a:pt x="9505" y="8158"/>
                  </a:cubicBezTo>
                  <a:cubicBezTo>
                    <a:pt x="9628" y="8119"/>
                    <a:pt x="9769" y="8070"/>
                    <a:pt x="9913" y="8032"/>
                  </a:cubicBezTo>
                  <a:cubicBezTo>
                    <a:pt x="10058" y="7994"/>
                    <a:pt x="10207" y="7966"/>
                    <a:pt x="10349" y="7966"/>
                  </a:cubicBezTo>
                  <a:close/>
                  <a:moveTo>
                    <a:pt x="4644" y="2542"/>
                  </a:moveTo>
                  <a:cubicBezTo>
                    <a:pt x="4691" y="2903"/>
                    <a:pt x="4741" y="3283"/>
                    <a:pt x="4801" y="3668"/>
                  </a:cubicBezTo>
                  <a:cubicBezTo>
                    <a:pt x="4822" y="3805"/>
                    <a:pt x="4845" y="3944"/>
                    <a:pt x="4871" y="4081"/>
                  </a:cubicBezTo>
                  <a:cubicBezTo>
                    <a:pt x="4930" y="4411"/>
                    <a:pt x="4999" y="4737"/>
                    <a:pt x="5083" y="5050"/>
                  </a:cubicBezTo>
                  <a:cubicBezTo>
                    <a:pt x="5123" y="5193"/>
                    <a:pt x="5164" y="5332"/>
                    <a:pt x="5210" y="5468"/>
                  </a:cubicBezTo>
                  <a:cubicBezTo>
                    <a:pt x="5281" y="5683"/>
                    <a:pt x="5362" y="5886"/>
                    <a:pt x="5454" y="6075"/>
                  </a:cubicBezTo>
                  <a:cubicBezTo>
                    <a:pt x="5546" y="6267"/>
                    <a:pt x="5649" y="6448"/>
                    <a:pt x="5762" y="6614"/>
                  </a:cubicBezTo>
                  <a:cubicBezTo>
                    <a:pt x="5859" y="6760"/>
                    <a:pt x="5962" y="6894"/>
                    <a:pt x="6072" y="7020"/>
                  </a:cubicBezTo>
                  <a:cubicBezTo>
                    <a:pt x="6442" y="7453"/>
                    <a:pt x="6880" y="7776"/>
                    <a:pt x="7337" y="7987"/>
                  </a:cubicBezTo>
                  <a:cubicBezTo>
                    <a:pt x="7452" y="8040"/>
                    <a:pt x="7568" y="8086"/>
                    <a:pt x="7684" y="8124"/>
                  </a:cubicBezTo>
                  <a:cubicBezTo>
                    <a:pt x="8013" y="8235"/>
                    <a:pt x="8349" y="8290"/>
                    <a:pt x="8675" y="8290"/>
                  </a:cubicBezTo>
                  <a:cubicBezTo>
                    <a:pt x="8699" y="8290"/>
                    <a:pt x="8724" y="8288"/>
                    <a:pt x="8748" y="8286"/>
                  </a:cubicBezTo>
                  <a:lnTo>
                    <a:pt x="8748" y="8286"/>
                  </a:lnTo>
                  <a:cubicBezTo>
                    <a:pt x="8548" y="8996"/>
                    <a:pt x="8502" y="9737"/>
                    <a:pt x="8615" y="10435"/>
                  </a:cubicBezTo>
                  <a:cubicBezTo>
                    <a:pt x="8625" y="10497"/>
                    <a:pt x="8636" y="10557"/>
                    <a:pt x="8648" y="10615"/>
                  </a:cubicBezTo>
                  <a:cubicBezTo>
                    <a:pt x="8675" y="10749"/>
                    <a:pt x="8706" y="10875"/>
                    <a:pt x="8745" y="10999"/>
                  </a:cubicBezTo>
                  <a:cubicBezTo>
                    <a:pt x="8746" y="11001"/>
                    <a:pt x="8747" y="11004"/>
                    <a:pt x="8748" y="11006"/>
                  </a:cubicBezTo>
                  <a:cubicBezTo>
                    <a:pt x="8663" y="11034"/>
                    <a:pt x="8579" y="11057"/>
                    <a:pt x="8496" y="11075"/>
                  </a:cubicBezTo>
                  <a:lnTo>
                    <a:pt x="8496" y="11076"/>
                  </a:lnTo>
                  <a:cubicBezTo>
                    <a:pt x="8380" y="11100"/>
                    <a:pt x="8265" y="11111"/>
                    <a:pt x="8152" y="11111"/>
                  </a:cubicBezTo>
                  <a:cubicBezTo>
                    <a:pt x="7898" y="11111"/>
                    <a:pt x="7653" y="11056"/>
                    <a:pt x="7412" y="10979"/>
                  </a:cubicBezTo>
                  <a:cubicBezTo>
                    <a:pt x="7252" y="10930"/>
                    <a:pt x="7093" y="10870"/>
                    <a:pt x="6935" y="10813"/>
                  </a:cubicBezTo>
                  <a:cubicBezTo>
                    <a:pt x="6776" y="10754"/>
                    <a:pt x="6616" y="10697"/>
                    <a:pt x="6453" y="10649"/>
                  </a:cubicBezTo>
                  <a:cubicBezTo>
                    <a:pt x="6249" y="10591"/>
                    <a:pt x="6052" y="10567"/>
                    <a:pt x="5858" y="10567"/>
                  </a:cubicBezTo>
                  <a:cubicBezTo>
                    <a:pt x="5479" y="10567"/>
                    <a:pt x="5111" y="10657"/>
                    <a:pt x="4722" y="10754"/>
                  </a:cubicBezTo>
                  <a:cubicBezTo>
                    <a:pt x="4659" y="10771"/>
                    <a:pt x="4596" y="10784"/>
                    <a:pt x="4534" y="10795"/>
                  </a:cubicBezTo>
                  <a:cubicBezTo>
                    <a:pt x="4376" y="10824"/>
                    <a:pt x="4221" y="10840"/>
                    <a:pt x="4068" y="10840"/>
                  </a:cubicBezTo>
                  <a:cubicBezTo>
                    <a:pt x="3522" y="10840"/>
                    <a:pt x="3028" y="10640"/>
                    <a:pt x="2694" y="10155"/>
                  </a:cubicBezTo>
                  <a:cubicBezTo>
                    <a:pt x="2256" y="9520"/>
                    <a:pt x="2232" y="8926"/>
                    <a:pt x="2253" y="8244"/>
                  </a:cubicBezTo>
                  <a:cubicBezTo>
                    <a:pt x="2255" y="8188"/>
                    <a:pt x="2258" y="8131"/>
                    <a:pt x="2260" y="8071"/>
                  </a:cubicBezTo>
                  <a:cubicBezTo>
                    <a:pt x="2264" y="7955"/>
                    <a:pt x="2269" y="7837"/>
                    <a:pt x="2271" y="7713"/>
                  </a:cubicBezTo>
                  <a:cubicBezTo>
                    <a:pt x="2282" y="7382"/>
                    <a:pt x="2283" y="7024"/>
                    <a:pt x="2239" y="6629"/>
                  </a:cubicBezTo>
                  <a:cubicBezTo>
                    <a:pt x="2233" y="6575"/>
                    <a:pt x="2227" y="6521"/>
                    <a:pt x="2219" y="6467"/>
                  </a:cubicBezTo>
                  <a:cubicBezTo>
                    <a:pt x="2197" y="6307"/>
                    <a:pt x="2166" y="6149"/>
                    <a:pt x="2129" y="5993"/>
                  </a:cubicBezTo>
                  <a:cubicBezTo>
                    <a:pt x="2054" y="5672"/>
                    <a:pt x="1952" y="5358"/>
                    <a:pt x="1831" y="5053"/>
                  </a:cubicBezTo>
                  <a:cubicBezTo>
                    <a:pt x="1776" y="4911"/>
                    <a:pt x="1716" y="4770"/>
                    <a:pt x="1654" y="4633"/>
                  </a:cubicBezTo>
                  <a:cubicBezTo>
                    <a:pt x="1585" y="4474"/>
                    <a:pt x="1512" y="4317"/>
                    <a:pt x="1436" y="4160"/>
                  </a:cubicBezTo>
                  <a:cubicBezTo>
                    <a:pt x="1336" y="3953"/>
                    <a:pt x="1232" y="3745"/>
                    <a:pt x="1130" y="3537"/>
                  </a:cubicBezTo>
                  <a:cubicBezTo>
                    <a:pt x="1137" y="3534"/>
                    <a:pt x="1146" y="3532"/>
                    <a:pt x="1153" y="3526"/>
                  </a:cubicBezTo>
                  <a:cubicBezTo>
                    <a:pt x="1272" y="3447"/>
                    <a:pt x="1419" y="3367"/>
                    <a:pt x="1590" y="3288"/>
                  </a:cubicBezTo>
                  <a:cubicBezTo>
                    <a:pt x="2414" y="2910"/>
                    <a:pt x="3609" y="2617"/>
                    <a:pt x="4632" y="2544"/>
                  </a:cubicBezTo>
                  <a:cubicBezTo>
                    <a:pt x="4635" y="2544"/>
                    <a:pt x="4639" y="2543"/>
                    <a:pt x="4644" y="2542"/>
                  </a:cubicBezTo>
                  <a:close/>
                  <a:moveTo>
                    <a:pt x="3656" y="1"/>
                  </a:moveTo>
                  <a:cubicBezTo>
                    <a:pt x="3611" y="1"/>
                    <a:pt x="3561" y="4"/>
                    <a:pt x="3508" y="8"/>
                  </a:cubicBezTo>
                  <a:cubicBezTo>
                    <a:pt x="3441" y="13"/>
                    <a:pt x="3366" y="22"/>
                    <a:pt x="3279" y="34"/>
                  </a:cubicBezTo>
                  <a:cubicBezTo>
                    <a:pt x="2845" y="97"/>
                    <a:pt x="2454" y="171"/>
                    <a:pt x="2095" y="257"/>
                  </a:cubicBezTo>
                  <a:cubicBezTo>
                    <a:pt x="1607" y="373"/>
                    <a:pt x="1179" y="511"/>
                    <a:pt x="792" y="678"/>
                  </a:cubicBezTo>
                  <a:cubicBezTo>
                    <a:pt x="631" y="748"/>
                    <a:pt x="495" y="818"/>
                    <a:pt x="387" y="899"/>
                  </a:cubicBezTo>
                  <a:cubicBezTo>
                    <a:pt x="85" y="1124"/>
                    <a:pt x="1" y="1428"/>
                    <a:pt x="214" y="2012"/>
                  </a:cubicBezTo>
                  <a:cubicBezTo>
                    <a:pt x="266" y="2152"/>
                    <a:pt x="321" y="2290"/>
                    <a:pt x="378" y="2427"/>
                  </a:cubicBezTo>
                  <a:cubicBezTo>
                    <a:pt x="388" y="2451"/>
                    <a:pt x="399" y="2474"/>
                    <a:pt x="410" y="2499"/>
                  </a:cubicBezTo>
                  <a:cubicBezTo>
                    <a:pt x="458" y="2610"/>
                    <a:pt x="507" y="2721"/>
                    <a:pt x="556" y="2829"/>
                  </a:cubicBezTo>
                  <a:cubicBezTo>
                    <a:pt x="575" y="2868"/>
                    <a:pt x="593" y="2906"/>
                    <a:pt x="611" y="2945"/>
                  </a:cubicBezTo>
                  <a:cubicBezTo>
                    <a:pt x="655" y="3038"/>
                    <a:pt x="698" y="3128"/>
                    <a:pt x="741" y="3217"/>
                  </a:cubicBezTo>
                  <a:cubicBezTo>
                    <a:pt x="772" y="3280"/>
                    <a:pt x="801" y="3342"/>
                    <a:pt x="832" y="3405"/>
                  </a:cubicBezTo>
                  <a:cubicBezTo>
                    <a:pt x="839" y="3418"/>
                    <a:pt x="847" y="3432"/>
                    <a:pt x="853" y="3447"/>
                  </a:cubicBezTo>
                  <a:cubicBezTo>
                    <a:pt x="853" y="3447"/>
                    <a:pt x="853" y="3447"/>
                    <a:pt x="855" y="3448"/>
                  </a:cubicBezTo>
                  <a:cubicBezTo>
                    <a:pt x="891" y="3523"/>
                    <a:pt x="927" y="3598"/>
                    <a:pt x="965" y="3672"/>
                  </a:cubicBezTo>
                  <a:cubicBezTo>
                    <a:pt x="1059" y="3861"/>
                    <a:pt x="1156" y="4058"/>
                    <a:pt x="1249" y="4250"/>
                  </a:cubicBezTo>
                  <a:cubicBezTo>
                    <a:pt x="1330" y="4417"/>
                    <a:pt x="1400" y="4568"/>
                    <a:pt x="1464" y="4716"/>
                  </a:cubicBezTo>
                  <a:cubicBezTo>
                    <a:pt x="1526" y="4853"/>
                    <a:pt x="1585" y="4990"/>
                    <a:pt x="1638" y="5128"/>
                  </a:cubicBezTo>
                  <a:cubicBezTo>
                    <a:pt x="1765" y="5449"/>
                    <a:pt x="1860" y="5748"/>
                    <a:pt x="1927" y="6041"/>
                  </a:cubicBezTo>
                  <a:cubicBezTo>
                    <a:pt x="1965" y="6195"/>
                    <a:pt x="1994" y="6348"/>
                    <a:pt x="2014" y="6496"/>
                  </a:cubicBezTo>
                  <a:cubicBezTo>
                    <a:pt x="2021" y="6548"/>
                    <a:pt x="2029" y="6600"/>
                    <a:pt x="2034" y="6651"/>
                  </a:cubicBezTo>
                  <a:cubicBezTo>
                    <a:pt x="2079" y="7060"/>
                    <a:pt x="2074" y="7430"/>
                    <a:pt x="2065" y="7706"/>
                  </a:cubicBezTo>
                  <a:cubicBezTo>
                    <a:pt x="2062" y="7830"/>
                    <a:pt x="2059" y="7947"/>
                    <a:pt x="2053" y="8062"/>
                  </a:cubicBezTo>
                  <a:lnTo>
                    <a:pt x="2050" y="8148"/>
                  </a:lnTo>
                  <a:lnTo>
                    <a:pt x="2047" y="8236"/>
                  </a:lnTo>
                  <a:cubicBezTo>
                    <a:pt x="2026" y="8914"/>
                    <a:pt x="2047" y="9579"/>
                    <a:pt x="2524" y="10272"/>
                  </a:cubicBezTo>
                  <a:cubicBezTo>
                    <a:pt x="2872" y="10779"/>
                    <a:pt x="3406" y="11046"/>
                    <a:pt x="4068" y="11046"/>
                  </a:cubicBezTo>
                  <a:cubicBezTo>
                    <a:pt x="4229" y="11046"/>
                    <a:pt x="4399" y="11031"/>
                    <a:pt x="4572" y="10999"/>
                  </a:cubicBezTo>
                  <a:cubicBezTo>
                    <a:pt x="4645" y="10985"/>
                    <a:pt x="4711" y="10971"/>
                    <a:pt x="4773" y="10955"/>
                  </a:cubicBezTo>
                  <a:cubicBezTo>
                    <a:pt x="5148" y="10862"/>
                    <a:pt x="5503" y="10773"/>
                    <a:pt x="5858" y="10773"/>
                  </a:cubicBezTo>
                  <a:cubicBezTo>
                    <a:pt x="6046" y="10773"/>
                    <a:pt x="6221" y="10799"/>
                    <a:pt x="6396" y="10848"/>
                  </a:cubicBezTo>
                  <a:cubicBezTo>
                    <a:pt x="6552" y="10894"/>
                    <a:pt x="6704" y="10949"/>
                    <a:pt x="6864" y="11007"/>
                  </a:cubicBezTo>
                  <a:lnTo>
                    <a:pt x="6904" y="11022"/>
                  </a:lnTo>
                  <a:cubicBezTo>
                    <a:pt x="7049" y="11076"/>
                    <a:pt x="7200" y="11131"/>
                    <a:pt x="7351" y="11178"/>
                  </a:cubicBezTo>
                  <a:cubicBezTo>
                    <a:pt x="7652" y="11274"/>
                    <a:pt x="7908" y="11318"/>
                    <a:pt x="8152" y="11318"/>
                  </a:cubicBezTo>
                  <a:cubicBezTo>
                    <a:pt x="8283" y="11318"/>
                    <a:pt x="8413" y="11305"/>
                    <a:pt x="8538" y="11278"/>
                  </a:cubicBezTo>
                  <a:cubicBezTo>
                    <a:pt x="8696" y="11245"/>
                    <a:pt x="8857" y="11195"/>
                    <a:pt x="9020" y="11130"/>
                  </a:cubicBezTo>
                  <a:cubicBezTo>
                    <a:pt x="9022" y="11129"/>
                    <a:pt x="9024" y="11128"/>
                    <a:pt x="9027" y="11127"/>
                  </a:cubicBezTo>
                  <a:cubicBezTo>
                    <a:pt x="9027" y="11126"/>
                    <a:pt x="9027" y="11126"/>
                    <a:pt x="9028" y="11126"/>
                  </a:cubicBezTo>
                  <a:lnTo>
                    <a:pt x="9054" y="11116"/>
                  </a:lnTo>
                  <a:lnTo>
                    <a:pt x="9083" y="11104"/>
                  </a:lnTo>
                  <a:cubicBezTo>
                    <a:pt x="9085" y="11104"/>
                    <a:pt x="9087" y="11102"/>
                    <a:pt x="9089" y="11101"/>
                  </a:cubicBezTo>
                  <a:cubicBezTo>
                    <a:pt x="9131" y="11083"/>
                    <a:pt x="9175" y="11064"/>
                    <a:pt x="9218" y="11043"/>
                  </a:cubicBezTo>
                  <a:cubicBezTo>
                    <a:pt x="9231" y="11037"/>
                    <a:pt x="9242" y="11031"/>
                    <a:pt x="9253" y="11025"/>
                  </a:cubicBezTo>
                  <a:cubicBezTo>
                    <a:pt x="9277" y="11014"/>
                    <a:pt x="9300" y="11002"/>
                    <a:pt x="9323" y="10990"/>
                  </a:cubicBezTo>
                  <a:cubicBezTo>
                    <a:pt x="9381" y="10960"/>
                    <a:pt x="9439" y="10929"/>
                    <a:pt x="9497" y="10896"/>
                  </a:cubicBezTo>
                  <a:cubicBezTo>
                    <a:pt x="9521" y="10881"/>
                    <a:pt x="9545" y="10867"/>
                    <a:pt x="9571" y="10853"/>
                  </a:cubicBezTo>
                  <a:cubicBezTo>
                    <a:pt x="9629" y="10817"/>
                    <a:pt x="9688" y="10781"/>
                    <a:pt x="9747" y="10741"/>
                  </a:cubicBezTo>
                  <a:cubicBezTo>
                    <a:pt x="9768" y="10728"/>
                    <a:pt x="9789" y="10715"/>
                    <a:pt x="9810" y="10700"/>
                  </a:cubicBezTo>
                  <a:cubicBezTo>
                    <a:pt x="9888" y="10646"/>
                    <a:pt x="9965" y="10590"/>
                    <a:pt x="10042" y="10531"/>
                  </a:cubicBezTo>
                  <a:cubicBezTo>
                    <a:pt x="10042" y="10531"/>
                    <a:pt x="10042" y="10531"/>
                    <a:pt x="10042" y="10530"/>
                  </a:cubicBezTo>
                  <a:cubicBezTo>
                    <a:pt x="10057" y="10519"/>
                    <a:pt x="10072" y="10507"/>
                    <a:pt x="10088" y="10494"/>
                  </a:cubicBezTo>
                  <a:cubicBezTo>
                    <a:pt x="10089" y="10493"/>
                    <a:pt x="10091" y="10492"/>
                    <a:pt x="10092" y="10490"/>
                  </a:cubicBezTo>
                  <a:cubicBezTo>
                    <a:pt x="10739" y="9969"/>
                    <a:pt x="11419" y="9113"/>
                    <a:pt x="11209" y="8413"/>
                  </a:cubicBezTo>
                  <a:lnTo>
                    <a:pt x="11210" y="8413"/>
                  </a:lnTo>
                  <a:cubicBezTo>
                    <a:pt x="11178" y="8306"/>
                    <a:pt x="11135" y="8212"/>
                    <a:pt x="11083" y="8131"/>
                  </a:cubicBezTo>
                  <a:cubicBezTo>
                    <a:pt x="10925" y="7887"/>
                    <a:pt x="10676" y="7759"/>
                    <a:pt x="10350" y="7759"/>
                  </a:cubicBezTo>
                  <a:cubicBezTo>
                    <a:pt x="10277" y="7759"/>
                    <a:pt x="10202" y="7766"/>
                    <a:pt x="10129" y="7777"/>
                  </a:cubicBezTo>
                  <a:cubicBezTo>
                    <a:pt x="9981" y="7798"/>
                    <a:pt x="9834" y="7838"/>
                    <a:pt x="9697" y="7880"/>
                  </a:cubicBezTo>
                  <a:cubicBezTo>
                    <a:pt x="9629" y="7901"/>
                    <a:pt x="9563" y="7922"/>
                    <a:pt x="9501" y="7943"/>
                  </a:cubicBezTo>
                  <a:cubicBezTo>
                    <a:pt x="9452" y="7959"/>
                    <a:pt x="9403" y="7975"/>
                    <a:pt x="9359" y="7989"/>
                  </a:cubicBezTo>
                  <a:cubicBezTo>
                    <a:pt x="9313" y="8003"/>
                    <a:pt x="9273" y="8015"/>
                    <a:pt x="9237" y="8022"/>
                  </a:cubicBezTo>
                  <a:cubicBezTo>
                    <a:pt x="9135" y="8046"/>
                    <a:pt x="9038" y="8061"/>
                    <a:pt x="8946" y="8070"/>
                  </a:cubicBezTo>
                  <a:cubicBezTo>
                    <a:pt x="8856" y="8080"/>
                    <a:pt x="8766" y="8084"/>
                    <a:pt x="8676" y="8084"/>
                  </a:cubicBezTo>
                  <a:cubicBezTo>
                    <a:pt x="8368" y="8084"/>
                    <a:pt x="8056" y="8031"/>
                    <a:pt x="7750" y="7929"/>
                  </a:cubicBezTo>
                  <a:cubicBezTo>
                    <a:pt x="7643" y="7893"/>
                    <a:pt x="7534" y="7850"/>
                    <a:pt x="7424" y="7799"/>
                  </a:cubicBezTo>
                  <a:cubicBezTo>
                    <a:pt x="6977" y="7594"/>
                    <a:pt x="6564" y="7278"/>
                    <a:pt x="6229" y="6887"/>
                  </a:cubicBezTo>
                  <a:cubicBezTo>
                    <a:pt x="6125" y="6769"/>
                    <a:pt x="6027" y="6639"/>
                    <a:pt x="5934" y="6500"/>
                  </a:cubicBezTo>
                  <a:cubicBezTo>
                    <a:pt x="5828" y="6343"/>
                    <a:pt x="5729" y="6171"/>
                    <a:pt x="5639" y="5985"/>
                  </a:cubicBezTo>
                  <a:cubicBezTo>
                    <a:pt x="5555" y="5812"/>
                    <a:pt x="5479" y="5622"/>
                    <a:pt x="5407" y="5404"/>
                  </a:cubicBezTo>
                  <a:cubicBezTo>
                    <a:pt x="5364" y="5276"/>
                    <a:pt x="5323" y="5143"/>
                    <a:pt x="5283" y="4997"/>
                  </a:cubicBezTo>
                  <a:cubicBezTo>
                    <a:pt x="5206" y="4709"/>
                    <a:pt x="5138" y="4398"/>
                    <a:pt x="5075" y="4044"/>
                  </a:cubicBezTo>
                  <a:cubicBezTo>
                    <a:pt x="5050" y="3918"/>
                    <a:pt x="5028" y="3786"/>
                    <a:pt x="5005" y="3637"/>
                  </a:cubicBezTo>
                  <a:cubicBezTo>
                    <a:pt x="4949" y="3275"/>
                    <a:pt x="4902" y="2921"/>
                    <a:pt x="4857" y="2578"/>
                  </a:cubicBezTo>
                  <a:lnTo>
                    <a:pt x="4825" y="2335"/>
                  </a:lnTo>
                  <a:cubicBezTo>
                    <a:pt x="4719" y="1414"/>
                    <a:pt x="4619" y="786"/>
                    <a:pt x="4403" y="416"/>
                  </a:cubicBezTo>
                  <a:cubicBezTo>
                    <a:pt x="4292" y="217"/>
                    <a:pt x="4144" y="93"/>
                    <a:pt x="3937" y="36"/>
                  </a:cubicBezTo>
                  <a:cubicBezTo>
                    <a:pt x="3935" y="36"/>
                    <a:pt x="3933" y="35"/>
                    <a:pt x="3931" y="35"/>
                  </a:cubicBezTo>
                  <a:cubicBezTo>
                    <a:pt x="3896" y="25"/>
                    <a:pt x="3858" y="19"/>
                    <a:pt x="3820" y="13"/>
                  </a:cubicBezTo>
                  <a:cubicBezTo>
                    <a:pt x="3812" y="12"/>
                    <a:pt x="3804" y="11"/>
                    <a:pt x="3796" y="10"/>
                  </a:cubicBezTo>
                  <a:cubicBezTo>
                    <a:pt x="3759" y="5"/>
                    <a:pt x="3719" y="3"/>
                    <a:pt x="3678" y="3"/>
                  </a:cubicBezTo>
                  <a:cubicBezTo>
                    <a:pt x="3670" y="3"/>
                    <a:pt x="3664" y="1"/>
                    <a:pt x="3656"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886" name="Google Shape;3126;p39">
            <a:extLst>
              <a:ext uri="{FF2B5EF4-FFF2-40B4-BE49-F238E27FC236}">
                <a16:creationId xmlns:a16="http://schemas.microsoft.com/office/drawing/2014/main" id="{CF890187-43B5-D7AD-FA39-27C176D6A4D7}"/>
              </a:ext>
            </a:extLst>
          </p:cNvPr>
          <p:cNvGrpSpPr/>
          <p:nvPr/>
        </p:nvGrpSpPr>
        <p:grpSpPr>
          <a:xfrm>
            <a:off x="514343" y="2623781"/>
            <a:ext cx="276471" cy="221010"/>
            <a:chOff x="5733561" y="3330481"/>
            <a:chExt cx="736264" cy="556551"/>
          </a:xfrm>
        </p:grpSpPr>
        <p:grpSp>
          <p:nvGrpSpPr>
            <p:cNvPr id="887" name="Google Shape;3127;p39">
              <a:extLst>
                <a:ext uri="{FF2B5EF4-FFF2-40B4-BE49-F238E27FC236}">
                  <a16:creationId xmlns:a16="http://schemas.microsoft.com/office/drawing/2014/main" id="{68641D90-087C-692F-EA29-1ACDA8802DD3}"/>
                </a:ext>
              </a:extLst>
            </p:cNvPr>
            <p:cNvGrpSpPr/>
            <p:nvPr/>
          </p:nvGrpSpPr>
          <p:grpSpPr>
            <a:xfrm>
              <a:off x="5733561" y="3330481"/>
              <a:ext cx="736264" cy="556551"/>
              <a:chOff x="1297975" y="2021900"/>
              <a:chExt cx="492550" cy="372325"/>
            </a:xfrm>
          </p:grpSpPr>
          <p:sp>
            <p:nvSpPr>
              <p:cNvPr id="891" name="Google Shape;3128;p39">
                <a:extLst>
                  <a:ext uri="{FF2B5EF4-FFF2-40B4-BE49-F238E27FC236}">
                    <a16:creationId xmlns:a16="http://schemas.microsoft.com/office/drawing/2014/main" id="{3E42CAF5-A990-FA55-6AE1-CDF8B26A1B4E}"/>
                  </a:ext>
                </a:extLst>
              </p:cNvPr>
              <p:cNvSpPr/>
              <p:nvPr/>
            </p:nvSpPr>
            <p:spPr>
              <a:xfrm>
                <a:off x="1297975" y="2021900"/>
                <a:ext cx="492550" cy="372325"/>
              </a:xfrm>
              <a:custGeom>
                <a:avLst/>
                <a:gdLst/>
                <a:ahLst/>
                <a:cxnLst/>
                <a:rect l="l" t="t" r="r" b="b"/>
                <a:pathLst>
                  <a:path w="19702" h="14893" extrusionOk="0">
                    <a:moveTo>
                      <a:pt x="10184" y="1"/>
                    </a:moveTo>
                    <a:cubicBezTo>
                      <a:pt x="9119" y="1"/>
                      <a:pt x="8129" y="208"/>
                      <a:pt x="7485" y="383"/>
                    </a:cubicBezTo>
                    <a:cubicBezTo>
                      <a:pt x="3709" y="1411"/>
                      <a:pt x="2994" y="3638"/>
                      <a:pt x="2903" y="4876"/>
                    </a:cubicBezTo>
                    <a:cubicBezTo>
                      <a:pt x="2880" y="5207"/>
                      <a:pt x="2863" y="5541"/>
                      <a:pt x="2853" y="5876"/>
                    </a:cubicBezTo>
                    <a:cubicBezTo>
                      <a:pt x="2777" y="5931"/>
                      <a:pt x="2701" y="5987"/>
                      <a:pt x="2627" y="6044"/>
                    </a:cubicBezTo>
                    <a:cubicBezTo>
                      <a:pt x="58" y="7996"/>
                      <a:pt x="1" y="9935"/>
                      <a:pt x="194" y="10916"/>
                    </a:cubicBezTo>
                    <a:cubicBezTo>
                      <a:pt x="294" y="11416"/>
                      <a:pt x="496" y="11888"/>
                      <a:pt x="793" y="12316"/>
                    </a:cubicBezTo>
                    <a:cubicBezTo>
                      <a:pt x="1925" y="13954"/>
                      <a:pt x="4416" y="14893"/>
                      <a:pt x="7628" y="14893"/>
                    </a:cubicBezTo>
                    <a:cubicBezTo>
                      <a:pt x="8736" y="14893"/>
                      <a:pt x="9874" y="14779"/>
                      <a:pt x="11011" y="14555"/>
                    </a:cubicBezTo>
                    <a:cubicBezTo>
                      <a:pt x="13273" y="14107"/>
                      <a:pt x="15378" y="13250"/>
                      <a:pt x="16934" y="12140"/>
                    </a:cubicBezTo>
                    <a:cubicBezTo>
                      <a:pt x="18718" y="10868"/>
                      <a:pt x="19702" y="9319"/>
                      <a:pt x="19702" y="7779"/>
                    </a:cubicBezTo>
                    <a:cubicBezTo>
                      <a:pt x="19702" y="7546"/>
                      <a:pt x="19678" y="7311"/>
                      <a:pt x="19633" y="7080"/>
                    </a:cubicBezTo>
                    <a:cubicBezTo>
                      <a:pt x="19444" y="6123"/>
                      <a:pt x="18682" y="4392"/>
                      <a:pt x="15694" y="3540"/>
                    </a:cubicBezTo>
                    <a:cubicBezTo>
                      <a:pt x="15551" y="3499"/>
                      <a:pt x="15405" y="3462"/>
                      <a:pt x="15257" y="3427"/>
                    </a:cubicBezTo>
                    <a:cubicBezTo>
                      <a:pt x="15124" y="3124"/>
                      <a:pt x="14980" y="2820"/>
                      <a:pt x="14830" y="2518"/>
                    </a:cubicBezTo>
                    <a:cubicBezTo>
                      <a:pt x="14254" y="1365"/>
                      <a:pt x="13249" y="569"/>
                      <a:pt x="11922" y="214"/>
                    </a:cubicBezTo>
                    <a:cubicBezTo>
                      <a:pt x="11392" y="73"/>
                      <a:pt x="10806" y="1"/>
                      <a:pt x="10184" y="1"/>
                    </a:cubicBezTo>
                    <a:close/>
                  </a:path>
                </a:pathLst>
              </a:custGeom>
              <a:solidFill>
                <a:schemeClr val="lt1"/>
              </a:solidFill>
              <a:ln w="9525" cap="flat" cmpd="sng">
                <a:solidFill>
                  <a:schemeClr val="dk1"/>
                </a:solidFill>
                <a:prstDash val="solid"/>
                <a:miter lim="1104"/>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92" name="Google Shape;3129;p39">
                <a:extLst>
                  <a:ext uri="{FF2B5EF4-FFF2-40B4-BE49-F238E27FC236}">
                    <a16:creationId xmlns:a16="http://schemas.microsoft.com/office/drawing/2014/main" id="{3A51786F-2BFF-8E4D-7550-0B6E44954233}"/>
                  </a:ext>
                </a:extLst>
              </p:cNvPr>
              <p:cNvSpPr/>
              <p:nvPr/>
            </p:nvSpPr>
            <p:spPr>
              <a:xfrm>
                <a:off x="1331175" y="2139300"/>
                <a:ext cx="429300" cy="215100"/>
              </a:xfrm>
              <a:custGeom>
                <a:avLst/>
                <a:gdLst/>
                <a:ahLst/>
                <a:cxnLst/>
                <a:rect l="l" t="t" r="r" b="b"/>
                <a:pathLst>
                  <a:path w="17172" h="8604" extrusionOk="0">
                    <a:moveTo>
                      <a:pt x="10904" y="1"/>
                    </a:moveTo>
                    <a:cubicBezTo>
                      <a:pt x="9925" y="1"/>
                      <a:pt x="8876" y="102"/>
                      <a:pt x="7799" y="315"/>
                    </a:cubicBezTo>
                    <a:cubicBezTo>
                      <a:pt x="3297" y="1203"/>
                      <a:pt x="1" y="3708"/>
                      <a:pt x="435" y="5911"/>
                    </a:cubicBezTo>
                    <a:cubicBezTo>
                      <a:pt x="492" y="6197"/>
                      <a:pt x="608" y="6466"/>
                      <a:pt x="780" y="6711"/>
                    </a:cubicBezTo>
                    <a:cubicBezTo>
                      <a:pt x="1606" y="7905"/>
                      <a:pt x="3691" y="8604"/>
                      <a:pt x="6267" y="8604"/>
                    </a:cubicBezTo>
                    <a:cubicBezTo>
                      <a:pt x="7246" y="8604"/>
                      <a:pt x="8295" y="8503"/>
                      <a:pt x="9373" y="8290"/>
                    </a:cubicBezTo>
                    <a:cubicBezTo>
                      <a:pt x="13875" y="7402"/>
                      <a:pt x="17172" y="4896"/>
                      <a:pt x="16736" y="2693"/>
                    </a:cubicBezTo>
                    <a:cubicBezTo>
                      <a:pt x="16525" y="1623"/>
                      <a:pt x="15471" y="821"/>
                      <a:pt x="13928" y="382"/>
                    </a:cubicBezTo>
                    <a:cubicBezTo>
                      <a:pt x="13056" y="134"/>
                      <a:pt x="12026" y="1"/>
                      <a:pt x="10904"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93" name="Google Shape;3130;p39">
                <a:extLst>
                  <a:ext uri="{FF2B5EF4-FFF2-40B4-BE49-F238E27FC236}">
                    <a16:creationId xmlns:a16="http://schemas.microsoft.com/office/drawing/2014/main" id="{D51230D2-4476-3288-452F-B174363F3DFB}"/>
                  </a:ext>
                </a:extLst>
              </p:cNvPr>
              <p:cNvSpPr/>
              <p:nvPr/>
            </p:nvSpPr>
            <p:spPr>
              <a:xfrm>
                <a:off x="1358525" y="2061875"/>
                <a:ext cx="377325" cy="270225"/>
              </a:xfrm>
              <a:custGeom>
                <a:avLst/>
                <a:gdLst/>
                <a:ahLst/>
                <a:cxnLst/>
                <a:rect l="l" t="t" r="r" b="b"/>
                <a:pathLst>
                  <a:path w="15093" h="10809" extrusionOk="0">
                    <a:moveTo>
                      <a:pt x="7759" y="0"/>
                    </a:moveTo>
                    <a:cubicBezTo>
                      <a:pt x="6967" y="0"/>
                      <a:pt x="6162" y="143"/>
                      <a:pt x="5483" y="327"/>
                    </a:cubicBezTo>
                    <a:cubicBezTo>
                      <a:pt x="3965" y="740"/>
                      <a:pt x="2207" y="1610"/>
                      <a:pt x="2076" y="3391"/>
                    </a:cubicBezTo>
                    <a:cubicBezTo>
                      <a:pt x="2018" y="4194"/>
                      <a:pt x="2005" y="5014"/>
                      <a:pt x="2042" y="5842"/>
                    </a:cubicBezTo>
                    <a:cubicBezTo>
                      <a:pt x="730" y="6718"/>
                      <a:pt x="0" y="7743"/>
                      <a:pt x="187" y="8685"/>
                    </a:cubicBezTo>
                    <a:cubicBezTo>
                      <a:pt x="249" y="8996"/>
                      <a:pt x="405" y="9277"/>
                      <a:pt x="643" y="9526"/>
                    </a:cubicBezTo>
                    <a:cubicBezTo>
                      <a:pt x="1424" y="10343"/>
                      <a:pt x="3080" y="10808"/>
                      <a:pt x="5116" y="10808"/>
                    </a:cubicBezTo>
                    <a:cubicBezTo>
                      <a:pt x="6049" y="10808"/>
                      <a:pt x="7061" y="10710"/>
                      <a:pt x="8106" y="10504"/>
                    </a:cubicBezTo>
                    <a:cubicBezTo>
                      <a:pt x="12123" y="9711"/>
                      <a:pt x="15092" y="7610"/>
                      <a:pt x="14738" y="5812"/>
                    </a:cubicBezTo>
                    <a:cubicBezTo>
                      <a:pt x="14601" y="5115"/>
                      <a:pt x="13983" y="4566"/>
                      <a:pt x="13046" y="4202"/>
                    </a:cubicBezTo>
                    <a:cubicBezTo>
                      <a:pt x="12716" y="4073"/>
                      <a:pt x="12345" y="3970"/>
                      <a:pt x="11941" y="3888"/>
                    </a:cubicBezTo>
                    <a:cubicBezTo>
                      <a:pt x="11661" y="3107"/>
                      <a:pt x="11337" y="2354"/>
                      <a:pt x="10978" y="1633"/>
                    </a:cubicBezTo>
                    <a:cubicBezTo>
                      <a:pt x="10572" y="821"/>
                      <a:pt x="9883" y="371"/>
                      <a:pt x="9087" y="160"/>
                    </a:cubicBezTo>
                    <a:cubicBezTo>
                      <a:pt x="8666" y="47"/>
                      <a:pt x="8214" y="0"/>
                      <a:pt x="7759" y="0"/>
                    </a:cubicBezTo>
                    <a:close/>
                  </a:path>
                </a:pathLst>
              </a:cu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94" name="Google Shape;3131;p39">
                <a:extLst>
                  <a:ext uri="{FF2B5EF4-FFF2-40B4-BE49-F238E27FC236}">
                    <a16:creationId xmlns:a16="http://schemas.microsoft.com/office/drawing/2014/main" id="{DD99125B-ADCC-C4D7-691B-0C78D118DE70}"/>
                  </a:ext>
                </a:extLst>
              </p:cNvPr>
              <p:cNvSpPr/>
              <p:nvPr/>
            </p:nvSpPr>
            <p:spPr>
              <a:xfrm>
                <a:off x="1398300" y="2187925"/>
                <a:ext cx="287350" cy="90625"/>
              </a:xfrm>
              <a:custGeom>
                <a:avLst/>
                <a:gdLst/>
                <a:ahLst/>
                <a:cxnLst/>
                <a:rect l="l" t="t" r="r" b="b"/>
                <a:pathLst>
                  <a:path w="11494" h="3625" extrusionOk="0">
                    <a:moveTo>
                      <a:pt x="10848" y="1"/>
                    </a:moveTo>
                    <a:cubicBezTo>
                      <a:pt x="10809" y="1"/>
                      <a:pt x="10771" y="5"/>
                      <a:pt x="10733" y="12"/>
                    </a:cubicBezTo>
                    <a:cubicBezTo>
                      <a:pt x="10638" y="30"/>
                      <a:pt x="10545" y="73"/>
                      <a:pt x="10465" y="143"/>
                    </a:cubicBezTo>
                    <a:cubicBezTo>
                      <a:pt x="9480" y="998"/>
                      <a:pt x="8142" y="1652"/>
                      <a:pt x="6700" y="2044"/>
                    </a:cubicBezTo>
                    <a:cubicBezTo>
                      <a:pt x="5696" y="2318"/>
                      <a:pt x="4642" y="2465"/>
                      <a:pt x="3619" y="2465"/>
                    </a:cubicBezTo>
                    <a:cubicBezTo>
                      <a:pt x="2639" y="2465"/>
                      <a:pt x="1688" y="2330"/>
                      <a:pt x="839" y="2043"/>
                    </a:cubicBezTo>
                    <a:cubicBezTo>
                      <a:pt x="777" y="2022"/>
                      <a:pt x="715" y="2012"/>
                      <a:pt x="653" y="2012"/>
                    </a:cubicBezTo>
                    <a:cubicBezTo>
                      <a:pt x="615" y="2012"/>
                      <a:pt x="577" y="2016"/>
                      <a:pt x="539" y="2023"/>
                    </a:cubicBezTo>
                    <a:cubicBezTo>
                      <a:pt x="344" y="2063"/>
                      <a:pt x="173" y="2202"/>
                      <a:pt x="104" y="2406"/>
                    </a:cubicBezTo>
                    <a:cubicBezTo>
                      <a:pt x="0" y="2709"/>
                      <a:pt x="164" y="3038"/>
                      <a:pt x="466" y="3142"/>
                    </a:cubicBezTo>
                    <a:cubicBezTo>
                      <a:pt x="765" y="3243"/>
                      <a:pt x="1073" y="3328"/>
                      <a:pt x="1390" y="3395"/>
                    </a:cubicBezTo>
                    <a:cubicBezTo>
                      <a:pt x="2102" y="3549"/>
                      <a:pt x="2857" y="3624"/>
                      <a:pt x="3628" y="3624"/>
                    </a:cubicBezTo>
                    <a:cubicBezTo>
                      <a:pt x="6371" y="3624"/>
                      <a:pt x="9313" y="2679"/>
                      <a:pt x="11225" y="1017"/>
                    </a:cubicBezTo>
                    <a:lnTo>
                      <a:pt x="11225" y="1018"/>
                    </a:lnTo>
                    <a:cubicBezTo>
                      <a:pt x="11467" y="808"/>
                      <a:pt x="11494" y="442"/>
                      <a:pt x="11283" y="199"/>
                    </a:cubicBezTo>
                    <a:cubicBezTo>
                      <a:pt x="11169" y="69"/>
                      <a:pt x="11009" y="1"/>
                      <a:pt x="10848" y="1"/>
                    </a:cubicBez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95" name="Google Shape;3132;p39">
                <a:extLst>
                  <a:ext uri="{FF2B5EF4-FFF2-40B4-BE49-F238E27FC236}">
                    <a16:creationId xmlns:a16="http://schemas.microsoft.com/office/drawing/2014/main" id="{90000A5C-35E8-F152-991C-947C46C505BB}"/>
                  </a:ext>
                </a:extLst>
              </p:cNvPr>
              <p:cNvSpPr/>
              <p:nvPr/>
            </p:nvSpPr>
            <p:spPr>
              <a:xfrm>
                <a:off x="1417950" y="2140450"/>
                <a:ext cx="16100" cy="85625"/>
              </a:xfrm>
              <a:custGeom>
                <a:avLst/>
                <a:gdLst/>
                <a:ahLst/>
                <a:cxnLst/>
                <a:rect l="l" t="t" r="r" b="b"/>
                <a:pathLst>
                  <a:path w="644" h="3425" extrusionOk="0">
                    <a:moveTo>
                      <a:pt x="547" y="1"/>
                    </a:moveTo>
                    <a:cubicBezTo>
                      <a:pt x="511" y="1"/>
                      <a:pt x="475" y="20"/>
                      <a:pt x="460" y="63"/>
                    </a:cubicBezTo>
                    <a:cubicBezTo>
                      <a:pt x="169" y="898"/>
                      <a:pt x="1" y="2319"/>
                      <a:pt x="186" y="3343"/>
                    </a:cubicBezTo>
                    <a:cubicBezTo>
                      <a:pt x="196" y="3398"/>
                      <a:pt x="240" y="3425"/>
                      <a:pt x="284" y="3425"/>
                    </a:cubicBezTo>
                    <a:cubicBezTo>
                      <a:pt x="330" y="3425"/>
                      <a:pt x="376" y="3395"/>
                      <a:pt x="383" y="3338"/>
                    </a:cubicBezTo>
                    <a:lnTo>
                      <a:pt x="383" y="3338"/>
                    </a:lnTo>
                    <a:cubicBezTo>
                      <a:pt x="383" y="3338"/>
                      <a:pt x="383" y="3338"/>
                      <a:pt x="383" y="3338"/>
                    </a:cubicBezTo>
                    <a:cubicBezTo>
                      <a:pt x="384" y="3338"/>
                      <a:pt x="414" y="3095"/>
                      <a:pt x="531" y="1720"/>
                    </a:cubicBezTo>
                    <a:cubicBezTo>
                      <a:pt x="540" y="1706"/>
                      <a:pt x="634" y="407"/>
                      <a:pt x="643" y="97"/>
                    </a:cubicBezTo>
                    <a:cubicBezTo>
                      <a:pt x="644" y="36"/>
                      <a:pt x="595" y="1"/>
                      <a:pt x="547"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888" name="Google Shape;3133;p39">
              <a:extLst>
                <a:ext uri="{FF2B5EF4-FFF2-40B4-BE49-F238E27FC236}">
                  <a16:creationId xmlns:a16="http://schemas.microsoft.com/office/drawing/2014/main" id="{CF36A00D-233B-1574-F78B-02F08BCF8D41}"/>
                </a:ext>
              </a:extLst>
            </p:cNvPr>
            <p:cNvGrpSpPr/>
            <p:nvPr/>
          </p:nvGrpSpPr>
          <p:grpSpPr>
            <a:xfrm>
              <a:off x="5787561" y="3386424"/>
              <a:ext cx="633197" cy="444666"/>
              <a:chOff x="1334100" y="2059325"/>
              <a:chExt cx="423600" cy="297475"/>
            </a:xfrm>
          </p:grpSpPr>
          <p:sp>
            <p:nvSpPr>
              <p:cNvPr id="889" name="Google Shape;3134;p39">
                <a:extLst>
                  <a:ext uri="{FF2B5EF4-FFF2-40B4-BE49-F238E27FC236}">
                    <a16:creationId xmlns:a16="http://schemas.microsoft.com/office/drawing/2014/main" id="{9EA15206-ABC5-A82F-F0BC-2F6DAFF5745A}"/>
                  </a:ext>
                </a:extLst>
              </p:cNvPr>
              <p:cNvSpPr/>
              <p:nvPr/>
            </p:nvSpPr>
            <p:spPr>
              <a:xfrm>
                <a:off x="1334100" y="2059325"/>
                <a:ext cx="423600" cy="297475"/>
              </a:xfrm>
              <a:custGeom>
                <a:avLst/>
                <a:gdLst/>
                <a:ahLst/>
                <a:cxnLst/>
                <a:rect l="l" t="t" r="r" b="b"/>
                <a:pathLst>
                  <a:path w="16944" h="11899" extrusionOk="0">
                    <a:moveTo>
                      <a:pt x="8738" y="203"/>
                    </a:moveTo>
                    <a:cubicBezTo>
                      <a:pt x="9172" y="203"/>
                      <a:pt x="9616" y="247"/>
                      <a:pt x="10038" y="360"/>
                    </a:cubicBezTo>
                    <a:cubicBezTo>
                      <a:pt x="10894" y="587"/>
                      <a:pt x="11507" y="1067"/>
                      <a:pt x="11863" y="1780"/>
                    </a:cubicBezTo>
                    <a:cubicBezTo>
                      <a:pt x="12098" y="2248"/>
                      <a:pt x="12313" y="2726"/>
                      <a:pt x="12509" y="3209"/>
                    </a:cubicBezTo>
                    <a:cubicBezTo>
                      <a:pt x="12541" y="3281"/>
                      <a:pt x="12569" y="3355"/>
                      <a:pt x="12596" y="3426"/>
                    </a:cubicBezTo>
                    <a:cubicBezTo>
                      <a:pt x="12654" y="3569"/>
                      <a:pt x="12709" y="3711"/>
                      <a:pt x="12761" y="3855"/>
                    </a:cubicBezTo>
                    <a:cubicBezTo>
                      <a:pt x="12789" y="3928"/>
                      <a:pt x="12816" y="4002"/>
                      <a:pt x="12843" y="4076"/>
                    </a:cubicBezTo>
                    <a:cubicBezTo>
                      <a:pt x="12963" y="4409"/>
                      <a:pt x="13072" y="4745"/>
                      <a:pt x="13174" y="5085"/>
                    </a:cubicBezTo>
                    <a:cubicBezTo>
                      <a:pt x="13099" y="5112"/>
                      <a:pt x="13030" y="5154"/>
                      <a:pt x="12967" y="5208"/>
                    </a:cubicBezTo>
                    <a:cubicBezTo>
                      <a:pt x="12028" y="6025"/>
                      <a:pt x="10705" y="6693"/>
                      <a:pt x="9242" y="7091"/>
                    </a:cubicBezTo>
                    <a:cubicBezTo>
                      <a:pt x="8219" y="7369"/>
                      <a:pt x="7180" y="7508"/>
                      <a:pt x="6190" y="7508"/>
                    </a:cubicBezTo>
                    <a:cubicBezTo>
                      <a:pt x="5200" y="7508"/>
                      <a:pt x="4261" y="7369"/>
                      <a:pt x="3439" y="7091"/>
                    </a:cubicBezTo>
                    <a:cubicBezTo>
                      <a:pt x="3370" y="7068"/>
                      <a:pt x="3300" y="7056"/>
                      <a:pt x="3230" y="7056"/>
                    </a:cubicBezTo>
                    <a:cubicBezTo>
                      <a:pt x="3220" y="7056"/>
                      <a:pt x="3209" y="7056"/>
                      <a:pt x="3198" y="7057"/>
                    </a:cubicBezTo>
                    <a:cubicBezTo>
                      <a:pt x="3164" y="6703"/>
                      <a:pt x="3138" y="6348"/>
                      <a:pt x="3123" y="5992"/>
                    </a:cubicBezTo>
                    <a:cubicBezTo>
                      <a:pt x="3118" y="5919"/>
                      <a:pt x="3115" y="5844"/>
                      <a:pt x="3114" y="5770"/>
                    </a:cubicBezTo>
                    <a:cubicBezTo>
                      <a:pt x="3108" y="5614"/>
                      <a:pt x="3105" y="5457"/>
                      <a:pt x="3102" y="5301"/>
                    </a:cubicBezTo>
                    <a:cubicBezTo>
                      <a:pt x="3102" y="5224"/>
                      <a:pt x="3101" y="5145"/>
                      <a:pt x="3101" y="5068"/>
                    </a:cubicBezTo>
                    <a:cubicBezTo>
                      <a:pt x="3098" y="4543"/>
                      <a:pt x="3117" y="4021"/>
                      <a:pt x="3154" y="3499"/>
                    </a:cubicBezTo>
                    <a:lnTo>
                      <a:pt x="3154" y="3500"/>
                    </a:lnTo>
                    <a:cubicBezTo>
                      <a:pt x="3282" y="1757"/>
                      <a:pt x="5036" y="921"/>
                      <a:pt x="6488" y="528"/>
                    </a:cubicBezTo>
                    <a:cubicBezTo>
                      <a:pt x="7007" y="386"/>
                      <a:pt x="7850" y="203"/>
                      <a:pt x="8738" y="203"/>
                    </a:cubicBezTo>
                    <a:close/>
                    <a:moveTo>
                      <a:pt x="13415" y="5245"/>
                    </a:moveTo>
                    <a:cubicBezTo>
                      <a:pt x="13421" y="5245"/>
                      <a:pt x="13426" y="5245"/>
                      <a:pt x="13431" y="5245"/>
                    </a:cubicBezTo>
                    <a:cubicBezTo>
                      <a:pt x="13438" y="5246"/>
                      <a:pt x="13442" y="5246"/>
                      <a:pt x="13448" y="5246"/>
                    </a:cubicBezTo>
                    <a:cubicBezTo>
                      <a:pt x="13575" y="5255"/>
                      <a:pt x="13691" y="5313"/>
                      <a:pt x="13775" y="5411"/>
                    </a:cubicBezTo>
                    <a:cubicBezTo>
                      <a:pt x="13858" y="5507"/>
                      <a:pt x="13899" y="5629"/>
                      <a:pt x="13891" y="5756"/>
                    </a:cubicBezTo>
                    <a:cubicBezTo>
                      <a:pt x="13882" y="5884"/>
                      <a:pt x="13823" y="6000"/>
                      <a:pt x="13726" y="6084"/>
                    </a:cubicBezTo>
                    <a:cubicBezTo>
                      <a:pt x="11858" y="7709"/>
                      <a:pt x="8937" y="8668"/>
                      <a:pt x="6193" y="8668"/>
                    </a:cubicBezTo>
                    <a:cubicBezTo>
                      <a:pt x="5796" y="8668"/>
                      <a:pt x="5402" y="8648"/>
                      <a:pt x="5016" y="8607"/>
                    </a:cubicBezTo>
                    <a:lnTo>
                      <a:pt x="5012" y="8607"/>
                    </a:lnTo>
                    <a:cubicBezTo>
                      <a:pt x="4658" y="8569"/>
                      <a:pt x="4317" y="8514"/>
                      <a:pt x="3980" y="8441"/>
                    </a:cubicBezTo>
                    <a:cubicBezTo>
                      <a:pt x="3664" y="8373"/>
                      <a:pt x="3357" y="8289"/>
                      <a:pt x="3066" y="8190"/>
                    </a:cubicBezTo>
                    <a:cubicBezTo>
                      <a:pt x="2946" y="8148"/>
                      <a:pt x="2849" y="8063"/>
                      <a:pt x="2791" y="7948"/>
                    </a:cubicBezTo>
                    <a:cubicBezTo>
                      <a:pt x="2735" y="7834"/>
                      <a:pt x="2725" y="7704"/>
                      <a:pt x="2767" y="7582"/>
                    </a:cubicBezTo>
                    <a:cubicBezTo>
                      <a:pt x="2808" y="7461"/>
                      <a:pt x="2893" y="7364"/>
                      <a:pt x="3009" y="7306"/>
                    </a:cubicBezTo>
                    <a:cubicBezTo>
                      <a:pt x="3011" y="7305"/>
                      <a:pt x="3016" y="7304"/>
                      <a:pt x="3019" y="7302"/>
                    </a:cubicBezTo>
                    <a:cubicBezTo>
                      <a:pt x="3082" y="7272"/>
                      <a:pt x="3149" y="7258"/>
                      <a:pt x="3218" y="7258"/>
                    </a:cubicBezTo>
                    <a:lnTo>
                      <a:pt x="3220" y="7258"/>
                    </a:lnTo>
                    <a:cubicBezTo>
                      <a:pt x="3271" y="7258"/>
                      <a:pt x="3323" y="7266"/>
                      <a:pt x="3375" y="7283"/>
                    </a:cubicBezTo>
                    <a:cubicBezTo>
                      <a:pt x="4217" y="7568"/>
                      <a:pt x="5179" y="7711"/>
                      <a:pt x="6191" y="7711"/>
                    </a:cubicBezTo>
                    <a:cubicBezTo>
                      <a:pt x="7145" y="7711"/>
                      <a:pt x="8143" y="7584"/>
                      <a:pt x="9126" y="7331"/>
                    </a:cubicBezTo>
                    <a:cubicBezTo>
                      <a:pt x="9181" y="7317"/>
                      <a:pt x="9239" y="7302"/>
                      <a:pt x="9294" y="7287"/>
                    </a:cubicBezTo>
                    <a:cubicBezTo>
                      <a:pt x="10786" y="6880"/>
                      <a:pt x="12137" y="6197"/>
                      <a:pt x="13099" y="5363"/>
                    </a:cubicBezTo>
                    <a:cubicBezTo>
                      <a:pt x="13139" y="5329"/>
                      <a:pt x="13185" y="5300"/>
                      <a:pt x="13232" y="5282"/>
                    </a:cubicBezTo>
                    <a:cubicBezTo>
                      <a:pt x="13290" y="5257"/>
                      <a:pt x="13352" y="5245"/>
                      <a:pt x="13415" y="5245"/>
                    </a:cubicBezTo>
                    <a:close/>
                    <a:moveTo>
                      <a:pt x="13073" y="4126"/>
                    </a:moveTo>
                    <a:cubicBezTo>
                      <a:pt x="13401" y="4198"/>
                      <a:pt x="13707" y="4289"/>
                      <a:pt x="13986" y="4399"/>
                    </a:cubicBezTo>
                    <a:cubicBezTo>
                      <a:pt x="14926" y="4764"/>
                      <a:pt x="15489" y="5295"/>
                      <a:pt x="15615" y="5933"/>
                    </a:cubicBezTo>
                    <a:cubicBezTo>
                      <a:pt x="15959" y="7673"/>
                      <a:pt x="13019" y="9725"/>
                      <a:pt x="9063" y="10507"/>
                    </a:cubicBezTo>
                    <a:cubicBezTo>
                      <a:pt x="8039" y="10709"/>
                      <a:pt x="7032" y="10806"/>
                      <a:pt x="6099" y="10806"/>
                    </a:cubicBezTo>
                    <a:cubicBezTo>
                      <a:pt x="4117" y="10806"/>
                      <a:pt x="2468" y="10367"/>
                      <a:pt x="1694" y="9558"/>
                    </a:cubicBezTo>
                    <a:cubicBezTo>
                      <a:pt x="1465" y="9319"/>
                      <a:pt x="1320" y="9053"/>
                      <a:pt x="1262" y="8767"/>
                    </a:cubicBezTo>
                    <a:cubicBezTo>
                      <a:pt x="1092" y="7898"/>
                      <a:pt x="1739" y="6952"/>
                      <a:pt x="2925" y="6123"/>
                    </a:cubicBezTo>
                    <a:cubicBezTo>
                      <a:pt x="2943" y="6449"/>
                      <a:pt x="2967" y="6772"/>
                      <a:pt x="2998" y="7094"/>
                    </a:cubicBezTo>
                    <a:cubicBezTo>
                      <a:pt x="2971" y="7102"/>
                      <a:pt x="2945" y="7114"/>
                      <a:pt x="2918" y="7125"/>
                    </a:cubicBezTo>
                    <a:cubicBezTo>
                      <a:pt x="2756" y="7207"/>
                      <a:pt x="2633" y="7346"/>
                      <a:pt x="2576" y="7517"/>
                    </a:cubicBezTo>
                    <a:cubicBezTo>
                      <a:pt x="2516" y="7690"/>
                      <a:pt x="2530" y="7874"/>
                      <a:pt x="2609" y="8038"/>
                    </a:cubicBezTo>
                    <a:cubicBezTo>
                      <a:pt x="2690" y="8201"/>
                      <a:pt x="2829" y="8324"/>
                      <a:pt x="3001" y="8382"/>
                    </a:cubicBezTo>
                    <a:cubicBezTo>
                      <a:pt x="3301" y="8483"/>
                      <a:pt x="3616" y="8569"/>
                      <a:pt x="3937" y="8640"/>
                    </a:cubicBezTo>
                    <a:cubicBezTo>
                      <a:pt x="4656" y="8795"/>
                      <a:pt x="5415" y="8868"/>
                      <a:pt x="6186" y="8868"/>
                    </a:cubicBezTo>
                    <a:cubicBezTo>
                      <a:pt x="7584" y="8868"/>
                      <a:pt x="9025" y="8624"/>
                      <a:pt x="10357" y="8173"/>
                    </a:cubicBezTo>
                    <a:cubicBezTo>
                      <a:pt x="11688" y="7723"/>
                      <a:pt x="12907" y="7064"/>
                      <a:pt x="13860" y="6237"/>
                    </a:cubicBezTo>
                    <a:cubicBezTo>
                      <a:pt x="13998" y="6119"/>
                      <a:pt x="14080" y="5953"/>
                      <a:pt x="14093" y="5772"/>
                    </a:cubicBezTo>
                    <a:cubicBezTo>
                      <a:pt x="14105" y="5591"/>
                      <a:pt x="14046" y="5414"/>
                      <a:pt x="13927" y="5278"/>
                    </a:cubicBezTo>
                    <a:cubicBezTo>
                      <a:pt x="13809" y="5140"/>
                      <a:pt x="13642" y="5057"/>
                      <a:pt x="13461" y="5044"/>
                    </a:cubicBezTo>
                    <a:cubicBezTo>
                      <a:pt x="13443" y="5043"/>
                      <a:pt x="13425" y="5042"/>
                      <a:pt x="13407" y="5042"/>
                    </a:cubicBezTo>
                    <a:cubicBezTo>
                      <a:pt x="13396" y="5042"/>
                      <a:pt x="13384" y="5042"/>
                      <a:pt x="13373" y="5044"/>
                    </a:cubicBezTo>
                    <a:cubicBezTo>
                      <a:pt x="13282" y="4736"/>
                      <a:pt x="13181" y="4430"/>
                      <a:pt x="13073" y="4126"/>
                    </a:cubicBezTo>
                    <a:close/>
                    <a:moveTo>
                      <a:pt x="12828" y="3463"/>
                    </a:moveTo>
                    <a:cubicBezTo>
                      <a:pt x="13160" y="3519"/>
                      <a:pt x="13479" y="3591"/>
                      <a:pt x="13784" y="3678"/>
                    </a:cubicBezTo>
                    <a:cubicBezTo>
                      <a:pt x="14568" y="3901"/>
                      <a:pt x="15203" y="4211"/>
                      <a:pt x="15667" y="4590"/>
                    </a:cubicBezTo>
                    <a:cubicBezTo>
                      <a:pt x="16130" y="4968"/>
                      <a:pt x="16423" y="5414"/>
                      <a:pt x="16521" y="5911"/>
                    </a:cubicBezTo>
                    <a:cubicBezTo>
                      <a:pt x="16943" y="8055"/>
                      <a:pt x="13676" y="10512"/>
                      <a:pt x="9236" y="11390"/>
                    </a:cubicBezTo>
                    <a:cubicBezTo>
                      <a:pt x="8180" y="11599"/>
                      <a:pt x="7140" y="11698"/>
                      <a:pt x="6165" y="11698"/>
                    </a:cubicBezTo>
                    <a:cubicBezTo>
                      <a:pt x="3648" y="11698"/>
                      <a:pt x="1564" y="11034"/>
                      <a:pt x="747" y="9853"/>
                    </a:cubicBezTo>
                    <a:cubicBezTo>
                      <a:pt x="582" y="9616"/>
                      <a:pt x="470" y="9358"/>
                      <a:pt x="418" y="9090"/>
                    </a:cubicBezTo>
                    <a:cubicBezTo>
                      <a:pt x="216" y="8066"/>
                      <a:pt x="853" y="6933"/>
                      <a:pt x="2210" y="5899"/>
                    </a:cubicBezTo>
                    <a:cubicBezTo>
                      <a:pt x="2428" y="5734"/>
                      <a:pt x="2659" y="5575"/>
                      <a:pt x="2901" y="5423"/>
                    </a:cubicBezTo>
                    <a:cubicBezTo>
                      <a:pt x="2904" y="5582"/>
                      <a:pt x="2908" y="5742"/>
                      <a:pt x="2916" y="5901"/>
                    </a:cubicBezTo>
                    <a:cubicBezTo>
                      <a:pt x="1602" y="6796"/>
                      <a:pt x="874" y="7843"/>
                      <a:pt x="1064" y="8808"/>
                    </a:cubicBezTo>
                    <a:cubicBezTo>
                      <a:pt x="1130" y="9130"/>
                      <a:pt x="1291" y="9432"/>
                      <a:pt x="1547" y="9698"/>
                    </a:cubicBezTo>
                    <a:cubicBezTo>
                      <a:pt x="2357" y="10545"/>
                      <a:pt x="4070" y="11007"/>
                      <a:pt x="6117" y="11007"/>
                    </a:cubicBezTo>
                    <a:cubicBezTo>
                      <a:pt x="7058" y="11007"/>
                      <a:pt x="8073" y="10908"/>
                      <a:pt x="9102" y="10706"/>
                    </a:cubicBezTo>
                    <a:cubicBezTo>
                      <a:pt x="13168" y="9901"/>
                      <a:pt x="16180" y="7744"/>
                      <a:pt x="15814" y="5894"/>
                    </a:cubicBezTo>
                    <a:cubicBezTo>
                      <a:pt x="15675" y="5185"/>
                      <a:pt x="15066" y="4601"/>
                      <a:pt x="14060" y="4209"/>
                    </a:cubicBezTo>
                    <a:cubicBezTo>
                      <a:pt x="13737" y="4083"/>
                      <a:pt x="13379" y="3979"/>
                      <a:pt x="12993" y="3899"/>
                    </a:cubicBezTo>
                    <a:cubicBezTo>
                      <a:pt x="12942" y="3753"/>
                      <a:pt x="12886" y="3608"/>
                      <a:pt x="12828" y="3463"/>
                    </a:cubicBezTo>
                    <a:close/>
                    <a:moveTo>
                      <a:pt x="8738" y="1"/>
                    </a:moveTo>
                    <a:cubicBezTo>
                      <a:pt x="7826" y="1"/>
                      <a:pt x="6965" y="187"/>
                      <a:pt x="6434" y="332"/>
                    </a:cubicBezTo>
                    <a:cubicBezTo>
                      <a:pt x="4921" y="743"/>
                      <a:pt x="3089" y="1623"/>
                      <a:pt x="2952" y="3485"/>
                    </a:cubicBezTo>
                    <a:cubicBezTo>
                      <a:pt x="2912" y="4052"/>
                      <a:pt x="2893" y="4621"/>
                      <a:pt x="2899" y="5190"/>
                    </a:cubicBezTo>
                    <a:cubicBezTo>
                      <a:pt x="2610" y="5363"/>
                      <a:pt x="2340" y="5548"/>
                      <a:pt x="2088" y="5739"/>
                    </a:cubicBezTo>
                    <a:cubicBezTo>
                      <a:pt x="665" y="6820"/>
                      <a:pt x="1" y="8024"/>
                      <a:pt x="220" y="9129"/>
                    </a:cubicBezTo>
                    <a:cubicBezTo>
                      <a:pt x="277" y="9426"/>
                      <a:pt x="399" y="9708"/>
                      <a:pt x="580" y="9968"/>
                    </a:cubicBezTo>
                    <a:cubicBezTo>
                      <a:pt x="1434" y="11202"/>
                      <a:pt x="3590" y="11899"/>
                      <a:pt x="6184" y="11899"/>
                    </a:cubicBezTo>
                    <a:cubicBezTo>
                      <a:pt x="7167" y="11899"/>
                      <a:pt x="8215" y="11798"/>
                      <a:pt x="9276" y="11588"/>
                    </a:cubicBezTo>
                    <a:cubicBezTo>
                      <a:pt x="13552" y="10744"/>
                      <a:pt x="16759" y="8429"/>
                      <a:pt x="16759" y="6282"/>
                    </a:cubicBezTo>
                    <a:cubicBezTo>
                      <a:pt x="16759" y="6145"/>
                      <a:pt x="16745" y="6008"/>
                      <a:pt x="16719" y="5872"/>
                    </a:cubicBezTo>
                    <a:cubicBezTo>
                      <a:pt x="16507" y="4800"/>
                      <a:pt x="15485" y="3952"/>
                      <a:pt x="13839" y="3484"/>
                    </a:cubicBezTo>
                    <a:cubicBezTo>
                      <a:pt x="13491" y="3384"/>
                      <a:pt x="13124" y="3304"/>
                      <a:pt x="12741" y="3243"/>
                    </a:cubicBezTo>
                    <a:cubicBezTo>
                      <a:pt x="12532" y="2715"/>
                      <a:pt x="12298" y="2197"/>
                      <a:pt x="12045" y="1690"/>
                    </a:cubicBezTo>
                    <a:cubicBezTo>
                      <a:pt x="11661" y="922"/>
                      <a:pt x="11004" y="408"/>
                      <a:pt x="10090" y="164"/>
                    </a:cubicBezTo>
                    <a:cubicBezTo>
                      <a:pt x="9649" y="46"/>
                      <a:pt x="9187" y="1"/>
                      <a:pt x="8738"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90" name="Google Shape;3135;p39">
                <a:extLst>
                  <a:ext uri="{FF2B5EF4-FFF2-40B4-BE49-F238E27FC236}">
                    <a16:creationId xmlns:a16="http://schemas.microsoft.com/office/drawing/2014/main" id="{1F037D9A-ED99-28C3-B699-565DE29FBC75}"/>
                  </a:ext>
                </a:extLst>
              </p:cNvPr>
              <p:cNvSpPr/>
              <p:nvPr/>
            </p:nvSpPr>
            <p:spPr>
              <a:xfrm>
                <a:off x="1425625" y="2088000"/>
                <a:ext cx="185675" cy="49925"/>
              </a:xfrm>
              <a:custGeom>
                <a:avLst/>
                <a:gdLst/>
                <a:ahLst/>
                <a:cxnLst/>
                <a:rect l="l" t="t" r="r" b="b"/>
                <a:pathLst>
                  <a:path w="7427" h="1997" extrusionOk="0">
                    <a:moveTo>
                      <a:pt x="7314" y="0"/>
                    </a:moveTo>
                    <a:cubicBezTo>
                      <a:pt x="7290" y="0"/>
                      <a:pt x="7266" y="8"/>
                      <a:pt x="7247" y="25"/>
                    </a:cubicBezTo>
                    <a:cubicBezTo>
                      <a:pt x="6574" y="598"/>
                      <a:pt x="5441" y="1348"/>
                      <a:pt x="3869" y="1655"/>
                    </a:cubicBezTo>
                    <a:cubicBezTo>
                      <a:pt x="3369" y="1754"/>
                      <a:pt x="2893" y="1794"/>
                      <a:pt x="2450" y="1794"/>
                    </a:cubicBezTo>
                    <a:cubicBezTo>
                      <a:pt x="1509" y="1794"/>
                      <a:pt x="714" y="1613"/>
                      <a:pt x="146" y="1427"/>
                    </a:cubicBezTo>
                    <a:cubicBezTo>
                      <a:pt x="136" y="1423"/>
                      <a:pt x="126" y="1422"/>
                      <a:pt x="115" y="1422"/>
                    </a:cubicBezTo>
                    <a:cubicBezTo>
                      <a:pt x="73" y="1422"/>
                      <a:pt x="32" y="1449"/>
                      <a:pt x="19" y="1492"/>
                    </a:cubicBezTo>
                    <a:cubicBezTo>
                      <a:pt x="1" y="1545"/>
                      <a:pt x="29" y="1601"/>
                      <a:pt x="83" y="1620"/>
                    </a:cubicBezTo>
                    <a:cubicBezTo>
                      <a:pt x="667" y="1811"/>
                      <a:pt x="1485" y="1997"/>
                      <a:pt x="2452" y="1997"/>
                    </a:cubicBezTo>
                    <a:cubicBezTo>
                      <a:pt x="2907" y="1997"/>
                      <a:pt x="3396" y="1955"/>
                      <a:pt x="3907" y="1854"/>
                    </a:cubicBezTo>
                    <a:cubicBezTo>
                      <a:pt x="5523" y="1538"/>
                      <a:pt x="6687" y="769"/>
                      <a:pt x="7378" y="179"/>
                    </a:cubicBezTo>
                    <a:cubicBezTo>
                      <a:pt x="7423" y="143"/>
                      <a:pt x="7427" y="79"/>
                      <a:pt x="7390" y="37"/>
                    </a:cubicBezTo>
                    <a:cubicBezTo>
                      <a:pt x="7371" y="12"/>
                      <a:pt x="7342" y="0"/>
                      <a:pt x="7314"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grpSp>
        <p:nvGrpSpPr>
          <p:cNvPr id="896" name="Google Shape;3162;p39">
            <a:extLst>
              <a:ext uri="{FF2B5EF4-FFF2-40B4-BE49-F238E27FC236}">
                <a16:creationId xmlns:a16="http://schemas.microsoft.com/office/drawing/2014/main" id="{0A1835F5-606D-FF48-CB79-0BCEB694AE58}"/>
              </a:ext>
            </a:extLst>
          </p:cNvPr>
          <p:cNvGrpSpPr/>
          <p:nvPr/>
        </p:nvGrpSpPr>
        <p:grpSpPr>
          <a:xfrm>
            <a:off x="1824550" y="2541442"/>
            <a:ext cx="330852" cy="299449"/>
            <a:chOff x="713225" y="2716525"/>
            <a:chExt cx="594700" cy="595025"/>
          </a:xfrm>
        </p:grpSpPr>
        <p:grpSp>
          <p:nvGrpSpPr>
            <p:cNvPr id="897" name="Google Shape;3163;p39">
              <a:extLst>
                <a:ext uri="{FF2B5EF4-FFF2-40B4-BE49-F238E27FC236}">
                  <a16:creationId xmlns:a16="http://schemas.microsoft.com/office/drawing/2014/main" id="{44B78BBD-011D-8689-E8B0-69A2C0A782DC}"/>
                </a:ext>
              </a:extLst>
            </p:cNvPr>
            <p:cNvGrpSpPr/>
            <p:nvPr/>
          </p:nvGrpSpPr>
          <p:grpSpPr>
            <a:xfrm>
              <a:off x="713225" y="2716525"/>
              <a:ext cx="594700" cy="595025"/>
              <a:chOff x="5230075" y="435050"/>
              <a:chExt cx="594700" cy="595025"/>
            </a:xfrm>
          </p:grpSpPr>
          <p:sp>
            <p:nvSpPr>
              <p:cNvPr id="905" name="Google Shape;3164;p39">
                <a:extLst>
                  <a:ext uri="{FF2B5EF4-FFF2-40B4-BE49-F238E27FC236}">
                    <a16:creationId xmlns:a16="http://schemas.microsoft.com/office/drawing/2014/main" id="{D95EEAF9-C611-88FC-AF98-9E59FDF54729}"/>
                  </a:ext>
                </a:extLst>
              </p:cNvPr>
              <p:cNvSpPr/>
              <p:nvPr/>
            </p:nvSpPr>
            <p:spPr>
              <a:xfrm>
                <a:off x="5230075" y="435050"/>
                <a:ext cx="594700" cy="595025"/>
              </a:xfrm>
              <a:custGeom>
                <a:avLst/>
                <a:gdLst/>
                <a:ahLst/>
                <a:cxnLst/>
                <a:rect l="l" t="t" r="r" b="b"/>
                <a:pathLst>
                  <a:path w="23788" h="23801" extrusionOk="0">
                    <a:moveTo>
                      <a:pt x="12064" y="1"/>
                    </a:moveTo>
                    <a:cubicBezTo>
                      <a:pt x="11994" y="1"/>
                      <a:pt x="11926" y="5"/>
                      <a:pt x="11857" y="13"/>
                    </a:cubicBezTo>
                    <a:lnTo>
                      <a:pt x="11356" y="13"/>
                    </a:lnTo>
                    <a:lnTo>
                      <a:pt x="11090" y="279"/>
                    </a:lnTo>
                    <a:cubicBezTo>
                      <a:pt x="10942" y="367"/>
                      <a:pt x="10807" y="473"/>
                      <a:pt x="10690" y="594"/>
                    </a:cubicBezTo>
                    <a:cubicBezTo>
                      <a:pt x="10347" y="941"/>
                      <a:pt x="9763" y="1407"/>
                      <a:pt x="8923" y="1660"/>
                    </a:cubicBezTo>
                    <a:cubicBezTo>
                      <a:pt x="8539" y="1775"/>
                      <a:pt x="8138" y="1834"/>
                      <a:pt x="7732" y="1834"/>
                    </a:cubicBezTo>
                    <a:cubicBezTo>
                      <a:pt x="7455" y="1834"/>
                      <a:pt x="7180" y="1807"/>
                      <a:pt x="6926" y="1755"/>
                    </a:cubicBezTo>
                    <a:cubicBezTo>
                      <a:pt x="6794" y="1729"/>
                      <a:pt x="6660" y="1714"/>
                      <a:pt x="6525" y="1714"/>
                    </a:cubicBezTo>
                    <a:cubicBezTo>
                      <a:pt x="6355" y="1714"/>
                      <a:pt x="6186" y="1736"/>
                      <a:pt x="6021" y="1780"/>
                    </a:cubicBezTo>
                    <a:lnTo>
                      <a:pt x="5627" y="1781"/>
                    </a:lnTo>
                    <a:lnTo>
                      <a:pt x="5236" y="2190"/>
                    </a:lnTo>
                    <a:cubicBezTo>
                      <a:pt x="5204" y="2218"/>
                      <a:pt x="5172" y="2247"/>
                      <a:pt x="5141" y="2277"/>
                    </a:cubicBezTo>
                    <a:cubicBezTo>
                      <a:pt x="5063" y="2352"/>
                      <a:pt x="4954" y="2460"/>
                      <a:pt x="4821" y="2593"/>
                    </a:cubicBezTo>
                    <a:cubicBezTo>
                      <a:pt x="3575" y="3841"/>
                      <a:pt x="1979" y="5616"/>
                      <a:pt x="1450" y="6975"/>
                    </a:cubicBezTo>
                    <a:cubicBezTo>
                      <a:pt x="1087" y="7909"/>
                      <a:pt x="682" y="9905"/>
                      <a:pt x="244" y="12909"/>
                    </a:cubicBezTo>
                    <a:cubicBezTo>
                      <a:pt x="182" y="13336"/>
                      <a:pt x="133" y="13678"/>
                      <a:pt x="105" y="13884"/>
                    </a:cubicBezTo>
                    <a:cubicBezTo>
                      <a:pt x="0" y="14686"/>
                      <a:pt x="385" y="15464"/>
                      <a:pt x="1091" y="15869"/>
                    </a:cubicBezTo>
                    <a:lnTo>
                      <a:pt x="4606" y="17872"/>
                    </a:lnTo>
                    <a:cubicBezTo>
                      <a:pt x="4811" y="17989"/>
                      <a:pt x="5036" y="18069"/>
                      <a:pt x="5268" y="18106"/>
                    </a:cubicBezTo>
                    <a:lnTo>
                      <a:pt x="5714" y="20484"/>
                    </a:lnTo>
                    <a:lnTo>
                      <a:pt x="5999" y="22049"/>
                    </a:lnTo>
                    <a:cubicBezTo>
                      <a:pt x="6100" y="22573"/>
                      <a:pt x="6442" y="23021"/>
                      <a:pt x="6918" y="23253"/>
                    </a:cubicBezTo>
                    <a:cubicBezTo>
                      <a:pt x="7197" y="23390"/>
                      <a:pt x="8193" y="23800"/>
                      <a:pt x="10122" y="23800"/>
                    </a:cubicBezTo>
                    <a:cubicBezTo>
                      <a:pt x="11464" y="23800"/>
                      <a:pt x="12980" y="23601"/>
                      <a:pt x="14612" y="23214"/>
                    </a:cubicBezTo>
                    <a:cubicBezTo>
                      <a:pt x="14690" y="23196"/>
                      <a:pt x="14766" y="23176"/>
                      <a:pt x="14845" y="23157"/>
                    </a:cubicBezTo>
                    <a:lnTo>
                      <a:pt x="14880" y="23148"/>
                    </a:lnTo>
                    <a:cubicBezTo>
                      <a:pt x="15061" y="23103"/>
                      <a:pt x="15245" y="23056"/>
                      <a:pt x="15432" y="23005"/>
                    </a:cubicBezTo>
                    <a:lnTo>
                      <a:pt x="15871" y="22889"/>
                    </a:lnTo>
                    <a:lnTo>
                      <a:pt x="15920" y="22838"/>
                    </a:lnTo>
                    <a:cubicBezTo>
                      <a:pt x="15968" y="22820"/>
                      <a:pt x="16017" y="22803"/>
                      <a:pt x="16064" y="22785"/>
                    </a:cubicBezTo>
                    <a:lnTo>
                      <a:pt x="16072" y="22785"/>
                    </a:lnTo>
                    <a:lnTo>
                      <a:pt x="16524" y="22614"/>
                    </a:lnTo>
                    <a:cubicBezTo>
                      <a:pt x="21181" y="20812"/>
                      <a:pt x="22514" y="18807"/>
                      <a:pt x="22750" y="18390"/>
                    </a:cubicBezTo>
                    <a:cubicBezTo>
                      <a:pt x="23006" y="17939"/>
                      <a:pt x="23043" y="17404"/>
                      <a:pt x="22850" y="16920"/>
                    </a:cubicBezTo>
                    <a:lnTo>
                      <a:pt x="22840" y="16895"/>
                    </a:lnTo>
                    <a:lnTo>
                      <a:pt x="21219" y="13217"/>
                    </a:lnTo>
                    <a:cubicBezTo>
                      <a:pt x="21392" y="13054"/>
                      <a:pt x="21536" y="12860"/>
                      <a:pt x="21642" y="12642"/>
                    </a:cubicBezTo>
                    <a:lnTo>
                      <a:pt x="23422" y="9020"/>
                    </a:lnTo>
                    <a:cubicBezTo>
                      <a:pt x="23788" y="8289"/>
                      <a:pt x="23672" y="7421"/>
                      <a:pt x="23122" y="6807"/>
                    </a:cubicBezTo>
                    <a:cubicBezTo>
                      <a:pt x="22989" y="6658"/>
                      <a:pt x="22758" y="6403"/>
                      <a:pt x="22467" y="6085"/>
                    </a:cubicBezTo>
                    <a:cubicBezTo>
                      <a:pt x="20422" y="3848"/>
                      <a:pt x="18965" y="2422"/>
                      <a:pt x="18140" y="1852"/>
                    </a:cubicBezTo>
                    <a:cubicBezTo>
                      <a:pt x="16949" y="1029"/>
                      <a:pt x="14629" y="454"/>
                      <a:pt x="12883" y="114"/>
                    </a:cubicBezTo>
                    <a:lnTo>
                      <a:pt x="12434" y="30"/>
                    </a:lnTo>
                    <a:cubicBezTo>
                      <a:pt x="12342" y="15"/>
                      <a:pt x="12250" y="5"/>
                      <a:pt x="12149" y="3"/>
                    </a:cubicBezTo>
                    <a:cubicBezTo>
                      <a:pt x="12120" y="2"/>
                      <a:pt x="12092" y="1"/>
                      <a:pt x="12064" y="1"/>
                    </a:cubicBezTo>
                    <a:close/>
                  </a:path>
                </a:pathLst>
              </a:custGeom>
              <a:solidFill>
                <a:schemeClr val="lt1"/>
              </a:solidFill>
              <a:ln w="9525" cap="flat" cmpd="sng">
                <a:solidFill>
                  <a:schemeClr val="dk1"/>
                </a:solidFill>
                <a:prstDash val="solid"/>
                <a:miter lim="1104"/>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6" name="Google Shape;3165;p39">
                <a:extLst>
                  <a:ext uri="{FF2B5EF4-FFF2-40B4-BE49-F238E27FC236}">
                    <a16:creationId xmlns:a16="http://schemas.microsoft.com/office/drawing/2014/main" id="{3F339199-51E2-DDAA-AE09-33F3385C2647}"/>
                  </a:ext>
                </a:extLst>
              </p:cNvPr>
              <p:cNvSpPr/>
              <p:nvPr/>
            </p:nvSpPr>
            <p:spPr>
              <a:xfrm>
                <a:off x="5274350" y="477500"/>
                <a:ext cx="504700" cy="510125"/>
              </a:xfrm>
              <a:custGeom>
                <a:avLst/>
                <a:gdLst/>
                <a:ahLst/>
                <a:cxnLst/>
                <a:rect l="l" t="t" r="r" b="b"/>
                <a:pathLst>
                  <a:path w="20188" h="20405" extrusionOk="0">
                    <a:moveTo>
                      <a:pt x="10329" y="0"/>
                    </a:moveTo>
                    <a:cubicBezTo>
                      <a:pt x="10253" y="0"/>
                      <a:pt x="10180" y="30"/>
                      <a:pt x="10125" y="86"/>
                    </a:cubicBezTo>
                    <a:cubicBezTo>
                      <a:pt x="9720" y="498"/>
                      <a:pt x="8898" y="1208"/>
                      <a:pt x="7639" y="1586"/>
                    </a:cubicBezTo>
                    <a:cubicBezTo>
                      <a:pt x="7022" y="1772"/>
                      <a:pt x="6449" y="1832"/>
                      <a:pt x="5961" y="1832"/>
                    </a:cubicBezTo>
                    <a:cubicBezTo>
                      <a:pt x="5483" y="1832"/>
                      <a:pt x="5087" y="1774"/>
                      <a:pt x="4809" y="1719"/>
                    </a:cubicBezTo>
                    <a:cubicBezTo>
                      <a:pt x="4790" y="1715"/>
                      <a:pt x="4771" y="1713"/>
                      <a:pt x="4752" y="1713"/>
                    </a:cubicBezTo>
                    <a:cubicBezTo>
                      <a:pt x="4678" y="1713"/>
                      <a:pt x="4605" y="1742"/>
                      <a:pt x="4551" y="1795"/>
                    </a:cubicBezTo>
                    <a:cubicBezTo>
                      <a:pt x="4479" y="1866"/>
                      <a:pt x="4377" y="1966"/>
                      <a:pt x="4251" y="2092"/>
                    </a:cubicBezTo>
                    <a:cubicBezTo>
                      <a:pt x="3448" y="2899"/>
                      <a:pt x="1711" y="4729"/>
                      <a:pt x="1261" y="5891"/>
                    </a:cubicBezTo>
                    <a:cubicBezTo>
                      <a:pt x="845" y="6962"/>
                      <a:pt x="387" y="9837"/>
                      <a:pt x="150" y="11455"/>
                    </a:cubicBezTo>
                    <a:cubicBezTo>
                      <a:pt x="90" y="11875"/>
                      <a:pt x="42" y="12210"/>
                      <a:pt x="16" y="12407"/>
                    </a:cubicBezTo>
                    <a:cubicBezTo>
                      <a:pt x="0" y="12524"/>
                      <a:pt x="57" y="12639"/>
                      <a:pt x="159" y="12698"/>
                    </a:cubicBezTo>
                    <a:lnTo>
                      <a:pt x="3675" y="14702"/>
                    </a:lnTo>
                    <a:cubicBezTo>
                      <a:pt x="3720" y="14728"/>
                      <a:pt x="3769" y="14740"/>
                      <a:pt x="3817" y="14740"/>
                    </a:cubicBezTo>
                    <a:cubicBezTo>
                      <a:pt x="3937" y="14740"/>
                      <a:pt x="4052" y="14665"/>
                      <a:pt x="4093" y="14541"/>
                    </a:cubicBezTo>
                    <a:lnTo>
                      <a:pt x="4413" y="13599"/>
                    </a:lnTo>
                    <a:lnTo>
                      <a:pt x="4594" y="13062"/>
                    </a:lnTo>
                    <a:lnTo>
                      <a:pt x="5611" y="18483"/>
                    </a:lnTo>
                    <a:lnTo>
                      <a:pt x="5894" y="20034"/>
                    </a:lnTo>
                    <a:cubicBezTo>
                      <a:pt x="5894" y="20034"/>
                      <a:pt x="6645" y="20404"/>
                      <a:pt x="8360" y="20404"/>
                    </a:cubicBezTo>
                    <a:cubicBezTo>
                      <a:pt x="9375" y="20404"/>
                      <a:pt x="10728" y="20275"/>
                      <a:pt x="12464" y="19862"/>
                    </a:cubicBezTo>
                    <a:cubicBezTo>
                      <a:pt x="12541" y="19844"/>
                      <a:pt x="12620" y="19824"/>
                      <a:pt x="12699" y="19804"/>
                    </a:cubicBezTo>
                    <a:cubicBezTo>
                      <a:pt x="12869" y="19762"/>
                      <a:pt x="13044" y="19717"/>
                      <a:pt x="13222" y="19670"/>
                    </a:cubicBezTo>
                    <a:lnTo>
                      <a:pt x="13228" y="19667"/>
                    </a:lnTo>
                    <a:cubicBezTo>
                      <a:pt x="13404" y="19607"/>
                      <a:pt x="13575" y="19545"/>
                      <a:pt x="13742" y="19483"/>
                    </a:cubicBezTo>
                    <a:cubicBezTo>
                      <a:pt x="13819" y="19455"/>
                      <a:pt x="13896" y="19428"/>
                      <a:pt x="13970" y="19399"/>
                    </a:cubicBezTo>
                    <a:cubicBezTo>
                      <a:pt x="14027" y="19377"/>
                      <a:pt x="14085" y="19356"/>
                      <a:pt x="14141" y="19334"/>
                    </a:cubicBezTo>
                    <a:cubicBezTo>
                      <a:pt x="18482" y="17653"/>
                      <a:pt x="19504" y="15855"/>
                      <a:pt x="19504" y="15855"/>
                    </a:cubicBezTo>
                    <a:lnTo>
                      <a:pt x="16817" y="9755"/>
                    </a:lnTo>
                    <a:lnTo>
                      <a:pt x="16632" y="9328"/>
                    </a:lnTo>
                    <a:lnTo>
                      <a:pt x="17106" y="9687"/>
                    </a:lnTo>
                    <a:lnTo>
                      <a:pt x="17120" y="9698"/>
                    </a:lnTo>
                    <a:lnTo>
                      <a:pt x="17120" y="9697"/>
                    </a:lnTo>
                    <a:lnTo>
                      <a:pt x="17914" y="10299"/>
                    </a:lnTo>
                    <a:cubicBezTo>
                      <a:pt x="17967" y="10339"/>
                      <a:pt x="18028" y="10358"/>
                      <a:pt x="18089" y="10358"/>
                    </a:cubicBezTo>
                    <a:cubicBezTo>
                      <a:pt x="18195" y="10358"/>
                      <a:pt x="18299" y="10300"/>
                      <a:pt x="18350" y="10195"/>
                    </a:cubicBezTo>
                    <a:lnTo>
                      <a:pt x="20134" y="6565"/>
                    </a:lnTo>
                    <a:cubicBezTo>
                      <a:pt x="20187" y="6459"/>
                      <a:pt x="20169" y="6332"/>
                      <a:pt x="20090" y="6244"/>
                    </a:cubicBezTo>
                    <a:cubicBezTo>
                      <a:pt x="19958" y="6096"/>
                      <a:pt x="19731" y="5845"/>
                      <a:pt x="19445" y="5531"/>
                    </a:cubicBezTo>
                    <a:cubicBezTo>
                      <a:pt x="18342" y="4325"/>
                      <a:pt x="16349" y="2202"/>
                      <a:pt x="15405" y="1549"/>
                    </a:cubicBezTo>
                    <a:cubicBezTo>
                      <a:pt x="14379" y="840"/>
                      <a:pt x="11914" y="299"/>
                      <a:pt x="10797" y="83"/>
                    </a:cubicBezTo>
                    <a:cubicBezTo>
                      <a:pt x="10622" y="48"/>
                      <a:pt x="10481" y="22"/>
                      <a:pt x="10383" y="5"/>
                    </a:cubicBezTo>
                    <a:cubicBezTo>
                      <a:pt x="10365" y="2"/>
                      <a:pt x="10347" y="0"/>
                      <a:pt x="10329" y="0"/>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7" name="Google Shape;3166;p39">
                <a:extLst>
                  <a:ext uri="{FF2B5EF4-FFF2-40B4-BE49-F238E27FC236}">
                    <a16:creationId xmlns:a16="http://schemas.microsoft.com/office/drawing/2014/main" id="{0B49F802-FD49-13F3-D341-B5848291E83E}"/>
                  </a:ext>
                </a:extLst>
              </p:cNvPr>
              <p:cNvSpPr/>
              <p:nvPr/>
            </p:nvSpPr>
            <p:spPr>
              <a:xfrm>
                <a:off x="5752025" y="617500"/>
                <a:ext cx="26600" cy="43475"/>
              </a:xfrm>
              <a:custGeom>
                <a:avLst/>
                <a:gdLst/>
                <a:ahLst/>
                <a:cxnLst/>
                <a:rect l="l" t="t" r="r" b="b"/>
                <a:pathLst>
                  <a:path w="1064" h="1739" extrusionOk="0">
                    <a:moveTo>
                      <a:pt x="402" y="1"/>
                    </a:moveTo>
                    <a:cubicBezTo>
                      <a:pt x="379" y="25"/>
                      <a:pt x="358" y="49"/>
                      <a:pt x="338" y="75"/>
                    </a:cubicBezTo>
                    <a:cubicBezTo>
                      <a:pt x="1" y="493"/>
                      <a:pt x="6" y="1107"/>
                      <a:pt x="377" y="1520"/>
                    </a:cubicBezTo>
                    <a:cubicBezTo>
                      <a:pt x="445" y="1594"/>
                      <a:pt x="519" y="1656"/>
                      <a:pt x="600" y="1708"/>
                    </a:cubicBezTo>
                    <a:cubicBezTo>
                      <a:pt x="615" y="1718"/>
                      <a:pt x="632" y="1729"/>
                      <a:pt x="648" y="1739"/>
                    </a:cubicBezTo>
                    <a:lnTo>
                      <a:pt x="714" y="1604"/>
                    </a:lnTo>
                    <a:lnTo>
                      <a:pt x="1028" y="965"/>
                    </a:lnTo>
                    <a:cubicBezTo>
                      <a:pt x="1043" y="934"/>
                      <a:pt x="1050" y="903"/>
                      <a:pt x="1055" y="870"/>
                    </a:cubicBezTo>
                    <a:cubicBezTo>
                      <a:pt x="1064" y="790"/>
                      <a:pt x="1040" y="707"/>
                      <a:pt x="984" y="644"/>
                    </a:cubicBezTo>
                    <a:cubicBezTo>
                      <a:pt x="861" y="507"/>
                      <a:pt x="657" y="281"/>
                      <a:pt x="402"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8" name="Google Shape;3167;p39">
                <a:extLst>
                  <a:ext uri="{FF2B5EF4-FFF2-40B4-BE49-F238E27FC236}">
                    <a16:creationId xmlns:a16="http://schemas.microsoft.com/office/drawing/2014/main" id="{64139137-2CB2-F605-D03A-07811914FBE9}"/>
                  </a:ext>
                </a:extLst>
              </p:cNvPr>
              <p:cNvSpPr/>
              <p:nvPr/>
            </p:nvSpPr>
            <p:spPr>
              <a:xfrm>
                <a:off x="5561100" y="486000"/>
                <a:ext cx="60350" cy="50100"/>
              </a:xfrm>
              <a:custGeom>
                <a:avLst/>
                <a:gdLst/>
                <a:ahLst/>
                <a:cxnLst/>
                <a:rect l="l" t="t" r="r" b="b"/>
                <a:pathLst>
                  <a:path w="2414" h="2004" extrusionOk="0">
                    <a:moveTo>
                      <a:pt x="532" y="0"/>
                    </a:moveTo>
                    <a:cubicBezTo>
                      <a:pt x="508" y="19"/>
                      <a:pt x="483" y="38"/>
                      <a:pt x="460" y="59"/>
                    </a:cubicBezTo>
                    <a:cubicBezTo>
                      <a:pt x="415" y="99"/>
                      <a:pt x="375" y="144"/>
                      <a:pt x="338" y="190"/>
                    </a:cubicBezTo>
                    <a:cubicBezTo>
                      <a:pt x="1" y="610"/>
                      <a:pt x="6" y="1223"/>
                      <a:pt x="379" y="1635"/>
                    </a:cubicBezTo>
                    <a:lnTo>
                      <a:pt x="377" y="1635"/>
                    </a:lnTo>
                    <a:cubicBezTo>
                      <a:pt x="445" y="1710"/>
                      <a:pt x="520" y="1772"/>
                      <a:pt x="599" y="1824"/>
                    </a:cubicBezTo>
                    <a:cubicBezTo>
                      <a:pt x="783" y="1943"/>
                      <a:pt x="995" y="2004"/>
                      <a:pt x="1208" y="2004"/>
                    </a:cubicBezTo>
                    <a:cubicBezTo>
                      <a:pt x="1417" y="2004"/>
                      <a:pt x="1627" y="1945"/>
                      <a:pt x="1811" y="1826"/>
                    </a:cubicBezTo>
                    <a:cubicBezTo>
                      <a:pt x="1861" y="1794"/>
                      <a:pt x="1910" y="1759"/>
                      <a:pt x="1955" y="1718"/>
                    </a:cubicBezTo>
                    <a:cubicBezTo>
                      <a:pt x="2315" y="1394"/>
                      <a:pt x="2413" y="888"/>
                      <a:pt x="2240" y="465"/>
                    </a:cubicBezTo>
                    <a:cubicBezTo>
                      <a:pt x="2208" y="454"/>
                      <a:pt x="2175" y="444"/>
                      <a:pt x="2143" y="434"/>
                    </a:cubicBezTo>
                    <a:cubicBezTo>
                      <a:pt x="1607" y="265"/>
                      <a:pt x="1044" y="119"/>
                      <a:pt x="532"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9" name="Google Shape;3168;p39">
                <a:extLst>
                  <a:ext uri="{FF2B5EF4-FFF2-40B4-BE49-F238E27FC236}">
                    <a16:creationId xmlns:a16="http://schemas.microsoft.com/office/drawing/2014/main" id="{2CE04899-9010-BD29-126F-F2D33D20D56C}"/>
                  </a:ext>
                </a:extLst>
              </p:cNvPr>
              <p:cNvSpPr/>
              <p:nvPr/>
            </p:nvSpPr>
            <p:spPr>
              <a:xfrm>
                <a:off x="5598475" y="521775"/>
                <a:ext cx="60650" cy="55825"/>
              </a:xfrm>
              <a:custGeom>
                <a:avLst/>
                <a:gdLst/>
                <a:ahLst/>
                <a:cxnLst/>
                <a:rect l="l" t="t" r="r" b="b"/>
                <a:pathLst>
                  <a:path w="2426" h="2233" extrusionOk="0">
                    <a:moveTo>
                      <a:pt x="1207" y="0"/>
                    </a:moveTo>
                    <a:cubicBezTo>
                      <a:pt x="941" y="0"/>
                      <a:pt x="674" y="95"/>
                      <a:pt x="460" y="287"/>
                    </a:cubicBezTo>
                    <a:cubicBezTo>
                      <a:pt x="415" y="328"/>
                      <a:pt x="374" y="373"/>
                      <a:pt x="337" y="419"/>
                    </a:cubicBezTo>
                    <a:cubicBezTo>
                      <a:pt x="0" y="838"/>
                      <a:pt x="6" y="1451"/>
                      <a:pt x="377" y="1864"/>
                    </a:cubicBezTo>
                    <a:cubicBezTo>
                      <a:pt x="443" y="1938"/>
                      <a:pt x="519" y="2000"/>
                      <a:pt x="599" y="2052"/>
                    </a:cubicBezTo>
                    <a:cubicBezTo>
                      <a:pt x="783" y="2172"/>
                      <a:pt x="995" y="2232"/>
                      <a:pt x="1207" y="2232"/>
                    </a:cubicBezTo>
                    <a:cubicBezTo>
                      <a:pt x="1416" y="2232"/>
                      <a:pt x="1626" y="2174"/>
                      <a:pt x="1810" y="2056"/>
                    </a:cubicBezTo>
                    <a:cubicBezTo>
                      <a:pt x="1860" y="2024"/>
                      <a:pt x="1908" y="1988"/>
                      <a:pt x="1955" y="1947"/>
                    </a:cubicBezTo>
                    <a:cubicBezTo>
                      <a:pt x="2338" y="1600"/>
                      <a:pt x="2425" y="1049"/>
                      <a:pt x="2201" y="609"/>
                    </a:cubicBezTo>
                    <a:cubicBezTo>
                      <a:pt x="2157" y="526"/>
                      <a:pt x="2104" y="444"/>
                      <a:pt x="2036" y="370"/>
                    </a:cubicBezTo>
                    <a:cubicBezTo>
                      <a:pt x="1816" y="125"/>
                      <a:pt x="1512"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0" name="Google Shape;3169;p39">
                <a:extLst>
                  <a:ext uri="{FF2B5EF4-FFF2-40B4-BE49-F238E27FC236}">
                    <a16:creationId xmlns:a16="http://schemas.microsoft.com/office/drawing/2014/main" id="{26D8FE6C-A6CA-8B2E-D21B-21388A90F855}"/>
                  </a:ext>
                </a:extLst>
              </p:cNvPr>
              <p:cNvSpPr/>
              <p:nvPr/>
            </p:nvSpPr>
            <p:spPr>
              <a:xfrm>
                <a:off x="5635825" y="563250"/>
                <a:ext cx="60675" cy="55825"/>
              </a:xfrm>
              <a:custGeom>
                <a:avLst/>
                <a:gdLst/>
                <a:ahLst/>
                <a:cxnLst/>
                <a:rect l="l" t="t" r="r" b="b"/>
                <a:pathLst>
                  <a:path w="2427" h="2233" extrusionOk="0">
                    <a:moveTo>
                      <a:pt x="1207" y="1"/>
                    </a:moveTo>
                    <a:cubicBezTo>
                      <a:pt x="941" y="1"/>
                      <a:pt x="674" y="96"/>
                      <a:pt x="461" y="288"/>
                    </a:cubicBezTo>
                    <a:cubicBezTo>
                      <a:pt x="414" y="329"/>
                      <a:pt x="375" y="373"/>
                      <a:pt x="337" y="420"/>
                    </a:cubicBezTo>
                    <a:cubicBezTo>
                      <a:pt x="0" y="840"/>
                      <a:pt x="6" y="1452"/>
                      <a:pt x="378" y="1865"/>
                    </a:cubicBezTo>
                    <a:cubicBezTo>
                      <a:pt x="444" y="1939"/>
                      <a:pt x="519" y="2001"/>
                      <a:pt x="599" y="2053"/>
                    </a:cubicBezTo>
                    <a:cubicBezTo>
                      <a:pt x="783" y="2172"/>
                      <a:pt x="995" y="2233"/>
                      <a:pt x="1207" y="2233"/>
                    </a:cubicBezTo>
                    <a:cubicBezTo>
                      <a:pt x="1417" y="2233"/>
                      <a:pt x="1627" y="2174"/>
                      <a:pt x="1811" y="2056"/>
                    </a:cubicBezTo>
                    <a:cubicBezTo>
                      <a:pt x="1860" y="2024"/>
                      <a:pt x="1909" y="1989"/>
                      <a:pt x="1954" y="1948"/>
                    </a:cubicBezTo>
                    <a:cubicBezTo>
                      <a:pt x="2339" y="1602"/>
                      <a:pt x="2426" y="1049"/>
                      <a:pt x="2201" y="610"/>
                    </a:cubicBezTo>
                    <a:cubicBezTo>
                      <a:pt x="2158" y="526"/>
                      <a:pt x="2103" y="444"/>
                      <a:pt x="2037" y="370"/>
                    </a:cubicBezTo>
                    <a:cubicBezTo>
                      <a:pt x="1817" y="125"/>
                      <a:pt x="1513"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1" name="Google Shape;3170;p39">
                <a:extLst>
                  <a:ext uri="{FF2B5EF4-FFF2-40B4-BE49-F238E27FC236}">
                    <a16:creationId xmlns:a16="http://schemas.microsoft.com/office/drawing/2014/main" id="{A903700C-C351-1634-9F93-0590A16F67A8}"/>
                  </a:ext>
                </a:extLst>
              </p:cNvPr>
              <p:cNvSpPr/>
              <p:nvPr/>
            </p:nvSpPr>
            <p:spPr>
              <a:xfrm>
                <a:off x="5641175" y="507175"/>
                <a:ext cx="42600" cy="33075"/>
              </a:xfrm>
              <a:custGeom>
                <a:avLst/>
                <a:gdLst/>
                <a:ahLst/>
                <a:cxnLst/>
                <a:rect l="l" t="t" r="r" b="b"/>
                <a:pathLst>
                  <a:path w="1704" h="1323" extrusionOk="0">
                    <a:moveTo>
                      <a:pt x="62" y="0"/>
                    </a:moveTo>
                    <a:cubicBezTo>
                      <a:pt x="0" y="331"/>
                      <a:pt x="87" y="684"/>
                      <a:pt x="328" y="954"/>
                    </a:cubicBezTo>
                    <a:cubicBezTo>
                      <a:pt x="396" y="1028"/>
                      <a:pt x="471" y="1090"/>
                      <a:pt x="551" y="1142"/>
                    </a:cubicBezTo>
                    <a:cubicBezTo>
                      <a:pt x="735" y="1261"/>
                      <a:pt x="947" y="1322"/>
                      <a:pt x="1160" y="1322"/>
                    </a:cubicBezTo>
                    <a:cubicBezTo>
                      <a:pt x="1347" y="1322"/>
                      <a:pt x="1535" y="1275"/>
                      <a:pt x="1704" y="1180"/>
                    </a:cubicBezTo>
                    <a:cubicBezTo>
                      <a:pt x="1487" y="979"/>
                      <a:pt x="1284" y="798"/>
                      <a:pt x="1101" y="646"/>
                    </a:cubicBezTo>
                    <a:cubicBezTo>
                      <a:pt x="966" y="534"/>
                      <a:pt x="841" y="438"/>
                      <a:pt x="732" y="362"/>
                    </a:cubicBezTo>
                    <a:cubicBezTo>
                      <a:pt x="549" y="236"/>
                      <a:pt x="321" y="115"/>
                      <a:pt x="62"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2" name="Google Shape;3171;p39">
                <a:extLst>
                  <a:ext uri="{FF2B5EF4-FFF2-40B4-BE49-F238E27FC236}">
                    <a16:creationId xmlns:a16="http://schemas.microsoft.com/office/drawing/2014/main" id="{9D291DC1-3CC0-E72A-F764-A01CD8D2D470}"/>
                  </a:ext>
                </a:extLst>
              </p:cNvPr>
              <p:cNvSpPr/>
              <p:nvPr/>
            </p:nvSpPr>
            <p:spPr>
              <a:xfrm>
                <a:off x="5673175" y="604750"/>
                <a:ext cx="60650" cy="55825"/>
              </a:xfrm>
              <a:custGeom>
                <a:avLst/>
                <a:gdLst/>
                <a:ahLst/>
                <a:cxnLst/>
                <a:rect l="l" t="t" r="r" b="b"/>
                <a:pathLst>
                  <a:path w="2426" h="2233" extrusionOk="0">
                    <a:moveTo>
                      <a:pt x="1207" y="1"/>
                    </a:moveTo>
                    <a:cubicBezTo>
                      <a:pt x="941" y="1"/>
                      <a:pt x="674" y="95"/>
                      <a:pt x="460" y="288"/>
                    </a:cubicBezTo>
                    <a:cubicBezTo>
                      <a:pt x="415" y="329"/>
                      <a:pt x="375" y="373"/>
                      <a:pt x="338" y="419"/>
                    </a:cubicBezTo>
                    <a:cubicBezTo>
                      <a:pt x="1" y="838"/>
                      <a:pt x="6" y="1451"/>
                      <a:pt x="377" y="1864"/>
                    </a:cubicBezTo>
                    <a:cubicBezTo>
                      <a:pt x="445" y="1938"/>
                      <a:pt x="520" y="2000"/>
                      <a:pt x="599" y="2052"/>
                    </a:cubicBezTo>
                    <a:cubicBezTo>
                      <a:pt x="783" y="2172"/>
                      <a:pt x="995" y="2232"/>
                      <a:pt x="1208" y="2232"/>
                    </a:cubicBezTo>
                    <a:cubicBezTo>
                      <a:pt x="1417" y="2232"/>
                      <a:pt x="1627" y="2174"/>
                      <a:pt x="1810" y="2055"/>
                    </a:cubicBezTo>
                    <a:cubicBezTo>
                      <a:pt x="1861" y="2023"/>
                      <a:pt x="1910" y="1988"/>
                      <a:pt x="1955" y="1947"/>
                    </a:cubicBezTo>
                    <a:cubicBezTo>
                      <a:pt x="2339" y="1601"/>
                      <a:pt x="2426" y="1049"/>
                      <a:pt x="2201" y="610"/>
                    </a:cubicBezTo>
                    <a:cubicBezTo>
                      <a:pt x="2158" y="525"/>
                      <a:pt x="2104" y="443"/>
                      <a:pt x="2038" y="369"/>
                    </a:cubicBezTo>
                    <a:cubicBezTo>
                      <a:pt x="1817" y="125"/>
                      <a:pt x="1513"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3" name="Google Shape;3172;p39">
                <a:extLst>
                  <a:ext uri="{FF2B5EF4-FFF2-40B4-BE49-F238E27FC236}">
                    <a16:creationId xmlns:a16="http://schemas.microsoft.com/office/drawing/2014/main" id="{A3DEEC7D-F244-80AB-6471-B2EA167B4F09}"/>
                  </a:ext>
                </a:extLst>
              </p:cNvPr>
              <p:cNvSpPr/>
              <p:nvPr/>
            </p:nvSpPr>
            <p:spPr>
              <a:xfrm>
                <a:off x="5677325" y="537600"/>
                <a:ext cx="46450" cy="44125"/>
              </a:xfrm>
              <a:custGeom>
                <a:avLst/>
                <a:gdLst/>
                <a:ahLst/>
                <a:cxnLst/>
                <a:rect l="l" t="t" r="r" b="b"/>
                <a:pathLst>
                  <a:path w="1858" h="1765" extrusionOk="0">
                    <a:moveTo>
                      <a:pt x="299" y="1"/>
                    </a:moveTo>
                    <a:lnTo>
                      <a:pt x="299" y="1"/>
                    </a:lnTo>
                    <a:cubicBezTo>
                      <a:pt x="0" y="417"/>
                      <a:pt x="20" y="999"/>
                      <a:pt x="377" y="1396"/>
                    </a:cubicBezTo>
                    <a:cubicBezTo>
                      <a:pt x="443" y="1470"/>
                      <a:pt x="519" y="1532"/>
                      <a:pt x="599" y="1584"/>
                    </a:cubicBezTo>
                    <a:cubicBezTo>
                      <a:pt x="783" y="1704"/>
                      <a:pt x="995" y="1764"/>
                      <a:pt x="1207" y="1764"/>
                    </a:cubicBezTo>
                    <a:cubicBezTo>
                      <a:pt x="1416" y="1764"/>
                      <a:pt x="1626" y="1706"/>
                      <a:pt x="1810" y="1587"/>
                    </a:cubicBezTo>
                    <a:cubicBezTo>
                      <a:pt x="1825" y="1577"/>
                      <a:pt x="1842" y="1567"/>
                      <a:pt x="1858" y="1556"/>
                    </a:cubicBezTo>
                    <a:cubicBezTo>
                      <a:pt x="1667" y="1359"/>
                      <a:pt x="1475" y="1161"/>
                      <a:pt x="1284" y="966"/>
                    </a:cubicBezTo>
                    <a:cubicBezTo>
                      <a:pt x="1169" y="850"/>
                      <a:pt x="1055" y="735"/>
                      <a:pt x="942" y="623"/>
                    </a:cubicBezTo>
                    <a:cubicBezTo>
                      <a:pt x="721" y="403"/>
                      <a:pt x="504" y="193"/>
                      <a:pt x="299"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4" name="Google Shape;3173;p39">
                <a:extLst>
                  <a:ext uri="{FF2B5EF4-FFF2-40B4-BE49-F238E27FC236}">
                    <a16:creationId xmlns:a16="http://schemas.microsoft.com/office/drawing/2014/main" id="{593AF39B-11AA-1D0A-AE81-D9445DE4E601}"/>
                  </a:ext>
                </a:extLst>
              </p:cNvPr>
              <p:cNvSpPr/>
              <p:nvPr/>
            </p:nvSpPr>
            <p:spPr>
              <a:xfrm>
                <a:off x="5710525" y="646225"/>
                <a:ext cx="56200" cy="55825"/>
              </a:xfrm>
              <a:custGeom>
                <a:avLst/>
                <a:gdLst/>
                <a:ahLst/>
                <a:cxnLst/>
                <a:rect l="l" t="t" r="r" b="b"/>
                <a:pathLst>
                  <a:path w="2248" h="2233" extrusionOk="0">
                    <a:moveTo>
                      <a:pt x="1208" y="1"/>
                    </a:moveTo>
                    <a:cubicBezTo>
                      <a:pt x="941" y="1"/>
                      <a:pt x="674" y="96"/>
                      <a:pt x="461" y="288"/>
                    </a:cubicBezTo>
                    <a:cubicBezTo>
                      <a:pt x="415" y="329"/>
                      <a:pt x="375" y="373"/>
                      <a:pt x="337" y="419"/>
                    </a:cubicBezTo>
                    <a:cubicBezTo>
                      <a:pt x="0" y="839"/>
                      <a:pt x="7" y="1452"/>
                      <a:pt x="378" y="1864"/>
                    </a:cubicBezTo>
                    <a:cubicBezTo>
                      <a:pt x="444" y="1938"/>
                      <a:pt x="520" y="2000"/>
                      <a:pt x="599" y="2052"/>
                    </a:cubicBezTo>
                    <a:cubicBezTo>
                      <a:pt x="783" y="2172"/>
                      <a:pt x="996" y="2233"/>
                      <a:pt x="1209" y="2233"/>
                    </a:cubicBezTo>
                    <a:cubicBezTo>
                      <a:pt x="1314" y="2233"/>
                      <a:pt x="1419" y="2218"/>
                      <a:pt x="1522" y="2188"/>
                    </a:cubicBezTo>
                    <a:lnTo>
                      <a:pt x="1666" y="1894"/>
                    </a:lnTo>
                    <a:lnTo>
                      <a:pt x="2247" y="712"/>
                    </a:lnTo>
                    <a:cubicBezTo>
                      <a:pt x="2234" y="678"/>
                      <a:pt x="2219" y="644"/>
                      <a:pt x="2202" y="611"/>
                    </a:cubicBezTo>
                    <a:cubicBezTo>
                      <a:pt x="2158" y="525"/>
                      <a:pt x="2105" y="445"/>
                      <a:pt x="2037" y="371"/>
                    </a:cubicBezTo>
                    <a:cubicBezTo>
                      <a:pt x="1817" y="126"/>
                      <a:pt x="1513" y="1"/>
                      <a:pt x="1208"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5" name="Google Shape;3174;p39">
                <a:extLst>
                  <a:ext uri="{FF2B5EF4-FFF2-40B4-BE49-F238E27FC236}">
                    <a16:creationId xmlns:a16="http://schemas.microsoft.com/office/drawing/2014/main" id="{659020CA-6F6D-E74A-9142-7189CD06148A}"/>
                  </a:ext>
                </a:extLst>
              </p:cNvPr>
              <p:cNvSpPr/>
              <p:nvPr/>
            </p:nvSpPr>
            <p:spPr>
              <a:xfrm>
                <a:off x="5714675" y="576750"/>
                <a:ext cx="47275" cy="46450"/>
              </a:xfrm>
              <a:custGeom>
                <a:avLst/>
                <a:gdLst/>
                <a:ahLst/>
                <a:cxnLst/>
                <a:rect l="l" t="t" r="r" b="b"/>
                <a:pathLst>
                  <a:path w="1891" h="1858" extrusionOk="0">
                    <a:moveTo>
                      <a:pt x="373" y="0"/>
                    </a:moveTo>
                    <a:cubicBezTo>
                      <a:pt x="360" y="15"/>
                      <a:pt x="349" y="30"/>
                      <a:pt x="337" y="44"/>
                    </a:cubicBezTo>
                    <a:cubicBezTo>
                      <a:pt x="0" y="464"/>
                      <a:pt x="6" y="1077"/>
                      <a:pt x="378" y="1489"/>
                    </a:cubicBezTo>
                    <a:cubicBezTo>
                      <a:pt x="444" y="1563"/>
                      <a:pt x="519" y="1625"/>
                      <a:pt x="599" y="1677"/>
                    </a:cubicBezTo>
                    <a:cubicBezTo>
                      <a:pt x="783" y="1797"/>
                      <a:pt x="995" y="1858"/>
                      <a:pt x="1208" y="1858"/>
                    </a:cubicBezTo>
                    <a:cubicBezTo>
                      <a:pt x="1417" y="1858"/>
                      <a:pt x="1627" y="1799"/>
                      <a:pt x="1811" y="1680"/>
                    </a:cubicBezTo>
                    <a:cubicBezTo>
                      <a:pt x="1837" y="1664"/>
                      <a:pt x="1864" y="1645"/>
                      <a:pt x="1890" y="1625"/>
                    </a:cubicBezTo>
                    <a:cubicBezTo>
                      <a:pt x="1870" y="1603"/>
                      <a:pt x="1852" y="1583"/>
                      <a:pt x="1832" y="1561"/>
                    </a:cubicBezTo>
                    <a:cubicBezTo>
                      <a:pt x="1680" y="1395"/>
                      <a:pt x="1511" y="1212"/>
                      <a:pt x="1331" y="1018"/>
                    </a:cubicBezTo>
                    <a:cubicBezTo>
                      <a:pt x="1036" y="699"/>
                      <a:pt x="709" y="351"/>
                      <a:pt x="373"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6" name="Google Shape;3175;p39">
                <a:extLst>
                  <a:ext uri="{FF2B5EF4-FFF2-40B4-BE49-F238E27FC236}">
                    <a16:creationId xmlns:a16="http://schemas.microsoft.com/office/drawing/2014/main" id="{A05E8CDB-0A26-15EA-6878-2AC2263D47BB}"/>
                  </a:ext>
                </a:extLst>
              </p:cNvPr>
              <p:cNvSpPr/>
              <p:nvPr/>
            </p:nvSpPr>
            <p:spPr>
              <a:xfrm>
                <a:off x="5528700" y="477500"/>
                <a:ext cx="45475" cy="17125"/>
              </a:xfrm>
              <a:custGeom>
                <a:avLst/>
                <a:gdLst/>
                <a:ahLst/>
                <a:cxnLst/>
                <a:rect l="l" t="t" r="r" b="b"/>
                <a:pathLst>
                  <a:path w="1819" h="685" extrusionOk="0">
                    <a:moveTo>
                      <a:pt x="157" y="1"/>
                    </a:moveTo>
                    <a:cubicBezTo>
                      <a:pt x="102" y="1"/>
                      <a:pt x="47" y="17"/>
                      <a:pt x="1" y="47"/>
                    </a:cubicBezTo>
                    <a:cubicBezTo>
                      <a:pt x="46" y="142"/>
                      <a:pt x="106" y="234"/>
                      <a:pt x="180" y="316"/>
                    </a:cubicBezTo>
                    <a:cubicBezTo>
                      <a:pt x="246" y="390"/>
                      <a:pt x="321" y="452"/>
                      <a:pt x="401" y="504"/>
                    </a:cubicBezTo>
                    <a:cubicBezTo>
                      <a:pt x="585" y="623"/>
                      <a:pt x="797" y="684"/>
                      <a:pt x="1010" y="684"/>
                    </a:cubicBezTo>
                    <a:cubicBezTo>
                      <a:pt x="1219" y="684"/>
                      <a:pt x="1429" y="626"/>
                      <a:pt x="1613" y="507"/>
                    </a:cubicBezTo>
                    <a:cubicBezTo>
                      <a:pt x="1662" y="475"/>
                      <a:pt x="1711" y="439"/>
                      <a:pt x="1756" y="399"/>
                    </a:cubicBezTo>
                    <a:cubicBezTo>
                      <a:pt x="1778" y="379"/>
                      <a:pt x="1798" y="359"/>
                      <a:pt x="1818" y="338"/>
                    </a:cubicBezTo>
                    <a:cubicBezTo>
                      <a:pt x="1662" y="301"/>
                      <a:pt x="1512" y="268"/>
                      <a:pt x="1369" y="236"/>
                    </a:cubicBezTo>
                    <a:cubicBezTo>
                      <a:pt x="1171" y="193"/>
                      <a:pt x="988" y="156"/>
                      <a:pt x="825" y="122"/>
                    </a:cubicBezTo>
                    <a:cubicBezTo>
                      <a:pt x="754" y="108"/>
                      <a:pt x="686" y="95"/>
                      <a:pt x="623" y="83"/>
                    </a:cubicBezTo>
                    <a:cubicBezTo>
                      <a:pt x="448" y="48"/>
                      <a:pt x="307" y="23"/>
                      <a:pt x="209" y="5"/>
                    </a:cubicBezTo>
                    <a:cubicBezTo>
                      <a:pt x="191" y="2"/>
                      <a:pt x="174" y="1"/>
                      <a:pt x="15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7" name="Google Shape;3176;p39">
                <a:extLst>
                  <a:ext uri="{FF2B5EF4-FFF2-40B4-BE49-F238E27FC236}">
                    <a16:creationId xmlns:a16="http://schemas.microsoft.com/office/drawing/2014/main" id="{4EC079FD-213A-968C-D1E7-C755802F380B}"/>
                  </a:ext>
                </a:extLst>
              </p:cNvPr>
              <p:cNvSpPr/>
              <p:nvPr/>
            </p:nvSpPr>
            <p:spPr>
              <a:xfrm>
                <a:off x="5556975" y="559125"/>
                <a:ext cx="60650" cy="55825"/>
              </a:xfrm>
              <a:custGeom>
                <a:avLst/>
                <a:gdLst/>
                <a:ahLst/>
                <a:cxnLst/>
                <a:rect l="l" t="t" r="r" b="b"/>
                <a:pathLst>
                  <a:path w="2426" h="2233" extrusionOk="0">
                    <a:moveTo>
                      <a:pt x="1207" y="1"/>
                    </a:moveTo>
                    <a:cubicBezTo>
                      <a:pt x="941" y="1"/>
                      <a:pt x="674" y="95"/>
                      <a:pt x="461" y="288"/>
                    </a:cubicBezTo>
                    <a:cubicBezTo>
                      <a:pt x="414" y="328"/>
                      <a:pt x="375" y="373"/>
                      <a:pt x="337" y="419"/>
                    </a:cubicBezTo>
                    <a:cubicBezTo>
                      <a:pt x="0" y="839"/>
                      <a:pt x="7" y="1452"/>
                      <a:pt x="378" y="1864"/>
                    </a:cubicBezTo>
                    <a:cubicBezTo>
                      <a:pt x="444" y="1938"/>
                      <a:pt x="519" y="2000"/>
                      <a:pt x="599" y="2052"/>
                    </a:cubicBezTo>
                    <a:cubicBezTo>
                      <a:pt x="783" y="2172"/>
                      <a:pt x="995" y="2232"/>
                      <a:pt x="1207" y="2232"/>
                    </a:cubicBezTo>
                    <a:cubicBezTo>
                      <a:pt x="1417" y="2232"/>
                      <a:pt x="1627" y="2174"/>
                      <a:pt x="1811" y="2055"/>
                    </a:cubicBezTo>
                    <a:cubicBezTo>
                      <a:pt x="1860" y="2023"/>
                      <a:pt x="1909" y="1988"/>
                      <a:pt x="1954" y="1947"/>
                    </a:cubicBezTo>
                    <a:cubicBezTo>
                      <a:pt x="2339" y="1601"/>
                      <a:pt x="2426" y="1050"/>
                      <a:pt x="2201" y="610"/>
                    </a:cubicBezTo>
                    <a:cubicBezTo>
                      <a:pt x="2158" y="525"/>
                      <a:pt x="2103" y="444"/>
                      <a:pt x="2037" y="370"/>
                    </a:cubicBezTo>
                    <a:cubicBezTo>
                      <a:pt x="1817" y="125"/>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8" name="Google Shape;3177;p39">
                <a:extLst>
                  <a:ext uri="{FF2B5EF4-FFF2-40B4-BE49-F238E27FC236}">
                    <a16:creationId xmlns:a16="http://schemas.microsoft.com/office/drawing/2014/main" id="{F928273C-2495-D5A8-8417-573428B6A2E1}"/>
                  </a:ext>
                </a:extLst>
              </p:cNvPr>
              <p:cNvSpPr/>
              <p:nvPr/>
            </p:nvSpPr>
            <p:spPr>
              <a:xfrm>
                <a:off x="5594325" y="600625"/>
                <a:ext cx="60650" cy="55800"/>
              </a:xfrm>
              <a:custGeom>
                <a:avLst/>
                <a:gdLst/>
                <a:ahLst/>
                <a:cxnLst/>
                <a:rect l="l" t="t" r="r" b="b"/>
                <a:pathLst>
                  <a:path w="2426" h="2232" extrusionOk="0">
                    <a:moveTo>
                      <a:pt x="1207" y="0"/>
                    </a:moveTo>
                    <a:cubicBezTo>
                      <a:pt x="941" y="0"/>
                      <a:pt x="674" y="95"/>
                      <a:pt x="460" y="287"/>
                    </a:cubicBezTo>
                    <a:cubicBezTo>
                      <a:pt x="415" y="328"/>
                      <a:pt x="375" y="373"/>
                      <a:pt x="338" y="419"/>
                    </a:cubicBezTo>
                    <a:cubicBezTo>
                      <a:pt x="1" y="838"/>
                      <a:pt x="6" y="1451"/>
                      <a:pt x="379" y="1864"/>
                    </a:cubicBezTo>
                    <a:lnTo>
                      <a:pt x="377" y="1863"/>
                    </a:lnTo>
                    <a:lnTo>
                      <a:pt x="377" y="1863"/>
                    </a:lnTo>
                    <a:cubicBezTo>
                      <a:pt x="445" y="1937"/>
                      <a:pt x="520" y="1999"/>
                      <a:pt x="599" y="2051"/>
                    </a:cubicBezTo>
                    <a:cubicBezTo>
                      <a:pt x="783" y="2171"/>
                      <a:pt x="996" y="2232"/>
                      <a:pt x="1209" y="2232"/>
                    </a:cubicBezTo>
                    <a:cubicBezTo>
                      <a:pt x="1418" y="2232"/>
                      <a:pt x="1627" y="2173"/>
                      <a:pt x="1811" y="2054"/>
                    </a:cubicBezTo>
                    <a:cubicBezTo>
                      <a:pt x="1861" y="2022"/>
                      <a:pt x="1910" y="1987"/>
                      <a:pt x="1955" y="1946"/>
                    </a:cubicBezTo>
                    <a:cubicBezTo>
                      <a:pt x="2339" y="1600"/>
                      <a:pt x="2426" y="1049"/>
                      <a:pt x="2201" y="610"/>
                    </a:cubicBezTo>
                    <a:cubicBezTo>
                      <a:pt x="2158" y="524"/>
                      <a:pt x="2104" y="444"/>
                      <a:pt x="2038" y="370"/>
                    </a:cubicBezTo>
                    <a:cubicBezTo>
                      <a:pt x="1817" y="125"/>
                      <a:pt x="1513"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9" name="Google Shape;3178;p39">
                <a:extLst>
                  <a:ext uri="{FF2B5EF4-FFF2-40B4-BE49-F238E27FC236}">
                    <a16:creationId xmlns:a16="http://schemas.microsoft.com/office/drawing/2014/main" id="{FEA63E9A-951A-CE94-9610-8B64EEA38E35}"/>
                  </a:ext>
                </a:extLst>
              </p:cNvPr>
              <p:cNvSpPr/>
              <p:nvPr/>
            </p:nvSpPr>
            <p:spPr>
              <a:xfrm>
                <a:off x="5631675" y="642100"/>
                <a:ext cx="60675" cy="55825"/>
              </a:xfrm>
              <a:custGeom>
                <a:avLst/>
                <a:gdLst/>
                <a:ahLst/>
                <a:cxnLst/>
                <a:rect l="l" t="t" r="r" b="b"/>
                <a:pathLst>
                  <a:path w="2427" h="2233" extrusionOk="0">
                    <a:moveTo>
                      <a:pt x="1208" y="1"/>
                    </a:moveTo>
                    <a:cubicBezTo>
                      <a:pt x="942" y="1"/>
                      <a:pt x="675" y="95"/>
                      <a:pt x="461" y="287"/>
                    </a:cubicBezTo>
                    <a:cubicBezTo>
                      <a:pt x="416" y="328"/>
                      <a:pt x="375" y="373"/>
                      <a:pt x="338" y="420"/>
                    </a:cubicBezTo>
                    <a:cubicBezTo>
                      <a:pt x="0" y="838"/>
                      <a:pt x="7" y="1452"/>
                      <a:pt x="378" y="1865"/>
                    </a:cubicBezTo>
                    <a:cubicBezTo>
                      <a:pt x="444" y="1939"/>
                      <a:pt x="520" y="2001"/>
                      <a:pt x="600" y="2053"/>
                    </a:cubicBezTo>
                    <a:cubicBezTo>
                      <a:pt x="784" y="2172"/>
                      <a:pt x="996" y="2233"/>
                      <a:pt x="1208" y="2233"/>
                    </a:cubicBezTo>
                    <a:cubicBezTo>
                      <a:pt x="1417" y="2233"/>
                      <a:pt x="1627" y="2174"/>
                      <a:pt x="1811" y="2056"/>
                    </a:cubicBezTo>
                    <a:cubicBezTo>
                      <a:pt x="1861" y="2024"/>
                      <a:pt x="1909" y="1989"/>
                      <a:pt x="1956" y="1947"/>
                    </a:cubicBezTo>
                    <a:cubicBezTo>
                      <a:pt x="2339" y="1601"/>
                      <a:pt x="2426" y="1050"/>
                      <a:pt x="2202" y="610"/>
                    </a:cubicBezTo>
                    <a:cubicBezTo>
                      <a:pt x="2158" y="525"/>
                      <a:pt x="2105" y="444"/>
                      <a:pt x="2037" y="370"/>
                    </a:cubicBezTo>
                    <a:cubicBezTo>
                      <a:pt x="1817" y="125"/>
                      <a:pt x="1513" y="1"/>
                      <a:pt x="1208"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0" name="Google Shape;3179;p39">
                <a:extLst>
                  <a:ext uri="{FF2B5EF4-FFF2-40B4-BE49-F238E27FC236}">
                    <a16:creationId xmlns:a16="http://schemas.microsoft.com/office/drawing/2014/main" id="{07011256-2BFC-28E4-D41D-5F4EA11068B2}"/>
                  </a:ext>
                </a:extLst>
              </p:cNvPr>
              <p:cNvSpPr/>
              <p:nvPr/>
            </p:nvSpPr>
            <p:spPr>
              <a:xfrm>
                <a:off x="5669050" y="683575"/>
                <a:ext cx="60575" cy="55850"/>
              </a:xfrm>
              <a:custGeom>
                <a:avLst/>
                <a:gdLst/>
                <a:ahLst/>
                <a:cxnLst/>
                <a:rect l="l" t="t" r="r" b="b"/>
                <a:pathLst>
                  <a:path w="2423" h="2234" extrusionOk="0">
                    <a:moveTo>
                      <a:pt x="1207" y="1"/>
                    </a:moveTo>
                    <a:cubicBezTo>
                      <a:pt x="940" y="1"/>
                      <a:pt x="673" y="96"/>
                      <a:pt x="460" y="288"/>
                    </a:cubicBezTo>
                    <a:cubicBezTo>
                      <a:pt x="414" y="330"/>
                      <a:pt x="375" y="374"/>
                      <a:pt x="337" y="420"/>
                    </a:cubicBezTo>
                    <a:cubicBezTo>
                      <a:pt x="0" y="839"/>
                      <a:pt x="6" y="1452"/>
                      <a:pt x="378" y="1865"/>
                    </a:cubicBezTo>
                    <a:cubicBezTo>
                      <a:pt x="444" y="1939"/>
                      <a:pt x="519" y="2001"/>
                      <a:pt x="599" y="2053"/>
                    </a:cubicBezTo>
                    <a:cubicBezTo>
                      <a:pt x="783" y="2173"/>
                      <a:pt x="996" y="2233"/>
                      <a:pt x="1209" y="2233"/>
                    </a:cubicBezTo>
                    <a:cubicBezTo>
                      <a:pt x="1254" y="2233"/>
                      <a:pt x="1299" y="2231"/>
                      <a:pt x="1343" y="2225"/>
                    </a:cubicBezTo>
                    <a:lnTo>
                      <a:pt x="1077" y="1622"/>
                    </a:lnTo>
                    <a:lnTo>
                      <a:pt x="1029" y="1512"/>
                    </a:lnTo>
                    <a:lnTo>
                      <a:pt x="845" y="1084"/>
                    </a:lnTo>
                    <a:lnTo>
                      <a:pt x="1132" y="1303"/>
                    </a:lnTo>
                    <a:lnTo>
                      <a:pt x="1295" y="1427"/>
                    </a:lnTo>
                    <a:lnTo>
                      <a:pt x="1318" y="1444"/>
                    </a:lnTo>
                    <a:lnTo>
                      <a:pt x="1332" y="1454"/>
                    </a:lnTo>
                    <a:lnTo>
                      <a:pt x="1966" y="1936"/>
                    </a:lnTo>
                    <a:cubicBezTo>
                      <a:pt x="2340" y="1589"/>
                      <a:pt x="2423" y="1045"/>
                      <a:pt x="2201" y="610"/>
                    </a:cubicBezTo>
                    <a:cubicBezTo>
                      <a:pt x="2158" y="525"/>
                      <a:pt x="2103" y="444"/>
                      <a:pt x="2037" y="370"/>
                    </a:cubicBezTo>
                    <a:cubicBezTo>
                      <a:pt x="1816" y="125"/>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1" name="Google Shape;3180;p39">
                <a:extLst>
                  <a:ext uri="{FF2B5EF4-FFF2-40B4-BE49-F238E27FC236}">
                    <a16:creationId xmlns:a16="http://schemas.microsoft.com/office/drawing/2014/main" id="{0A8D4776-4E52-B80D-CA2D-6B8A19BEF8FD}"/>
                  </a:ext>
                </a:extLst>
              </p:cNvPr>
              <p:cNvSpPr/>
              <p:nvPr/>
            </p:nvSpPr>
            <p:spPr>
              <a:xfrm>
                <a:off x="5718225" y="725100"/>
                <a:ext cx="18450" cy="11375"/>
              </a:xfrm>
              <a:custGeom>
                <a:avLst/>
                <a:gdLst/>
                <a:ahLst/>
                <a:cxnLst/>
                <a:rect l="l" t="t" r="r" b="b"/>
                <a:pathLst>
                  <a:path w="738" h="455" extrusionOk="0">
                    <a:moveTo>
                      <a:pt x="733" y="1"/>
                    </a:moveTo>
                    <a:cubicBezTo>
                      <a:pt x="472" y="1"/>
                      <a:pt x="211" y="91"/>
                      <a:pt x="1" y="276"/>
                    </a:cubicBezTo>
                    <a:lnTo>
                      <a:pt x="157" y="395"/>
                    </a:lnTo>
                    <a:lnTo>
                      <a:pt x="159" y="395"/>
                    </a:lnTo>
                    <a:cubicBezTo>
                      <a:pt x="212" y="435"/>
                      <a:pt x="273" y="454"/>
                      <a:pt x="334" y="454"/>
                    </a:cubicBezTo>
                    <a:cubicBezTo>
                      <a:pt x="440" y="454"/>
                      <a:pt x="544" y="396"/>
                      <a:pt x="595" y="291"/>
                    </a:cubicBezTo>
                    <a:lnTo>
                      <a:pt x="737" y="1"/>
                    </a:lnTo>
                    <a:cubicBezTo>
                      <a:pt x="736" y="1"/>
                      <a:pt x="734" y="1"/>
                      <a:pt x="733"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2" name="Google Shape;3181;p39">
                <a:extLst>
                  <a:ext uri="{FF2B5EF4-FFF2-40B4-BE49-F238E27FC236}">
                    <a16:creationId xmlns:a16="http://schemas.microsoft.com/office/drawing/2014/main" id="{A8BDA376-D03D-77B4-1AB1-470DAC604A41}"/>
                  </a:ext>
                </a:extLst>
              </p:cNvPr>
              <p:cNvSpPr/>
              <p:nvPr/>
            </p:nvSpPr>
            <p:spPr>
              <a:xfrm>
                <a:off x="5418200" y="520325"/>
                <a:ext cx="34450" cy="7525"/>
              </a:xfrm>
              <a:custGeom>
                <a:avLst/>
                <a:gdLst/>
                <a:ahLst/>
                <a:cxnLst/>
                <a:rect l="l" t="t" r="r" b="b"/>
                <a:pathLst>
                  <a:path w="1378" h="301" extrusionOk="0">
                    <a:moveTo>
                      <a:pt x="1377" y="0"/>
                    </a:moveTo>
                    <a:cubicBezTo>
                      <a:pt x="1300" y="17"/>
                      <a:pt x="1223" y="30"/>
                      <a:pt x="1148" y="42"/>
                    </a:cubicBezTo>
                    <a:lnTo>
                      <a:pt x="1146" y="43"/>
                    </a:lnTo>
                    <a:cubicBezTo>
                      <a:pt x="814" y="97"/>
                      <a:pt x="501" y="119"/>
                      <a:pt x="216" y="119"/>
                    </a:cubicBezTo>
                    <a:cubicBezTo>
                      <a:pt x="147" y="119"/>
                      <a:pt x="79" y="117"/>
                      <a:pt x="13" y="115"/>
                    </a:cubicBezTo>
                    <a:lnTo>
                      <a:pt x="1" y="115"/>
                    </a:lnTo>
                    <a:cubicBezTo>
                      <a:pt x="3" y="116"/>
                      <a:pt x="5" y="118"/>
                      <a:pt x="7" y="120"/>
                    </a:cubicBezTo>
                    <a:cubicBezTo>
                      <a:pt x="191" y="239"/>
                      <a:pt x="404" y="300"/>
                      <a:pt x="617" y="300"/>
                    </a:cubicBezTo>
                    <a:cubicBezTo>
                      <a:pt x="826" y="300"/>
                      <a:pt x="1035" y="242"/>
                      <a:pt x="1219" y="123"/>
                    </a:cubicBezTo>
                    <a:cubicBezTo>
                      <a:pt x="1269" y="91"/>
                      <a:pt x="1318" y="55"/>
                      <a:pt x="1363" y="15"/>
                    </a:cubicBezTo>
                    <a:cubicBezTo>
                      <a:pt x="1368" y="10"/>
                      <a:pt x="1373" y="5"/>
                      <a:pt x="137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3" name="Google Shape;3182;p39">
                <a:extLst>
                  <a:ext uri="{FF2B5EF4-FFF2-40B4-BE49-F238E27FC236}">
                    <a16:creationId xmlns:a16="http://schemas.microsoft.com/office/drawing/2014/main" id="{3FF1EF4A-9B43-245A-29FC-9EED0548FBA7}"/>
                  </a:ext>
                </a:extLst>
              </p:cNvPr>
              <p:cNvSpPr/>
              <p:nvPr/>
            </p:nvSpPr>
            <p:spPr>
              <a:xfrm>
                <a:off x="5485100" y="480225"/>
                <a:ext cx="57800" cy="51750"/>
              </a:xfrm>
              <a:custGeom>
                <a:avLst/>
                <a:gdLst/>
                <a:ahLst/>
                <a:cxnLst/>
                <a:rect l="l" t="t" r="r" b="b"/>
                <a:pathLst>
                  <a:path w="2312" h="2070" extrusionOk="0">
                    <a:moveTo>
                      <a:pt x="1673" y="0"/>
                    </a:moveTo>
                    <a:cubicBezTo>
                      <a:pt x="1459" y="216"/>
                      <a:pt x="1135" y="505"/>
                      <a:pt x="701" y="787"/>
                    </a:cubicBezTo>
                    <a:cubicBezTo>
                      <a:pt x="493" y="921"/>
                      <a:pt x="260" y="1053"/>
                      <a:pt x="0" y="1174"/>
                    </a:cubicBezTo>
                    <a:cubicBezTo>
                      <a:pt x="38" y="1364"/>
                      <a:pt x="125" y="1547"/>
                      <a:pt x="265" y="1701"/>
                    </a:cubicBezTo>
                    <a:cubicBezTo>
                      <a:pt x="331" y="1775"/>
                      <a:pt x="406" y="1837"/>
                      <a:pt x="485" y="1889"/>
                    </a:cubicBezTo>
                    <a:cubicBezTo>
                      <a:pt x="669" y="2009"/>
                      <a:pt x="881" y="2069"/>
                      <a:pt x="1094" y="2069"/>
                    </a:cubicBezTo>
                    <a:cubicBezTo>
                      <a:pt x="1303" y="2069"/>
                      <a:pt x="1513" y="2011"/>
                      <a:pt x="1697" y="1893"/>
                    </a:cubicBezTo>
                    <a:cubicBezTo>
                      <a:pt x="1747" y="1861"/>
                      <a:pt x="1796" y="1825"/>
                      <a:pt x="1841" y="1784"/>
                    </a:cubicBezTo>
                    <a:cubicBezTo>
                      <a:pt x="2225" y="1439"/>
                      <a:pt x="2312" y="886"/>
                      <a:pt x="2087" y="446"/>
                    </a:cubicBezTo>
                    <a:cubicBezTo>
                      <a:pt x="2044" y="362"/>
                      <a:pt x="1990" y="281"/>
                      <a:pt x="1924" y="207"/>
                    </a:cubicBezTo>
                    <a:cubicBezTo>
                      <a:pt x="1849" y="124"/>
                      <a:pt x="1764" y="55"/>
                      <a:pt x="1673"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4" name="Google Shape;3183;p39">
                <a:extLst>
                  <a:ext uri="{FF2B5EF4-FFF2-40B4-BE49-F238E27FC236}">
                    <a16:creationId xmlns:a16="http://schemas.microsoft.com/office/drawing/2014/main" id="{C7699B5D-790B-FBF5-0137-4207C689BD4E}"/>
                  </a:ext>
                </a:extLst>
              </p:cNvPr>
              <p:cNvSpPr/>
              <p:nvPr/>
            </p:nvSpPr>
            <p:spPr>
              <a:xfrm>
                <a:off x="5519625" y="517650"/>
                <a:ext cx="60650" cy="55800"/>
              </a:xfrm>
              <a:custGeom>
                <a:avLst/>
                <a:gdLst/>
                <a:ahLst/>
                <a:cxnLst/>
                <a:rect l="l" t="t" r="r" b="b"/>
                <a:pathLst>
                  <a:path w="2426" h="2232" extrusionOk="0">
                    <a:moveTo>
                      <a:pt x="1207" y="0"/>
                    </a:moveTo>
                    <a:cubicBezTo>
                      <a:pt x="941" y="0"/>
                      <a:pt x="674" y="95"/>
                      <a:pt x="460" y="287"/>
                    </a:cubicBezTo>
                    <a:cubicBezTo>
                      <a:pt x="415" y="328"/>
                      <a:pt x="374" y="372"/>
                      <a:pt x="337" y="419"/>
                    </a:cubicBezTo>
                    <a:cubicBezTo>
                      <a:pt x="0" y="839"/>
                      <a:pt x="6" y="1451"/>
                      <a:pt x="377" y="1864"/>
                    </a:cubicBezTo>
                    <a:cubicBezTo>
                      <a:pt x="445" y="1938"/>
                      <a:pt x="520" y="2000"/>
                      <a:pt x="599" y="2052"/>
                    </a:cubicBezTo>
                    <a:cubicBezTo>
                      <a:pt x="783" y="2171"/>
                      <a:pt x="995" y="2232"/>
                      <a:pt x="1208" y="2232"/>
                    </a:cubicBezTo>
                    <a:cubicBezTo>
                      <a:pt x="1417" y="2232"/>
                      <a:pt x="1626" y="2173"/>
                      <a:pt x="1810" y="2055"/>
                    </a:cubicBezTo>
                    <a:cubicBezTo>
                      <a:pt x="1861" y="2023"/>
                      <a:pt x="1908" y="1987"/>
                      <a:pt x="1955" y="1947"/>
                    </a:cubicBezTo>
                    <a:cubicBezTo>
                      <a:pt x="2338" y="1601"/>
                      <a:pt x="2425" y="1048"/>
                      <a:pt x="2201" y="610"/>
                    </a:cubicBezTo>
                    <a:cubicBezTo>
                      <a:pt x="2157" y="525"/>
                      <a:pt x="2104" y="444"/>
                      <a:pt x="2036" y="369"/>
                    </a:cubicBezTo>
                    <a:cubicBezTo>
                      <a:pt x="1816" y="125"/>
                      <a:pt x="1512"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5" name="Google Shape;3184;p39">
                <a:extLst>
                  <a:ext uri="{FF2B5EF4-FFF2-40B4-BE49-F238E27FC236}">
                    <a16:creationId xmlns:a16="http://schemas.microsoft.com/office/drawing/2014/main" id="{57DED2B2-7A01-B51C-B45A-DE035EFFB5FB}"/>
                  </a:ext>
                </a:extLst>
              </p:cNvPr>
              <p:cNvSpPr/>
              <p:nvPr/>
            </p:nvSpPr>
            <p:spPr>
              <a:xfrm>
                <a:off x="5552850" y="637975"/>
                <a:ext cx="60650" cy="55825"/>
              </a:xfrm>
              <a:custGeom>
                <a:avLst/>
                <a:gdLst/>
                <a:ahLst/>
                <a:cxnLst/>
                <a:rect l="l" t="t" r="r" b="b"/>
                <a:pathLst>
                  <a:path w="2426" h="2233" extrusionOk="0">
                    <a:moveTo>
                      <a:pt x="1207" y="1"/>
                    </a:moveTo>
                    <a:cubicBezTo>
                      <a:pt x="940" y="1"/>
                      <a:pt x="673" y="95"/>
                      <a:pt x="460" y="288"/>
                    </a:cubicBezTo>
                    <a:cubicBezTo>
                      <a:pt x="415" y="329"/>
                      <a:pt x="374" y="373"/>
                      <a:pt x="337" y="419"/>
                    </a:cubicBezTo>
                    <a:cubicBezTo>
                      <a:pt x="0" y="839"/>
                      <a:pt x="6" y="1451"/>
                      <a:pt x="377" y="1864"/>
                    </a:cubicBezTo>
                    <a:cubicBezTo>
                      <a:pt x="444" y="1938"/>
                      <a:pt x="520" y="2000"/>
                      <a:pt x="599" y="2052"/>
                    </a:cubicBezTo>
                    <a:cubicBezTo>
                      <a:pt x="783" y="2172"/>
                      <a:pt x="995" y="2232"/>
                      <a:pt x="1207" y="2232"/>
                    </a:cubicBezTo>
                    <a:cubicBezTo>
                      <a:pt x="1416" y="2232"/>
                      <a:pt x="1626" y="2174"/>
                      <a:pt x="1810" y="2055"/>
                    </a:cubicBezTo>
                    <a:cubicBezTo>
                      <a:pt x="1861" y="2023"/>
                      <a:pt x="1909" y="1988"/>
                      <a:pt x="1955" y="1947"/>
                    </a:cubicBezTo>
                    <a:cubicBezTo>
                      <a:pt x="2339" y="1601"/>
                      <a:pt x="2425" y="1049"/>
                      <a:pt x="2201" y="610"/>
                    </a:cubicBezTo>
                    <a:cubicBezTo>
                      <a:pt x="2158" y="525"/>
                      <a:pt x="2104" y="445"/>
                      <a:pt x="2038" y="370"/>
                    </a:cubicBezTo>
                    <a:cubicBezTo>
                      <a:pt x="1817" y="125"/>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6" name="Google Shape;3185;p39">
                <a:extLst>
                  <a:ext uri="{FF2B5EF4-FFF2-40B4-BE49-F238E27FC236}">
                    <a16:creationId xmlns:a16="http://schemas.microsoft.com/office/drawing/2014/main" id="{5397B3DA-B767-3144-BC6C-F00D3EAD9629}"/>
                  </a:ext>
                </a:extLst>
              </p:cNvPr>
              <p:cNvSpPr/>
              <p:nvPr/>
            </p:nvSpPr>
            <p:spPr>
              <a:xfrm>
                <a:off x="5590175" y="679450"/>
                <a:ext cx="60675" cy="55825"/>
              </a:xfrm>
              <a:custGeom>
                <a:avLst/>
                <a:gdLst/>
                <a:ahLst/>
                <a:cxnLst/>
                <a:rect l="l" t="t" r="r" b="b"/>
                <a:pathLst>
                  <a:path w="2427" h="2233" extrusionOk="0">
                    <a:moveTo>
                      <a:pt x="1208" y="1"/>
                    </a:moveTo>
                    <a:cubicBezTo>
                      <a:pt x="942" y="1"/>
                      <a:pt x="675" y="96"/>
                      <a:pt x="462" y="288"/>
                    </a:cubicBezTo>
                    <a:cubicBezTo>
                      <a:pt x="415" y="329"/>
                      <a:pt x="376" y="373"/>
                      <a:pt x="338" y="419"/>
                    </a:cubicBezTo>
                    <a:cubicBezTo>
                      <a:pt x="1" y="839"/>
                      <a:pt x="8" y="1452"/>
                      <a:pt x="379" y="1864"/>
                    </a:cubicBezTo>
                    <a:cubicBezTo>
                      <a:pt x="445" y="1938"/>
                      <a:pt x="520" y="2000"/>
                      <a:pt x="600" y="2052"/>
                    </a:cubicBezTo>
                    <a:cubicBezTo>
                      <a:pt x="784" y="2172"/>
                      <a:pt x="996" y="2233"/>
                      <a:pt x="1209" y="2233"/>
                    </a:cubicBezTo>
                    <a:cubicBezTo>
                      <a:pt x="1418" y="2233"/>
                      <a:pt x="1628" y="2174"/>
                      <a:pt x="1812" y="2056"/>
                    </a:cubicBezTo>
                    <a:cubicBezTo>
                      <a:pt x="1861" y="2023"/>
                      <a:pt x="1910" y="1988"/>
                      <a:pt x="1955" y="1947"/>
                    </a:cubicBezTo>
                    <a:cubicBezTo>
                      <a:pt x="2340" y="1601"/>
                      <a:pt x="2427" y="1049"/>
                      <a:pt x="2202" y="611"/>
                    </a:cubicBezTo>
                    <a:cubicBezTo>
                      <a:pt x="2159" y="525"/>
                      <a:pt x="2106" y="445"/>
                      <a:pt x="2038" y="371"/>
                    </a:cubicBezTo>
                    <a:cubicBezTo>
                      <a:pt x="1818" y="126"/>
                      <a:pt x="1514" y="1"/>
                      <a:pt x="1208"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7" name="Google Shape;3186;p39">
                <a:extLst>
                  <a:ext uri="{FF2B5EF4-FFF2-40B4-BE49-F238E27FC236}">
                    <a16:creationId xmlns:a16="http://schemas.microsoft.com/office/drawing/2014/main" id="{C3344CE8-2239-4BB5-1AD7-C3FC2B88D2B3}"/>
                  </a:ext>
                </a:extLst>
              </p:cNvPr>
              <p:cNvSpPr/>
              <p:nvPr/>
            </p:nvSpPr>
            <p:spPr>
              <a:xfrm>
                <a:off x="5627550" y="720950"/>
                <a:ext cx="60650" cy="55825"/>
              </a:xfrm>
              <a:custGeom>
                <a:avLst/>
                <a:gdLst/>
                <a:ahLst/>
                <a:cxnLst/>
                <a:rect l="l" t="t" r="r" b="b"/>
                <a:pathLst>
                  <a:path w="2426" h="2233" extrusionOk="0">
                    <a:moveTo>
                      <a:pt x="1207" y="1"/>
                    </a:moveTo>
                    <a:cubicBezTo>
                      <a:pt x="941" y="1"/>
                      <a:pt x="674" y="95"/>
                      <a:pt x="460" y="287"/>
                    </a:cubicBezTo>
                    <a:cubicBezTo>
                      <a:pt x="415" y="328"/>
                      <a:pt x="375" y="373"/>
                      <a:pt x="338" y="419"/>
                    </a:cubicBezTo>
                    <a:cubicBezTo>
                      <a:pt x="1" y="839"/>
                      <a:pt x="6" y="1452"/>
                      <a:pt x="377" y="1864"/>
                    </a:cubicBezTo>
                    <a:cubicBezTo>
                      <a:pt x="445" y="1938"/>
                      <a:pt x="520" y="2001"/>
                      <a:pt x="599" y="2053"/>
                    </a:cubicBezTo>
                    <a:cubicBezTo>
                      <a:pt x="783" y="2172"/>
                      <a:pt x="995" y="2232"/>
                      <a:pt x="1208" y="2232"/>
                    </a:cubicBezTo>
                    <a:cubicBezTo>
                      <a:pt x="1417" y="2232"/>
                      <a:pt x="1627" y="2174"/>
                      <a:pt x="1811" y="2055"/>
                    </a:cubicBezTo>
                    <a:cubicBezTo>
                      <a:pt x="1861" y="2023"/>
                      <a:pt x="1910" y="1987"/>
                      <a:pt x="1955" y="1947"/>
                    </a:cubicBezTo>
                    <a:cubicBezTo>
                      <a:pt x="2339" y="1601"/>
                      <a:pt x="2426" y="1050"/>
                      <a:pt x="2201" y="610"/>
                    </a:cubicBezTo>
                    <a:cubicBezTo>
                      <a:pt x="2158" y="525"/>
                      <a:pt x="2104" y="444"/>
                      <a:pt x="2038" y="370"/>
                    </a:cubicBezTo>
                    <a:cubicBezTo>
                      <a:pt x="1817" y="125"/>
                      <a:pt x="1513"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8" name="Google Shape;3187;p39">
                <a:extLst>
                  <a:ext uri="{FF2B5EF4-FFF2-40B4-BE49-F238E27FC236}">
                    <a16:creationId xmlns:a16="http://schemas.microsoft.com/office/drawing/2014/main" id="{D7A9550F-169A-289F-0E59-EB7EB5288970}"/>
                  </a:ext>
                </a:extLst>
              </p:cNvPr>
              <p:cNvSpPr/>
              <p:nvPr/>
            </p:nvSpPr>
            <p:spPr>
              <a:xfrm>
                <a:off x="5708700" y="753000"/>
                <a:ext cx="9100" cy="20650"/>
              </a:xfrm>
              <a:custGeom>
                <a:avLst/>
                <a:gdLst/>
                <a:ahLst/>
                <a:cxnLst/>
                <a:rect l="l" t="t" r="r" b="b"/>
                <a:pathLst>
                  <a:path w="364" h="826" extrusionOk="0">
                    <a:moveTo>
                      <a:pt x="0" y="1"/>
                    </a:moveTo>
                    <a:cubicBezTo>
                      <a:pt x="0" y="267"/>
                      <a:pt x="93" y="534"/>
                      <a:pt x="285" y="747"/>
                    </a:cubicBezTo>
                    <a:cubicBezTo>
                      <a:pt x="311" y="775"/>
                      <a:pt x="337" y="802"/>
                      <a:pt x="364" y="826"/>
                    </a:cubicBezTo>
                    <a:lnTo>
                      <a:pt x="0" y="1"/>
                    </a:ln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9" name="Google Shape;3188;p39">
                <a:extLst>
                  <a:ext uri="{FF2B5EF4-FFF2-40B4-BE49-F238E27FC236}">
                    <a16:creationId xmlns:a16="http://schemas.microsoft.com/office/drawing/2014/main" id="{57164075-E097-D544-50D2-691DB7C6157B}"/>
                  </a:ext>
                </a:extLst>
              </p:cNvPr>
              <p:cNvSpPr/>
              <p:nvPr/>
            </p:nvSpPr>
            <p:spPr>
              <a:xfrm>
                <a:off x="5664925" y="762450"/>
                <a:ext cx="59675" cy="55825"/>
              </a:xfrm>
              <a:custGeom>
                <a:avLst/>
                <a:gdLst/>
                <a:ahLst/>
                <a:cxnLst/>
                <a:rect l="l" t="t" r="r" b="b"/>
                <a:pathLst>
                  <a:path w="2387" h="2233" extrusionOk="0">
                    <a:moveTo>
                      <a:pt x="1207" y="0"/>
                    </a:moveTo>
                    <a:cubicBezTo>
                      <a:pt x="941" y="0"/>
                      <a:pt x="674" y="95"/>
                      <a:pt x="460" y="287"/>
                    </a:cubicBezTo>
                    <a:cubicBezTo>
                      <a:pt x="415" y="327"/>
                      <a:pt x="374" y="373"/>
                      <a:pt x="337" y="419"/>
                    </a:cubicBezTo>
                    <a:cubicBezTo>
                      <a:pt x="0" y="838"/>
                      <a:pt x="6" y="1451"/>
                      <a:pt x="377" y="1864"/>
                    </a:cubicBezTo>
                    <a:cubicBezTo>
                      <a:pt x="443" y="1938"/>
                      <a:pt x="519" y="2000"/>
                      <a:pt x="599" y="2052"/>
                    </a:cubicBezTo>
                    <a:cubicBezTo>
                      <a:pt x="783" y="2172"/>
                      <a:pt x="995" y="2232"/>
                      <a:pt x="1207" y="2232"/>
                    </a:cubicBezTo>
                    <a:cubicBezTo>
                      <a:pt x="1416" y="2232"/>
                      <a:pt x="1626" y="2174"/>
                      <a:pt x="1810" y="2055"/>
                    </a:cubicBezTo>
                    <a:cubicBezTo>
                      <a:pt x="1860" y="2023"/>
                      <a:pt x="1908" y="1987"/>
                      <a:pt x="1954" y="1947"/>
                    </a:cubicBezTo>
                    <a:cubicBezTo>
                      <a:pt x="2273" y="1660"/>
                      <a:pt x="2387" y="1232"/>
                      <a:pt x="2289" y="843"/>
                    </a:cubicBezTo>
                    <a:lnTo>
                      <a:pt x="2190" y="619"/>
                    </a:lnTo>
                    <a:lnTo>
                      <a:pt x="2141" y="508"/>
                    </a:lnTo>
                    <a:cubicBezTo>
                      <a:pt x="2110" y="460"/>
                      <a:pt x="2076" y="414"/>
                      <a:pt x="2036" y="369"/>
                    </a:cubicBezTo>
                    <a:cubicBezTo>
                      <a:pt x="1816" y="125"/>
                      <a:pt x="1512"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0" name="Google Shape;3189;p39">
                <a:extLst>
                  <a:ext uri="{FF2B5EF4-FFF2-40B4-BE49-F238E27FC236}">
                    <a16:creationId xmlns:a16="http://schemas.microsoft.com/office/drawing/2014/main" id="{F22052D8-8430-250C-48DA-3F4503B8E0C0}"/>
                  </a:ext>
                </a:extLst>
              </p:cNvPr>
              <p:cNvSpPr/>
              <p:nvPr/>
            </p:nvSpPr>
            <p:spPr>
              <a:xfrm>
                <a:off x="5702275" y="803950"/>
                <a:ext cx="49900" cy="55800"/>
              </a:xfrm>
              <a:custGeom>
                <a:avLst/>
                <a:gdLst/>
                <a:ahLst/>
                <a:cxnLst/>
                <a:rect l="l" t="t" r="r" b="b"/>
                <a:pathLst>
                  <a:path w="1996" h="2232" extrusionOk="0">
                    <a:moveTo>
                      <a:pt x="1156" y="1"/>
                    </a:moveTo>
                    <a:cubicBezTo>
                      <a:pt x="907" y="12"/>
                      <a:pt x="660" y="107"/>
                      <a:pt x="461" y="287"/>
                    </a:cubicBezTo>
                    <a:cubicBezTo>
                      <a:pt x="414" y="328"/>
                      <a:pt x="375" y="372"/>
                      <a:pt x="337" y="418"/>
                    </a:cubicBezTo>
                    <a:cubicBezTo>
                      <a:pt x="0" y="838"/>
                      <a:pt x="6" y="1450"/>
                      <a:pt x="378" y="1863"/>
                    </a:cubicBezTo>
                    <a:cubicBezTo>
                      <a:pt x="444" y="1937"/>
                      <a:pt x="519" y="1999"/>
                      <a:pt x="599" y="2051"/>
                    </a:cubicBezTo>
                    <a:cubicBezTo>
                      <a:pt x="783" y="2171"/>
                      <a:pt x="995" y="2231"/>
                      <a:pt x="1207" y="2231"/>
                    </a:cubicBezTo>
                    <a:cubicBezTo>
                      <a:pt x="1417" y="2231"/>
                      <a:pt x="1627" y="2173"/>
                      <a:pt x="1811" y="2055"/>
                    </a:cubicBezTo>
                    <a:cubicBezTo>
                      <a:pt x="1860" y="2023"/>
                      <a:pt x="1909" y="1987"/>
                      <a:pt x="1954" y="1946"/>
                    </a:cubicBezTo>
                    <a:cubicBezTo>
                      <a:pt x="1969" y="1933"/>
                      <a:pt x="1982" y="1920"/>
                      <a:pt x="1995" y="1905"/>
                    </a:cubicBezTo>
                    <a:lnTo>
                      <a:pt x="1644" y="1110"/>
                    </a:lnTo>
                    <a:lnTo>
                      <a:pt x="1156" y="1"/>
                    </a:ln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1" name="Google Shape;3190;p39">
                <a:extLst>
                  <a:ext uri="{FF2B5EF4-FFF2-40B4-BE49-F238E27FC236}">
                    <a16:creationId xmlns:a16="http://schemas.microsoft.com/office/drawing/2014/main" id="{42624238-4634-9918-F17B-13CAA0008986}"/>
                  </a:ext>
                </a:extLst>
              </p:cNvPr>
              <p:cNvSpPr/>
              <p:nvPr/>
            </p:nvSpPr>
            <p:spPr>
              <a:xfrm>
                <a:off x="5739800" y="851700"/>
                <a:ext cx="22175" cy="38900"/>
              </a:xfrm>
              <a:custGeom>
                <a:avLst/>
                <a:gdLst/>
                <a:ahLst/>
                <a:cxnLst/>
                <a:rect l="l" t="t" r="r" b="b"/>
                <a:pathLst>
                  <a:path w="887" h="1556" extrusionOk="0">
                    <a:moveTo>
                      <a:pt x="496" y="1"/>
                    </a:moveTo>
                    <a:cubicBezTo>
                      <a:pt x="482" y="13"/>
                      <a:pt x="467" y="23"/>
                      <a:pt x="453" y="36"/>
                    </a:cubicBezTo>
                    <a:cubicBezTo>
                      <a:pt x="408" y="77"/>
                      <a:pt x="367" y="121"/>
                      <a:pt x="331" y="168"/>
                    </a:cubicBezTo>
                    <a:cubicBezTo>
                      <a:pt x="8" y="568"/>
                      <a:pt x="0" y="1144"/>
                      <a:pt x="324" y="1555"/>
                    </a:cubicBezTo>
                    <a:cubicBezTo>
                      <a:pt x="739" y="1144"/>
                      <a:pt x="886" y="887"/>
                      <a:pt x="886" y="887"/>
                    </a:cubicBezTo>
                    <a:lnTo>
                      <a:pt x="799" y="688"/>
                    </a:lnTo>
                    <a:lnTo>
                      <a:pt x="496" y="1"/>
                    </a:ln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2" name="Google Shape;3191;p39">
                <a:extLst>
                  <a:ext uri="{FF2B5EF4-FFF2-40B4-BE49-F238E27FC236}">
                    <a16:creationId xmlns:a16="http://schemas.microsoft.com/office/drawing/2014/main" id="{5D80AF9D-BCE2-B830-5ABB-C68565E67A67}"/>
                  </a:ext>
                </a:extLst>
              </p:cNvPr>
              <p:cNvSpPr/>
              <p:nvPr/>
            </p:nvSpPr>
            <p:spPr>
              <a:xfrm>
                <a:off x="5399300" y="550850"/>
                <a:ext cx="60625" cy="55825"/>
              </a:xfrm>
              <a:custGeom>
                <a:avLst/>
                <a:gdLst/>
                <a:ahLst/>
                <a:cxnLst/>
                <a:rect l="l" t="t" r="r" b="b"/>
                <a:pathLst>
                  <a:path w="2425" h="2233" extrusionOk="0">
                    <a:moveTo>
                      <a:pt x="1207" y="1"/>
                    </a:moveTo>
                    <a:cubicBezTo>
                      <a:pt x="940" y="1"/>
                      <a:pt x="673" y="95"/>
                      <a:pt x="460" y="287"/>
                    </a:cubicBezTo>
                    <a:cubicBezTo>
                      <a:pt x="414" y="329"/>
                      <a:pt x="373" y="373"/>
                      <a:pt x="337" y="420"/>
                    </a:cubicBezTo>
                    <a:cubicBezTo>
                      <a:pt x="0" y="838"/>
                      <a:pt x="6" y="1452"/>
                      <a:pt x="377" y="1865"/>
                    </a:cubicBezTo>
                    <a:cubicBezTo>
                      <a:pt x="444" y="1939"/>
                      <a:pt x="518" y="2001"/>
                      <a:pt x="599" y="2053"/>
                    </a:cubicBezTo>
                    <a:cubicBezTo>
                      <a:pt x="783" y="2172"/>
                      <a:pt x="994" y="2233"/>
                      <a:pt x="1207" y="2233"/>
                    </a:cubicBezTo>
                    <a:cubicBezTo>
                      <a:pt x="1416" y="2233"/>
                      <a:pt x="1626" y="2174"/>
                      <a:pt x="1810" y="2056"/>
                    </a:cubicBezTo>
                    <a:cubicBezTo>
                      <a:pt x="1860" y="2024"/>
                      <a:pt x="1908" y="1988"/>
                      <a:pt x="1954" y="1948"/>
                    </a:cubicBezTo>
                    <a:cubicBezTo>
                      <a:pt x="2338" y="1602"/>
                      <a:pt x="2425" y="1049"/>
                      <a:pt x="2201" y="610"/>
                    </a:cubicBezTo>
                    <a:cubicBezTo>
                      <a:pt x="2157" y="526"/>
                      <a:pt x="2103" y="444"/>
                      <a:pt x="2036" y="370"/>
                    </a:cubicBezTo>
                    <a:cubicBezTo>
                      <a:pt x="1816" y="125"/>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3" name="Google Shape;3192;p39">
                <a:extLst>
                  <a:ext uri="{FF2B5EF4-FFF2-40B4-BE49-F238E27FC236}">
                    <a16:creationId xmlns:a16="http://schemas.microsoft.com/office/drawing/2014/main" id="{1E977D7D-DAA3-3D7D-2BD9-2C4736A9ACA0}"/>
                  </a:ext>
                </a:extLst>
              </p:cNvPr>
              <p:cNvSpPr/>
              <p:nvPr/>
            </p:nvSpPr>
            <p:spPr>
              <a:xfrm>
                <a:off x="5436625" y="592350"/>
                <a:ext cx="60675" cy="55825"/>
              </a:xfrm>
              <a:custGeom>
                <a:avLst/>
                <a:gdLst/>
                <a:ahLst/>
                <a:cxnLst/>
                <a:rect l="l" t="t" r="r" b="b"/>
                <a:pathLst>
                  <a:path w="2427" h="2233" extrusionOk="0">
                    <a:moveTo>
                      <a:pt x="1207" y="1"/>
                    </a:moveTo>
                    <a:cubicBezTo>
                      <a:pt x="941" y="1"/>
                      <a:pt x="674" y="95"/>
                      <a:pt x="461" y="288"/>
                    </a:cubicBezTo>
                    <a:cubicBezTo>
                      <a:pt x="415" y="328"/>
                      <a:pt x="375" y="373"/>
                      <a:pt x="338" y="419"/>
                    </a:cubicBezTo>
                    <a:cubicBezTo>
                      <a:pt x="1" y="839"/>
                      <a:pt x="7" y="1452"/>
                      <a:pt x="378" y="1864"/>
                    </a:cubicBezTo>
                    <a:cubicBezTo>
                      <a:pt x="445" y="1938"/>
                      <a:pt x="520" y="2000"/>
                      <a:pt x="599" y="2052"/>
                    </a:cubicBezTo>
                    <a:cubicBezTo>
                      <a:pt x="783" y="2172"/>
                      <a:pt x="995" y="2232"/>
                      <a:pt x="1208" y="2232"/>
                    </a:cubicBezTo>
                    <a:cubicBezTo>
                      <a:pt x="1417" y="2232"/>
                      <a:pt x="1627" y="2174"/>
                      <a:pt x="1811" y="2055"/>
                    </a:cubicBezTo>
                    <a:cubicBezTo>
                      <a:pt x="1861" y="2023"/>
                      <a:pt x="1910" y="1988"/>
                      <a:pt x="1955" y="1947"/>
                    </a:cubicBezTo>
                    <a:cubicBezTo>
                      <a:pt x="2339" y="1601"/>
                      <a:pt x="2427" y="1050"/>
                      <a:pt x="2201" y="610"/>
                    </a:cubicBezTo>
                    <a:cubicBezTo>
                      <a:pt x="2158" y="525"/>
                      <a:pt x="2104" y="444"/>
                      <a:pt x="2038" y="370"/>
                    </a:cubicBezTo>
                    <a:cubicBezTo>
                      <a:pt x="1818" y="125"/>
                      <a:pt x="1513"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4" name="Google Shape;3193;p39">
                <a:extLst>
                  <a:ext uri="{FF2B5EF4-FFF2-40B4-BE49-F238E27FC236}">
                    <a16:creationId xmlns:a16="http://schemas.microsoft.com/office/drawing/2014/main" id="{E5468FE3-1FC1-1389-D3CD-CFBEBE284F05}"/>
                  </a:ext>
                </a:extLst>
              </p:cNvPr>
              <p:cNvSpPr/>
              <p:nvPr/>
            </p:nvSpPr>
            <p:spPr>
              <a:xfrm>
                <a:off x="5440775" y="513825"/>
                <a:ext cx="60650" cy="55500"/>
              </a:xfrm>
              <a:custGeom>
                <a:avLst/>
                <a:gdLst/>
                <a:ahLst/>
                <a:cxnLst/>
                <a:rect l="l" t="t" r="r" b="b"/>
                <a:pathLst>
                  <a:path w="2426" h="2220" extrusionOk="0">
                    <a:moveTo>
                      <a:pt x="1372" y="1"/>
                    </a:moveTo>
                    <a:cubicBezTo>
                      <a:pt x="1248" y="48"/>
                      <a:pt x="1118" y="93"/>
                      <a:pt x="982" y="133"/>
                    </a:cubicBezTo>
                    <a:cubicBezTo>
                      <a:pt x="810" y="185"/>
                      <a:pt x="642" y="226"/>
                      <a:pt x="478" y="260"/>
                    </a:cubicBezTo>
                    <a:cubicBezTo>
                      <a:pt x="472" y="265"/>
                      <a:pt x="465" y="269"/>
                      <a:pt x="460" y="275"/>
                    </a:cubicBezTo>
                    <a:cubicBezTo>
                      <a:pt x="415" y="315"/>
                      <a:pt x="375" y="361"/>
                      <a:pt x="337" y="406"/>
                    </a:cubicBezTo>
                    <a:cubicBezTo>
                      <a:pt x="0" y="826"/>
                      <a:pt x="6" y="1439"/>
                      <a:pt x="377" y="1851"/>
                    </a:cubicBezTo>
                    <a:cubicBezTo>
                      <a:pt x="444" y="1926"/>
                      <a:pt x="520" y="1987"/>
                      <a:pt x="599" y="2040"/>
                    </a:cubicBezTo>
                    <a:cubicBezTo>
                      <a:pt x="783" y="2159"/>
                      <a:pt x="995" y="2220"/>
                      <a:pt x="1208" y="2220"/>
                    </a:cubicBezTo>
                    <a:cubicBezTo>
                      <a:pt x="1417" y="2220"/>
                      <a:pt x="1627" y="2161"/>
                      <a:pt x="1811" y="2042"/>
                    </a:cubicBezTo>
                    <a:lnTo>
                      <a:pt x="1810" y="2042"/>
                    </a:lnTo>
                    <a:cubicBezTo>
                      <a:pt x="1861" y="2010"/>
                      <a:pt x="1908" y="1975"/>
                      <a:pt x="1955" y="1934"/>
                    </a:cubicBezTo>
                    <a:cubicBezTo>
                      <a:pt x="2339" y="1588"/>
                      <a:pt x="2425" y="1037"/>
                      <a:pt x="2201" y="597"/>
                    </a:cubicBezTo>
                    <a:cubicBezTo>
                      <a:pt x="2158" y="512"/>
                      <a:pt x="2104" y="431"/>
                      <a:pt x="2038" y="357"/>
                    </a:cubicBezTo>
                    <a:cubicBezTo>
                      <a:pt x="1856" y="156"/>
                      <a:pt x="1620" y="37"/>
                      <a:pt x="1372"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5" name="Google Shape;3194;p39">
                <a:extLst>
                  <a:ext uri="{FF2B5EF4-FFF2-40B4-BE49-F238E27FC236}">
                    <a16:creationId xmlns:a16="http://schemas.microsoft.com/office/drawing/2014/main" id="{A0E7F55A-1DB5-7F24-FE03-99438AEFB2D5}"/>
                  </a:ext>
                </a:extLst>
              </p:cNvPr>
              <p:cNvSpPr/>
              <p:nvPr/>
            </p:nvSpPr>
            <p:spPr>
              <a:xfrm>
                <a:off x="5474000" y="633850"/>
                <a:ext cx="60650" cy="55800"/>
              </a:xfrm>
              <a:custGeom>
                <a:avLst/>
                <a:gdLst/>
                <a:ahLst/>
                <a:cxnLst/>
                <a:rect l="l" t="t" r="r" b="b"/>
                <a:pathLst>
                  <a:path w="2426" h="2232" extrusionOk="0">
                    <a:moveTo>
                      <a:pt x="1207" y="0"/>
                    </a:moveTo>
                    <a:cubicBezTo>
                      <a:pt x="941" y="0"/>
                      <a:pt x="673" y="95"/>
                      <a:pt x="460" y="287"/>
                    </a:cubicBezTo>
                    <a:cubicBezTo>
                      <a:pt x="415" y="328"/>
                      <a:pt x="375" y="373"/>
                      <a:pt x="337" y="419"/>
                    </a:cubicBezTo>
                    <a:cubicBezTo>
                      <a:pt x="0" y="838"/>
                      <a:pt x="6" y="1451"/>
                      <a:pt x="378" y="1864"/>
                    </a:cubicBezTo>
                    <a:lnTo>
                      <a:pt x="377" y="1863"/>
                    </a:lnTo>
                    <a:lnTo>
                      <a:pt x="377" y="1863"/>
                    </a:lnTo>
                    <a:cubicBezTo>
                      <a:pt x="444" y="1937"/>
                      <a:pt x="520" y="2000"/>
                      <a:pt x="599" y="2051"/>
                    </a:cubicBezTo>
                    <a:cubicBezTo>
                      <a:pt x="783" y="2171"/>
                      <a:pt x="995" y="2232"/>
                      <a:pt x="1208" y="2232"/>
                    </a:cubicBezTo>
                    <a:cubicBezTo>
                      <a:pt x="1418" y="2232"/>
                      <a:pt x="1627" y="2173"/>
                      <a:pt x="1811" y="2054"/>
                    </a:cubicBezTo>
                    <a:cubicBezTo>
                      <a:pt x="1861" y="2022"/>
                      <a:pt x="1909" y="1987"/>
                      <a:pt x="1955" y="1946"/>
                    </a:cubicBezTo>
                    <a:cubicBezTo>
                      <a:pt x="2339" y="1600"/>
                      <a:pt x="2425" y="1049"/>
                      <a:pt x="2201" y="610"/>
                    </a:cubicBezTo>
                    <a:cubicBezTo>
                      <a:pt x="2158" y="524"/>
                      <a:pt x="2104" y="444"/>
                      <a:pt x="2038" y="370"/>
                    </a:cubicBezTo>
                    <a:cubicBezTo>
                      <a:pt x="1817" y="125"/>
                      <a:pt x="1512"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6" name="Google Shape;3195;p39">
                <a:extLst>
                  <a:ext uri="{FF2B5EF4-FFF2-40B4-BE49-F238E27FC236}">
                    <a16:creationId xmlns:a16="http://schemas.microsoft.com/office/drawing/2014/main" id="{8520E34F-1F1B-C49C-D016-49D84FB1281E}"/>
                  </a:ext>
                </a:extLst>
              </p:cNvPr>
              <p:cNvSpPr/>
              <p:nvPr/>
            </p:nvSpPr>
            <p:spPr>
              <a:xfrm>
                <a:off x="5478100" y="555000"/>
                <a:ext cx="60675" cy="55825"/>
              </a:xfrm>
              <a:custGeom>
                <a:avLst/>
                <a:gdLst/>
                <a:ahLst/>
                <a:cxnLst/>
                <a:rect l="l" t="t" r="r" b="b"/>
                <a:pathLst>
                  <a:path w="2427" h="2233" extrusionOk="0">
                    <a:moveTo>
                      <a:pt x="1209" y="0"/>
                    </a:moveTo>
                    <a:cubicBezTo>
                      <a:pt x="942" y="0"/>
                      <a:pt x="675" y="95"/>
                      <a:pt x="462" y="287"/>
                    </a:cubicBezTo>
                    <a:cubicBezTo>
                      <a:pt x="416" y="328"/>
                      <a:pt x="375" y="373"/>
                      <a:pt x="339" y="419"/>
                    </a:cubicBezTo>
                    <a:cubicBezTo>
                      <a:pt x="1" y="838"/>
                      <a:pt x="8" y="1451"/>
                      <a:pt x="379" y="1864"/>
                    </a:cubicBezTo>
                    <a:cubicBezTo>
                      <a:pt x="445" y="1938"/>
                      <a:pt x="520" y="2000"/>
                      <a:pt x="601" y="2052"/>
                    </a:cubicBezTo>
                    <a:cubicBezTo>
                      <a:pt x="785" y="2172"/>
                      <a:pt x="996" y="2232"/>
                      <a:pt x="1209" y="2232"/>
                    </a:cubicBezTo>
                    <a:cubicBezTo>
                      <a:pt x="1418" y="2232"/>
                      <a:pt x="1628" y="2174"/>
                      <a:pt x="1812" y="2056"/>
                    </a:cubicBezTo>
                    <a:cubicBezTo>
                      <a:pt x="1861" y="2024"/>
                      <a:pt x="1910" y="1988"/>
                      <a:pt x="1955" y="1946"/>
                    </a:cubicBezTo>
                    <a:cubicBezTo>
                      <a:pt x="2340" y="1600"/>
                      <a:pt x="2427" y="1049"/>
                      <a:pt x="2202" y="609"/>
                    </a:cubicBezTo>
                    <a:cubicBezTo>
                      <a:pt x="2159" y="524"/>
                      <a:pt x="2106" y="444"/>
                      <a:pt x="2038" y="370"/>
                    </a:cubicBezTo>
                    <a:cubicBezTo>
                      <a:pt x="1818" y="125"/>
                      <a:pt x="1514" y="0"/>
                      <a:pt x="1209"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7" name="Google Shape;3196;p39">
                <a:extLst>
                  <a:ext uri="{FF2B5EF4-FFF2-40B4-BE49-F238E27FC236}">
                    <a16:creationId xmlns:a16="http://schemas.microsoft.com/office/drawing/2014/main" id="{E6113B0B-A787-D403-5B46-44B619FD0795}"/>
                  </a:ext>
                </a:extLst>
              </p:cNvPr>
              <p:cNvSpPr/>
              <p:nvPr/>
            </p:nvSpPr>
            <p:spPr>
              <a:xfrm>
                <a:off x="5511325" y="675325"/>
                <a:ext cx="60675" cy="55825"/>
              </a:xfrm>
              <a:custGeom>
                <a:avLst/>
                <a:gdLst/>
                <a:ahLst/>
                <a:cxnLst/>
                <a:rect l="l" t="t" r="r" b="b"/>
                <a:pathLst>
                  <a:path w="2427" h="2233" extrusionOk="0">
                    <a:moveTo>
                      <a:pt x="1209" y="1"/>
                    </a:moveTo>
                    <a:cubicBezTo>
                      <a:pt x="942" y="1"/>
                      <a:pt x="675" y="95"/>
                      <a:pt x="462" y="287"/>
                    </a:cubicBezTo>
                    <a:cubicBezTo>
                      <a:pt x="416" y="328"/>
                      <a:pt x="375" y="373"/>
                      <a:pt x="339" y="420"/>
                    </a:cubicBezTo>
                    <a:cubicBezTo>
                      <a:pt x="1" y="838"/>
                      <a:pt x="8" y="1452"/>
                      <a:pt x="379" y="1865"/>
                    </a:cubicBezTo>
                    <a:cubicBezTo>
                      <a:pt x="445" y="1939"/>
                      <a:pt x="520" y="2001"/>
                      <a:pt x="601" y="2053"/>
                    </a:cubicBezTo>
                    <a:cubicBezTo>
                      <a:pt x="785" y="2172"/>
                      <a:pt x="996" y="2233"/>
                      <a:pt x="1209" y="2233"/>
                    </a:cubicBezTo>
                    <a:cubicBezTo>
                      <a:pt x="1418" y="2233"/>
                      <a:pt x="1628" y="2174"/>
                      <a:pt x="1812" y="2056"/>
                    </a:cubicBezTo>
                    <a:cubicBezTo>
                      <a:pt x="1861" y="2024"/>
                      <a:pt x="1910" y="1989"/>
                      <a:pt x="1956" y="1948"/>
                    </a:cubicBezTo>
                    <a:cubicBezTo>
                      <a:pt x="2340" y="1601"/>
                      <a:pt x="2427" y="1050"/>
                      <a:pt x="2203" y="610"/>
                    </a:cubicBezTo>
                    <a:cubicBezTo>
                      <a:pt x="2159" y="526"/>
                      <a:pt x="2105" y="444"/>
                      <a:pt x="2038" y="370"/>
                    </a:cubicBezTo>
                    <a:cubicBezTo>
                      <a:pt x="1818" y="125"/>
                      <a:pt x="1514" y="1"/>
                      <a:pt x="1209"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8" name="Google Shape;3197;p39">
                <a:extLst>
                  <a:ext uri="{FF2B5EF4-FFF2-40B4-BE49-F238E27FC236}">
                    <a16:creationId xmlns:a16="http://schemas.microsoft.com/office/drawing/2014/main" id="{032A5109-A6AB-32E1-059D-9A98F3133364}"/>
                  </a:ext>
                </a:extLst>
              </p:cNvPr>
              <p:cNvSpPr/>
              <p:nvPr/>
            </p:nvSpPr>
            <p:spPr>
              <a:xfrm>
                <a:off x="5515475" y="596475"/>
                <a:ext cx="60650" cy="55825"/>
              </a:xfrm>
              <a:custGeom>
                <a:avLst/>
                <a:gdLst/>
                <a:ahLst/>
                <a:cxnLst/>
                <a:rect l="l" t="t" r="r" b="b"/>
                <a:pathLst>
                  <a:path w="2426" h="2233" extrusionOk="0">
                    <a:moveTo>
                      <a:pt x="1207" y="1"/>
                    </a:moveTo>
                    <a:cubicBezTo>
                      <a:pt x="941" y="1"/>
                      <a:pt x="674" y="95"/>
                      <a:pt x="460" y="287"/>
                    </a:cubicBezTo>
                    <a:cubicBezTo>
                      <a:pt x="415" y="329"/>
                      <a:pt x="375" y="373"/>
                      <a:pt x="338" y="420"/>
                    </a:cubicBezTo>
                    <a:cubicBezTo>
                      <a:pt x="1" y="838"/>
                      <a:pt x="6" y="1452"/>
                      <a:pt x="379" y="1865"/>
                    </a:cubicBezTo>
                    <a:cubicBezTo>
                      <a:pt x="445" y="1939"/>
                      <a:pt x="520" y="2001"/>
                      <a:pt x="599" y="2053"/>
                    </a:cubicBezTo>
                    <a:cubicBezTo>
                      <a:pt x="783" y="2172"/>
                      <a:pt x="995" y="2233"/>
                      <a:pt x="1208" y="2233"/>
                    </a:cubicBezTo>
                    <a:cubicBezTo>
                      <a:pt x="1417" y="2233"/>
                      <a:pt x="1627" y="2174"/>
                      <a:pt x="1811" y="2056"/>
                    </a:cubicBezTo>
                    <a:cubicBezTo>
                      <a:pt x="1861" y="2024"/>
                      <a:pt x="1910" y="1989"/>
                      <a:pt x="1955" y="1948"/>
                    </a:cubicBezTo>
                    <a:cubicBezTo>
                      <a:pt x="2339" y="1602"/>
                      <a:pt x="2426" y="1049"/>
                      <a:pt x="2201" y="610"/>
                    </a:cubicBezTo>
                    <a:cubicBezTo>
                      <a:pt x="2158" y="526"/>
                      <a:pt x="2104" y="444"/>
                      <a:pt x="2038" y="370"/>
                    </a:cubicBezTo>
                    <a:cubicBezTo>
                      <a:pt x="1817" y="125"/>
                      <a:pt x="1513"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9" name="Google Shape;3198;p39">
                <a:extLst>
                  <a:ext uri="{FF2B5EF4-FFF2-40B4-BE49-F238E27FC236}">
                    <a16:creationId xmlns:a16="http://schemas.microsoft.com/office/drawing/2014/main" id="{43A9EACA-0349-D3F0-4231-23FB253E7821}"/>
                  </a:ext>
                </a:extLst>
              </p:cNvPr>
              <p:cNvSpPr/>
              <p:nvPr/>
            </p:nvSpPr>
            <p:spPr>
              <a:xfrm>
                <a:off x="5548700" y="716800"/>
                <a:ext cx="60675" cy="55850"/>
              </a:xfrm>
              <a:custGeom>
                <a:avLst/>
                <a:gdLst/>
                <a:ahLst/>
                <a:cxnLst/>
                <a:rect l="l" t="t" r="r" b="b"/>
                <a:pathLst>
                  <a:path w="2427" h="2234" extrusionOk="0">
                    <a:moveTo>
                      <a:pt x="1208" y="1"/>
                    </a:moveTo>
                    <a:cubicBezTo>
                      <a:pt x="941" y="1"/>
                      <a:pt x="674" y="96"/>
                      <a:pt x="461" y="288"/>
                    </a:cubicBezTo>
                    <a:lnTo>
                      <a:pt x="460" y="288"/>
                    </a:lnTo>
                    <a:cubicBezTo>
                      <a:pt x="415" y="330"/>
                      <a:pt x="375" y="374"/>
                      <a:pt x="338" y="420"/>
                    </a:cubicBezTo>
                    <a:cubicBezTo>
                      <a:pt x="1" y="839"/>
                      <a:pt x="6" y="1452"/>
                      <a:pt x="379" y="1865"/>
                    </a:cubicBezTo>
                    <a:cubicBezTo>
                      <a:pt x="445" y="1939"/>
                      <a:pt x="520" y="2001"/>
                      <a:pt x="599" y="2053"/>
                    </a:cubicBezTo>
                    <a:cubicBezTo>
                      <a:pt x="783" y="2173"/>
                      <a:pt x="995" y="2233"/>
                      <a:pt x="1208" y="2233"/>
                    </a:cubicBezTo>
                    <a:cubicBezTo>
                      <a:pt x="1417" y="2233"/>
                      <a:pt x="1627" y="2175"/>
                      <a:pt x="1811" y="2056"/>
                    </a:cubicBezTo>
                    <a:cubicBezTo>
                      <a:pt x="1861" y="2024"/>
                      <a:pt x="1910" y="1989"/>
                      <a:pt x="1955" y="1948"/>
                    </a:cubicBezTo>
                    <a:cubicBezTo>
                      <a:pt x="2339" y="1602"/>
                      <a:pt x="2427" y="1050"/>
                      <a:pt x="2201" y="610"/>
                    </a:cubicBezTo>
                    <a:cubicBezTo>
                      <a:pt x="2158" y="526"/>
                      <a:pt x="2104" y="444"/>
                      <a:pt x="2038" y="370"/>
                    </a:cubicBezTo>
                    <a:cubicBezTo>
                      <a:pt x="1817" y="125"/>
                      <a:pt x="1513" y="1"/>
                      <a:pt x="1208"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0" name="Google Shape;3199;p39">
                <a:extLst>
                  <a:ext uri="{FF2B5EF4-FFF2-40B4-BE49-F238E27FC236}">
                    <a16:creationId xmlns:a16="http://schemas.microsoft.com/office/drawing/2014/main" id="{1FC4E168-128C-2E89-5854-D8F31F1FFE86}"/>
                  </a:ext>
                </a:extLst>
              </p:cNvPr>
              <p:cNvSpPr/>
              <p:nvPr/>
            </p:nvSpPr>
            <p:spPr>
              <a:xfrm>
                <a:off x="5586075" y="758300"/>
                <a:ext cx="60650" cy="55825"/>
              </a:xfrm>
              <a:custGeom>
                <a:avLst/>
                <a:gdLst/>
                <a:ahLst/>
                <a:cxnLst/>
                <a:rect l="l" t="t" r="r" b="b"/>
                <a:pathLst>
                  <a:path w="2426" h="2233" extrusionOk="0">
                    <a:moveTo>
                      <a:pt x="1207" y="1"/>
                    </a:moveTo>
                    <a:cubicBezTo>
                      <a:pt x="941" y="1"/>
                      <a:pt x="674" y="96"/>
                      <a:pt x="460" y="288"/>
                    </a:cubicBezTo>
                    <a:cubicBezTo>
                      <a:pt x="415" y="329"/>
                      <a:pt x="374" y="373"/>
                      <a:pt x="337" y="419"/>
                    </a:cubicBezTo>
                    <a:cubicBezTo>
                      <a:pt x="0" y="839"/>
                      <a:pt x="6" y="1451"/>
                      <a:pt x="377" y="1864"/>
                    </a:cubicBezTo>
                    <a:cubicBezTo>
                      <a:pt x="444" y="1938"/>
                      <a:pt x="520" y="2000"/>
                      <a:pt x="599" y="2052"/>
                    </a:cubicBezTo>
                    <a:cubicBezTo>
                      <a:pt x="783" y="2172"/>
                      <a:pt x="995" y="2232"/>
                      <a:pt x="1208" y="2232"/>
                    </a:cubicBezTo>
                    <a:cubicBezTo>
                      <a:pt x="1417" y="2232"/>
                      <a:pt x="1626" y="2174"/>
                      <a:pt x="1810" y="2056"/>
                    </a:cubicBezTo>
                    <a:cubicBezTo>
                      <a:pt x="1861" y="2024"/>
                      <a:pt x="1909" y="1988"/>
                      <a:pt x="1955" y="1947"/>
                    </a:cubicBezTo>
                    <a:cubicBezTo>
                      <a:pt x="2339" y="1602"/>
                      <a:pt x="2425" y="1049"/>
                      <a:pt x="2201" y="611"/>
                    </a:cubicBezTo>
                    <a:cubicBezTo>
                      <a:pt x="2158" y="525"/>
                      <a:pt x="2104" y="444"/>
                      <a:pt x="2038" y="370"/>
                    </a:cubicBezTo>
                    <a:cubicBezTo>
                      <a:pt x="1817" y="125"/>
                      <a:pt x="1513"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1" name="Google Shape;3200;p39">
                <a:extLst>
                  <a:ext uri="{FF2B5EF4-FFF2-40B4-BE49-F238E27FC236}">
                    <a16:creationId xmlns:a16="http://schemas.microsoft.com/office/drawing/2014/main" id="{A523CD73-3895-0173-734B-962F34425ED4}"/>
                  </a:ext>
                </a:extLst>
              </p:cNvPr>
              <p:cNvSpPr/>
              <p:nvPr/>
            </p:nvSpPr>
            <p:spPr>
              <a:xfrm>
                <a:off x="5623400" y="799800"/>
                <a:ext cx="60675" cy="55825"/>
              </a:xfrm>
              <a:custGeom>
                <a:avLst/>
                <a:gdLst/>
                <a:ahLst/>
                <a:cxnLst/>
                <a:rect l="l" t="t" r="r" b="b"/>
                <a:pathLst>
                  <a:path w="2427" h="2233" extrusionOk="0">
                    <a:moveTo>
                      <a:pt x="1208" y="0"/>
                    </a:moveTo>
                    <a:cubicBezTo>
                      <a:pt x="942" y="0"/>
                      <a:pt x="675" y="95"/>
                      <a:pt x="462" y="287"/>
                    </a:cubicBezTo>
                    <a:cubicBezTo>
                      <a:pt x="415" y="328"/>
                      <a:pt x="376" y="372"/>
                      <a:pt x="338" y="419"/>
                    </a:cubicBezTo>
                    <a:cubicBezTo>
                      <a:pt x="1" y="839"/>
                      <a:pt x="8" y="1452"/>
                      <a:pt x="379" y="1864"/>
                    </a:cubicBezTo>
                    <a:cubicBezTo>
                      <a:pt x="445" y="1938"/>
                      <a:pt x="520" y="2000"/>
                      <a:pt x="600" y="2052"/>
                    </a:cubicBezTo>
                    <a:cubicBezTo>
                      <a:pt x="784" y="2171"/>
                      <a:pt x="996" y="2232"/>
                      <a:pt x="1209" y="2232"/>
                    </a:cubicBezTo>
                    <a:cubicBezTo>
                      <a:pt x="1418" y="2232"/>
                      <a:pt x="1628" y="2174"/>
                      <a:pt x="1812" y="2055"/>
                    </a:cubicBezTo>
                    <a:cubicBezTo>
                      <a:pt x="1861" y="2023"/>
                      <a:pt x="1910" y="1987"/>
                      <a:pt x="1955" y="1947"/>
                    </a:cubicBezTo>
                    <a:cubicBezTo>
                      <a:pt x="2340" y="1601"/>
                      <a:pt x="2427" y="1050"/>
                      <a:pt x="2202" y="610"/>
                    </a:cubicBezTo>
                    <a:cubicBezTo>
                      <a:pt x="2159" y="525"/>
                      <a:pt x="2104" y="444"/>
                      <a:pt x="2038" y="370"/>
                    </a:cubicBezTo>
                    <a:cubicBezTo>
                      <a:pt x="1818" y="125"/>
                      <a:pt x="1513" y="0"/>
                      <a:pt x="1208"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2" name="Google Shape;3201;p39">
                <a:extLst>
                  <a:ext uri="{FF2B5EF4-FFF2-40B4-BE49-F238E27FC236}">
                    <a16:creationId xmlns:a16="http://schemas.microsoft.com/office/drawing/2014/main" id="{8249A246-BAFD-D09F-6358-77C4D65A4BEB}"/>
                  </a:ext>
                </a:extLst>
              </p:cNvPr>
              <p:cNvSpPr/>
              <p:nvPr/>
            </p:nvSpPr>
            <p:spPr>
              <a:xfrm>
                <a:off x="5660775" y="841300"/>
                <a:ext cx="60650" cy="55800"/>
              </a:xfrm>
              <a:custGeom>
                <a:avLst/>
                <a:gdLst/>
                <a:ahLst/>
                <a:cxnLst/>
                <a:rect l="l" t="t" r="r" b="b"/>
                <a:pathLst>
                  <a:path w="2426" h="2232" extrusionOk="0">
                    <a:moveTo>
                      <a:pt x="1207" y="0"/>
                    </a:moveTo>
                    <a:cubicBezTo>
                      <a:pt x="941" y="0"/>
                      <a:pt x="674" y="95"/>
                      <a:pt x="460" y="287"/>
                    </a:cubicBezTo>
                    <a:cubicBezTo>
                      <a:pt x="415" y="327"/>
                      <a:pt x="375" y="373"/>
                      <a:pt x="338" y="418"/>
                    </a:cubicBezTo>
                    <a:cubicBezTo>
                      <a:pt x="1" y="838"/>
                      <a:pt x="6" y="1451"/>
                      <a:pt x="377" y="1863"/>
                    </a:cubicBezTo>
                    <a:cubicBezTo>
                      <a:pt x="445" y="1938"/>
                      <a:pt x="520" y="2000"/>
                      <a:pt x="599" y="2052"/>
                    </a:cubicBezTo>
                    <a:cubicBezTo>
                      <a:pt x="783" y="2171"/>
                      <a:pt x="995" y="2232"/>
                      <a:pt x="1208" y="2232"/>
                    </a:cubicBezTo>
                    <a:cubicBezTo>
                      <a:pt x="1417" y="2232"/>
                      <a:pt x="1627" y="2173"/>
                      <a:pt x="1811" y="2054"/>
                    </a:cubicBezTo>
                    <a:cubicBezTo>
                      <a:pt x="1861" y="2022"/>
                      <a:pt x="1910" y="1987"/>
                      <a:pt x="1955" y="1946"/>
                    </a:cubicBezTo>
                    <a:cubicBezTo>
                      <a:pt x="2339" y="1600"/>
                      <a:pt x="2426" y="1049"/>
                      <a:pt x="2201" y="609"/>
                    </a:cubicBezTo>
                    <a:cubicBezTo>
                      <a:pt x="2158" y="524"/>
                      <a:pt x="2104" y="443"/>
                      <a:pt x="2038" y="369"/>
                    </a:cubicBezTo>
                    <a:cubicBezTo>
                      <a:pt x="1817" y="125"/>
                      <a:pt x="1513"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3" name="Google Shape;3202;p39">
                <a:extLst>
                  <a:ext uri="{FF2B5EF4-FFF2-40B4-BE49-F238E27FC236}">
                    <a16:creationId xmlns:a16="http://schemas.microsoft.com/office/drawing/2014/main" id="{4A23B06F-125E-C4F3-D85D-408932FDDB7C}"/>
                  </a:ext>
                </a:extLst>
              </p:cNvPr>
              <p:cNvSpPr/>
              <p:nvPr/>
            </p:nvSpPr>
            <p:spPr>
              <a:xfrm>
                <a:off x="5698475" y="882775"/>
                <a:ext cx="49300" cy="41300"/>
              </a:xfrm>
              <a:custGeom>
                <a:avLst/>
                <a:gdLst/>
                <a:ahLst/>
                <a:cxnLst/>
                <a:rect l="l" t="t" r="r" b="b"/>
                <a:pathLst>
                  <a:path w="1972" h="1652" extrusionOk="0">
                    <a:moveTo>
                      <a:pt x="1192" y="1"/>
                    </a:moveTo>
                    <a:cubicBezTo>
                      <a:pt x="926" y="1"/>
                      <a:pt x="660" y="95"/>
                      <a:pt x="447" y="287"/>
                    </a:cubicBezTo>
                    <a:cubicBezTo>
                      <a:pt x="402" y="329"/>
                      <a:pt x="361" y="373"/>
                      <a:pt x="324" y="419"/>
                    </a:cubicBezTo>
                    <a:cubicBezTo>
                      <a:pt x="42" y="771"/>
                      <a:pt x="1" y="1259"/>
                      <a:pt x="214" y="1651"/>
                    </a:cubicBezTo>
                    <a:cubicBezTo>
                      <a:pt x="499" y="1476"/>
                      <a:pt x="754" y="1307"/>
                      <a:pt x="977" y="1145"/>
                    </a:cubicBezTo>
                    <a:cubicBezTo>
                      <a:pt x="1411" y="833"/>
                      <a:pt x="1734" y="551"/>
                      <a:pt x="1972" y="318"/>
                    </a:cubicBezTo>
                    <a:cubicBezTo>
                      <a:pt x="1756" y="108"/>
                      <a:pt x="1475" y="1"/>
                      <a:pt x="1192"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4" name="Google Shape;3203;p39">
                <a:extLst>
                  <a:ext uri="{FF2B5EF4-FFF2-40B4-BE49-F238E27FC236}">
                    <a16:creationId xmlns:a16="http://schemas.microsoft.com/office/drawing/2014/main" id="{6126DA39-2B8C-4C7C-ACFA-B992B4F683F3}"/>
                  </a:ext>
                </a:extLst>
              </p:cNvPr>
              <p:cNvSpPr/>
              <p:nvPr/>
            </p:nvSpPr>
            <p:spPr>
              <a:xfrm>
                <a:off x="5365425" y="520275"/>
                <a:ext cx="57150" cy="44925"/>
              </a:xfrm>
              <a:custGeom>
                <a:avLst/>
                <a:gdLst/>
                <a:ahLst/>
                <a:cxnLst/>
                <a:rect l="l" t="t" r="r" b="b"/>
                <a:pathLst>
                  <a:path w="2286" h="1797" extrusionOk="0">
                    <a:moveTo>
                      <a:pt x="1109" y="1"/>
                    </a:moveTo>
                    <a:cubicBezTo>
                      <a:pt x="1035" y="1"/>
                      <a:pt x="962" y="30"/>
                      <a:pt x="908" y="84"/>
                    </a:cubicBezTo>
                    <a:cubicBezTo>
                      <a:pt x="836" y="154"/>
                      <a:pt x="734" y="255"/>
                      <a:pt x="608" y="381"/>
                    </a:cubicBezTo>
                    <a:cubicBezTo>
                      <a:pt x="599" y="390"/>
                      <a:pt x="589" y="400"/>
                      <a:pt x="581" y="409"/>
                    </a:cubicBezTo>
                    <a:cubicBezTo>
                      <a:pt x="417" y="573"/>
                      <a:pt x="218" y="777"/>
                      <a:pt x="1" y="1008"/>
                    </a:cubicBezTo>
                    <a:cubicBezTo>
                      <a:pt x="47" y="1159"/>
                      <a:pt x="124" y="1302"/>
                      <a:pt x="237" y="1428"/>
                    </a:cubicBezTo>
                    <a:cubicBezTo>
                      <a:pt x="304" y="1502"/>
                      <a:pt x="380" y="1564"/>
                      <a:pt x="459" y="1616"/>
                    </a:cubicBezTo>
                    <a:cubicBezTo>
                      <a:pt x="643" y="1736"/>
                      <a:pt x="855" y="1796"/>
                      <a:pt x="1068" y="1796"/>
                    </a:cubicBezTo>
                    <a:cubicBezTo>
                      <a:pt x="1277" y="1796"/>
                      <a:pt x="1487" y="1738"/>
                      <a:pt x="1671" y="1620"/>
                    </a:cubicBezTo>
                    <a:cubicBezTo>
                      <a:pt x="1721" y="1588"/>
                      <a:pt x="1769" y="1552"/>
                      <a:pt x="1815" y="1511"/>
                    </a:cubicBezTo>
                    <a:cubicBezTo>
                      <a:pt x="2199" y="1164"/>
                      <a:pt x="2285" y="613"/>
                      <a:pt x="2061" y="173"/>
                    </a:cubicBezTo>
                    <a:cubicBezTo>
                      <a:pt x="2051" y="154"/>
                      <a:pt x="2041" y="133"/>
                      <a:pt x="2029" y="114"/>
                    </a:cubicBezTo>
                    <a:cubicBezTo>
                      <a:pt x="1680" y="96"/>
                      <a:pt x="1386" y="51"/>
                      <a:pt x="1166" y="7"/>
                    </a:cubicBezTo>
                    <a:cubicBezTo>
                      <a:pt x="1147" y="3"/>
                      <a:pt x="1128" y="1"/>
                      <a:pt x="1109"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5" name="Google Shape;3204;p39">
                <a:extLst>
                  <a:ext uri="{FF2B5EF4-FFF2-40B4-BE49-F238E27FC236}">
                    <a16:creationId xmlns:a16="http://schemas.microsoft.com/office/drawing/2014/main" id="{F406483B-BB3A-F018-B3D2-28BBA0F74063}"/>
                  </a:ext>
                </a:extLst>
              </p:cNvPr>
              <p:cNvSpPr/>
              <p:nvPr/>
            </p:nvSpPr>
            <p:spPr>
              <a:xfrm>
                <a:off x="5432475" y="671200"/>
                <a:ext cx="60675" cy="55825"/>
              </a:xfrm>
              <a:custGeom>
                <a:avLst/>
                <a:gdLst/>
                <a:ahLst/>
                <a:cxnLst/>
                <a:rect l="l" t="t" r="r" b="b"/>
                <a:pathLst>
                  <a:path w="2427" h="2233" extrusionOk="0">
                    <a:moveTo>
                      <a:pt x="1209" y="1"/>
                    </a:moveTo>
                    <a:cubicBezTo>
                      <a:pt x="942" y="1"/>
                      <a:pt x="675" y="95"/>
                      <a:pt x="462" y="288"/>
                    </a:cubicBezTo>
                    <a:cubicBezTo>
                      <a:pt x="416" y="329"/>
                      <a:pt x="375" y="373"/>
                      <a:pt x="339" y="419"/>
                    </a:cubicBezTo>
                    <a:cubicBezTo>
                      <a:pt x="1" y="839"/>
                      <a:pt x="8" y="1452"/>
                      <a:pt x="379" y="1864"/>
                    </a:cubicBezTo>
                    <a:cubicBezTo>
                      <a:pt x="445" y="1938"/>
                      <a:pt x="520" y="2000"/>
                      <a:pt x="601" y="2052"/>
                    </a:cubicBezTo>
                    <a:cubicBezTo>
                      <a:pt x="785" y="2172"/>
                      <a:pt x="996" y="2232"/>
                      <a:pt x="1209" y="2232"/>
                    </a:cubicBezTo>
                    <a:cubicBezTo>
                      <a:pt x="1418" y="2232"/>
                      <a:pt x="1628" y="2174"/>
                      <a:pt x="1812" y="2055"/>
                    </a:cubicBezTo>
                    <a:cubicBezTo>
                      <a:pt x="1861" y="2023"/>
                      <a:pt x="1910" y="1988"/>
                      <a:pt x="1956" y="1947"/>
                    </a:cubicBezTo>
                    <a:cubicBezTo>
                      <a:pt x="2340" y="1601"/>
                      <a:pt x="2427" y="1049"/>
                      <a:pt x="2203" y="610"/>
                    </a:cubicBezTo>
                    <a:lnTo>
                      <a:pt x="2203" y="609"/>
                    </a:lnTo>
                    <a:cubicBezTo>
                      <a:pt x="2159" y="525"/>
                      <a:pt x="2105" y="443"/>
                      <a:pt x="2038" y="369"/>
                    </a:cubicBezTo>
                    <a:cubicBezTo>
                      <a:pt x="1818" y="125"/>
                      <a:pt x="1514" y="1"/>
                      <a:pt x="1209"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6" name="Google Shape;3205;p39">
                <a:extLst>
                  <a:ext uri="{FF2B5EF4-FFF2-40B4-BE49-F238E27FC236}">
                    <a16:creationId xmlns:a16="http://schemas.microsoft.com/office/drawing/2014/main" id="{203D6CD9-4C77-DAA9-74BF-3244F63A6A93}"/>
                  </a:ext>
                </a:extLst>
              </p:cNvPr>
              <p:cNvSpPr/>
              <p:nvPr/>
            </p:nvSpPr>
            <p:spPr>
              <a:xfrm>
                <a:off x="5469850" y="712675"/>
                <a:ext cx="60675" cy="55825"/>
              </a:xfrm>
              <a:custGeom>
                <a:avLst/>
                <a:gdLst/>
                <a:ahLst/>
                <a:cxnLst/>
                <a:rect l="l" t="t" r="r" b="b"/>
                <a:pathLst>
                  <a:path w="2427" h="2233" extrusionOk="0">
                    <a:moveTo>
                      <a:pt x="1207" y="1"/>
                    </a:moveTo>
                    <a:cubicBezTo>
                      <a:pt x="941" y="1"/>
                      <a:pt x="674" y="96"/>
                      <a:pt x="461" y="288"/>
                    </a:cubicBezTo>
                    <a:cubicBezTo>
                      <a:pt x="415" y="329"/>
                      <a:pt x="375" y="373"/>
                      <a:pt x="338" y="419"/>
                    </a:cubicBezTo>
                    <a:cubicBezTo>
                      <a:pt x="1" y="839"/>
                      <a:pt x="6" y="1452"/>
                      <a:pt x="378" y="1864"/>
                    </a:cubicBezTo>
                    <a:cubicBezTo>
                      <a:pt x="445" y="1938"/>
                      <a:pt x="520" y="2000"/>
                      <a:pt x="599" y="2052"/>
                    </a:cubicBezTo>
                    <a:cubicBezTo>
                      <a:pt x="783" y="2172"/>
                      <a:pt x="996" y="2233"/>
                      <a:pt x="1209" y="2233"/>
                    </a:cubicBezTo>
                    <a:cubicBezTo>
                      <a:pt x="1418" y="2233"/>
                      <a:pt x="1627" y="2174"/>
                      <a:pt x="1811" y="2056"/>
                    </a:cubicBezTo>
                    <a:cubicBezTo>
                      <a:pt x="1861" y="2023"/>
                      <a:pt x="1910" y="1988"/>
                      <a:pt x="1955" y="1947"/>
                    </a:cubicBezTo>
                    <a:cubicBezTo>
                      <a:pt x="2339" y="1601"/>
                      <a:pt x="2427" y="1050"/>
                      <a:pt x="2201" y="611"/>
                    </a:cubicBezTo>
                    <a:cubicBezTo>
                      <a:pt x="2158" y="525"/>
                      <a:pt x="2104" y="445"/>
                      <a:pt x="2038" y="371"/>
                    </a:cubicBezTo>
                    <a:cubicBezTo>
                      <a:pt x="1817" y="126"/>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7" name="Google Shape;3206;p39">
                <a:extLst>
                  <a:ext uri="{FF2B5EF4-FFF2-40B4-BE49-F238E27FC236}">
                    <a16:creationId xmlns:a16="http://schemas.microsoft.com/office/drawing/2014/main" id="{8BB4B76A-F8FB-FD9B-D461-B9F5480021D7}"/>
                  </a:ext>
                </a:extLst>
              </p:cNvPr>
              <p:cNvSpPr/>
              <p:nvPr/>
            </p:nvSpPr>
            <p:spPr>
              <a:xfrm>
                <a:off x="5544550" y="795675"/>
                <a:ext cx="60675" cy="55825"/>
              </a:xfrm>
              <a:custGeom>
                <a:avLst/>
                <a:gdLst/>
                <a:ahLst/>
                <a:cxnLst/>
                <a:rect l="l" t="t" r="r" b="b"/>
                <a:pathLst>
                  <a:path w="2427" h="2233" extrusionOk="0">
                    <a:moveTo>
                      <a:pt x="1209" y="0"/>
                    </a:moveTo>
                    <a:cubicBezTo>
                      <a:pt x="942" y="0"/>
                      <a:pt x="675" y="95"/>
                      <a:pt x="462" y="287"/>
                    </a:cubicBezTo>
                    <a:cubicBezTo>
                      <a:pt x="416" y="327"/>
                      <a:pt x="375" y="373"/>
                      <a:pt x="339" y="419"/>
                    </a:cubicBezTo>
                    <a:cubicBezTo>
                      <a:pt x="1" y="838"/>
                      <a:pt x="8" y="1451"/>
                      <a:pt x="379" y="1864"/>
                    </a:cubicBezTo>
                    <a:cubicBezTo>
                      <a:pt x="445" y="1938"/>
                      <a:pt x="520" y="2000"/>
                      <a:pt x="601" y="2052"/>
                    </a:cubicBezTo>
                    <a:cubicBezTo>
                      <a:pt x="785" y="2172"/>
                      <a:pt x="996" y="2232"/>
                      <a:pt x="1209" y="2232"/>
                    </a:cubicBezTo>
                    <a:cubicBezTo>
                      <a:pt x="1418" y="2232"/>
                      <a:pt x="1628" y="2174"/>
                      <a:pt x="1812" y="2055"/>
                    </a:cubicBezTo>
                    <a:cubicBezTo>
                      <a:pt x="1861" y="2023"/>
                      <a:pt x="1910" y="1987"/>
                      <a:pt x="1956" y="1947"/>
                    </a:cubicBezTo>
                    <a:cubicBezTo>
                      <a:pt x="2340" y="1600"/>
                      <a:pt x="2427" y="1049"/>
                      <a:pt x="2203" y="609"/>
                    </a:cubicBezTo>
                    <a:cubicBezTo>
                      <a:pt x="2159" y="525"/>
                      <a:pt x="2105" y="443"/>
                      <a:pt x="2038" y="369"/>
                    </a:cubicBezTo>
                    <a:cubicBezTo>
                      <a:pt x="1818" y="125"/>
                      <a:pt x="1514" y="0"/>
                      <a:pt x="1209"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8" name="Google Shape;3207;p39">
                <a:extLst>
                  <a:ext uri="{FF2B5EF4-FFF2-40B4-BE49-F238E27FC236}">
                    <a16:creationId xmlns:a16="http://schemas.microsoft.com/office/drawing/2014/main" id="{04474816-9F58-717E-BFB3-879BA5D5C021}"/>
                  </a:ext>
                </a:extLst>
              </p:cNvPr>
              <p:cNvSpPr/>
              <p:nvPr/>
            </p:nvSpPr>
            <p:spPr>
              <a:xfrm>
                <a:off x="5581925" y="837150"/>
                <a:ext cx="60675" cy="55825"/>
              </a:xfrm>
              <a:custGeom>
                <a:avLst/>
                <a:gdLst/>
                <a:ahLst/>
                <a:cxnLst/>
                <a:rect l="l" t="t" r="r" b="b"/>
                <a:pathLst>
                  <a:path w="2427" h="2233" extrusionOk="0">
                    <a:moveTo>
                      <a:pt x="1208" y="1"/>
                    </a:moveTo>
                    <a:cubicBezTo>
                      <a:pt x="941" y="1"/>
                      <a:pt x="674" y="96"/>
                      <a:pt x="461" y="288"/>
                    </a:cubicBezTo>
                    <a:lnTo>
                      <a:pt x="460" y="287"/>
                    </a:lnTo>
                    <a:cubicBezTo>
                      <a:pt x="415" y="329"/>
                      <a:pt x="375" y="373"/>
                      <a:pt x="338" y="419"/>
                    </a:cubicBezTo>
                    <a:cubicBezTo>
                      <a:pt x="1" y="838"/>
                      <a:pt x="6" y="1451"/>
                      <a:pt x="379" y="1864"/>
                    </a:cubicBezTo>
                    <a:cubicBezTo>
                      <a:pt x="445" y="1938"/>
                      <a:pt x="520" y="2000"/>
                      <a:pt x="599" y="2052"/>
                    </a:cubicBezTo>
                    <a:cubicBezTo>
                      <a:pt x="783" y="2172"/>
                      <a:pt x="995" y="2232"/>
                      <a:pt x="1208" y="2232"/>
                    </a:cubicBezTo>
                    <a:cubicBezTo>
                      <a:pt x="1417" y="2232"/>
                      <a:pt x="1627" y="2174"/>
                      <a:pt x="1811" y="2056"/>
                    </a:cubicBezTo>
                    <a:cubicBezTo>
                      <a:pt x="1861" y="2024"/>
                      <a:pt x="1910" y="1988"/>
                      <a:pt x="1955" y="1947"/>
                    </a:cubicBezTo>
                    <a:cubicBezTo>
                      <a:pt x="2339" y="1602"/>
                      <a:pt x="2427" y="1049"/>
                      <a:pt x="2201" y="609"/>
                    </a:cubicBezTo>
                    <a:cubicBezTo>
                      <a:pt x="2158" y="526"/>
                      <a:pt x="2104" y="444"/>
                      <a:pt x="2038" y="370"/>
                    </a:cubicBezTo>
                    <a:cubicBezTo>
                      <a:pt x="1817" y="125"/>
                      <a:pt x="1513" y="1"/>
                      <a:pt x="1208"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9" name="Google Shape;3208;p39">
                <a:extLst>
                  <a:ext uri="{FF2B5EF4-FFF2-40B4-BE49-F238E27FC236}">
                    <a16:creationId xmlns:a16="http://schemas.microsoft.com/office/drawing/2014/main" id="{3BEBF767-4939-39DF-99EF-FF15C1CA2254}"/>
                  </a:ext>
                </a:extLst>
              </p:cNvPr>
              <p:cNvSpPr/>
              <p:nvPr/>
            </p:nvSpPr>
            <p:spPr>
              <a:xfrm>
                <a:off x="5619300" y="878650"/>
                <a:ext cx="60650" cy="55800"/>
              </a:xfrm>
              <a:custGeom>
                <a:avLst/>
                <a:gdLst/>
                <a:ahLst/>
                <a:cxnLst/>
                <a:rect l="l" t="t" r="r" b="b"/>
                <a:pathLst>
                  <a:path w="2426" h="2232" extrusionOk="0">
                    <a:moveTo>
                      <a:pt x="1206" y="0"/>
                    </a:moveTo>
                    <a:cubicBezTo>
                      <a:pt x="940" y="0"/>
                      <a:pt x="673" y="95"/>
                      <a:pt x="460" y="287"/>
                    </a:cubicBezTo>
                    <a:cubicBezTo>
                      <a:pt x="415" y="328"/>
                      <a:pt x="374" y="372"/>
                      <a:pt x="337" y="419"/>
                    </a:cubicBezTo>
                    <a:cubicBezTo>
                      <a:pt x="0" y="839"/>
                      <a:pt x="6" y="1452"/>
                      <a:pt x="377" y="1864"/>
                    </a:cubicBezTo>
                    <a:cubicBezTo>
                      <a:pt x="444" y="1938"/>
                      <a:pt x="519" y="2000"/>
                      <a:pt x="599" y="2052"/>
                    </a:cubicBezTo>
                    <a:cubicBezTo>
                      <a:pt x="783" y="2171"/>
                      <a:pt x="995" y="2232"/>
                      <a:pt x="1207" y="2232"/>
                    </a:cubicBezTo>
                    <a:cubicBezTo>
                      <a:pt x="1416" y="2232"/>
                      <a:pt x="1626" y="2173"/>
                      <a:pt x="1810" y="2055"/>
                    </a:cubicBezTo>
                    <a:cubicBezTo>
                      <a:pt x="1860" y="2023"/>
                      <a:pt x="1908" y="1988"/>
                      <a:pt x="1955" y="1947"/>
                    </a:cubicBezTo>
                    <a:cubicBezTo>
                      <a:pt x="2338" y="1601"/>
                      <a:pt x="2425" y="1048"/>
                      <a:pt x="2201" y="610"/>
                    </a:cubicBezTo>
                    <a:cubicBezTo>
                      <a:pt x="2157" y="525"/>
                      <a:pt x="2104" y="444"/>
                      <a:pt x="2036" y="370"/>
                    </a:cubicBezTo>
                    <a:cubicBezTo>
                      <a:pt x="1816" y="125"/>
                      <a:pt x="1512" y="0"/>
                      <a:pt x="1206"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0" name="Google Shape;3209;p39">
                <a:extLst>
                  <a:ext uri="{FF2B5EF4-FFF2-40B4-BE49-F238E27FC236}">
                    <a16:creationId xmlns:a16="http://schemas.microsoft.com/office/drawing/2014/main" id="{C04A4CE8-C013-F08B-731F-188A4573D2E0}"/>
                  </a:ext>
                </a:extLst>
              </p:cNvPr>
              <p:cNvSpPr/>
              <p:nvPr/>
            </p:nvSpPr>
            <p:spPr>
              <a:xfrm>
                <a:off x="5658925" y="920150"/>
                <a:ext cx="43475" cy="27600"/>
              </a:xfrm>
              <a:custGeom>
                <a:avLst/>
                <a:gdLst/>
                <a:ahLst/>
                <a:cxnLst/>
                <a:rect l="l" t="t" r="r" b="b"/>
                <a:pathLst>
                  <a:path w="1739" h="1104" extrusionOk="0">
                    <a:moveTo>
                      <a:pt x="1114" y="0"/>
                    </a:moveTo>
                    <a:cubicBezTo>
                      <a:pt x="848" y="0"/>
                      <a:pt x="582" y="95"/>
                      <a:pt x="369" y="287"/>
                    </a:cubicBezTo>
                    <a:cubicBezTo>
                      <a:pt x="323" y="328"/>
                      <a:pt x="283" y="372"/>
                      <a:pt x="246" y="418"/>
                    </a:cubicBezTo>
                    <a:cubicBezTo>
                      <a:pt x="86" y="617"/>
                      <a:pt x="4" y="859"/>
                      <a:pt x="1" y="1103"/>
                    </a:cubicBezTo>
                    <a:cubicBezTo>
                      <a:pt x="212" y="1007"/>
                      <a:pt x="413" y="911"/>
                      <a:pt x="604" y="816"/>
                    </a:cubicBezTo>
                    <a:cubicBezTo>
                      <a:pt x="1029" y="603"/>
                      <a:pt x="1405" y="394"/>
                      <a:pt x="1738" y="191"/>
                    </a:cubicBezTo>
                    <a:cubicBezTo>
                      <a:pt x="1551" y="64"/>
                      <a:pt x="1333" y="0"/>
                      <a:pt x="1114"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1" name="Google Shape;3210;p39">
                <a:extLst>
                  <a:ext uri="{FF2B5EF4-FFF2-40B4-BE49-F238E27FC236}">
                    <a16:creationId xmlns:a16="http://schemas.microsoft.com/office/drawing/2014/main" id="{41808B1A-BBB0-229A-F8E3-E9F1E0605379}"/>
                  </a:ext>
                </a:extLst>
              </p:cNvPr>
              <p:cNvSpPr/>
              <p:nvPr/>
            </p:nvSpPr>
            <p:spPr>
              <a:xfrm>
                <a:off x="5327200" y="549150"/>
                <a:ext cx="53875" cy="53400"/>
              </a:xfrm>
              <a:custGeom>
                <a:avLst/>
                <a:gdLst/>
                <a:ahLst/>
                <a:cxnLst/>
                <a:rect l="l" t="t" r="r" b="b"/>
                <a:pathLst>
                  <a:path w="2155" h="2136" extrusionOk="0">
                    <a:moveTo>
                      <a:pt x="1390" y="1"/>
                    </a:moveTo>
                    <a:cubicBezTo>
                      <a:pt x="1134" y="277"/>
                      <a:pt x="857" y="583"/>
                      <a:pt x="587" y="901"/>
                    </a:cubicBezTo>
                    <a:cubicBezTo>
                      <a:pt x="385" y="1140"/>
                      <a:pt x="185" y="1385"/>
                      <a:pt x="1" y="1628"/>
                    </a:cubicBezTo>
                    <a:cubicBezTo>
                      <a:pt x="33" y="1675"/>
                      <a:pt x="67" y="1723"/>
                      <a:pt x="107" y="1767"/>
                    </a:cubicBezTo>
                    <a:cubicBezTo>
                      <a:pt x="174" y="1842"/>
                      <a:pt x="249" y="1904"/>
                      <a:pt x="329" y="1956"/>
                    </a:cubicBezTo>
                    <a:cubicBezTo>
                      <a:pt x="513" y="2075"/>
                      <a:pt x="725" y="2136"/>
                      <a:pt x="937" y="2136"/>
                    </a:cubicBezTo>
                    <a:cubicBezTo>
                      <a:pt x="1146" y="2136"/>
                      <a:pt x="1356" y="2077"/>
                      <a:pt x="1540" y="1958"/>
                    </a:cubicBezTo>
                    <a:cubicBezTo>
                      <a:pt x="1590" y="1926"/>
                      <a:pt x="1639" y="1891"/>
                      <a:pt x="1684" y="1850"/>
                    </a:cubicBezTo>
                    <a:cubicBezTo>
                      <a:pt x="2069" y="1504"/>
                      <a:pt x="2155" y="953"/>
                      <a:pt x="1931" y="513"/>
                    </a:cubicBezTo>
                    <a:cubicBezTo>
                      <a:pt x="1888" y="428"/>
                      <a:pt x="1833" y="347"/>
                      <a:pt x="1767" y="273"/>
                    </a:cubicBezTo>
                    <a:cubicBezTo>
                      <a:pt x="1659" y="153"/>
                      <a:pt x="1530" y="62"/>
                      <a:pt x="1390"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2" name="Google Shape;3211;p39">
                <a:extLst>
                  <a:ext uri="{FF2B5EF4-FFF2-40B4-BE49-F238E27FC236}">
                    <a16:creationId xmlns:a16="http://schemas.microsoft.com/office/drawing/2014/main" id="{EB081B03-9C71-D0B6-FC2E-9ED44D5A2A9D}"/>
                  </a:ext>
                </a:extLst>
              </p:cNvPr>
              <p:cNvSpPr/>
              <p:nvPr/>
            </p:nvSpPr>
            <p:spPr>
              <a:xfrm>
                <a:off x="5301350" y="590425"/>
                <a:ext cx="38250" cy="49475"/>
              </a:xfrm>
              <a:custGeom>
                <a:avLst/>
                <a:gdLst/>
                <a:ahLst/>
                <a:cxnLst/>
                <a:rect l="l" t="t" r="r" b="b"/>
                <a:pathLst>
                  <a:path w="1530" h="1979" extrusionOk="0">
                    <a:moveTo>
                      <a:pt x="1017" y="0"/>
                    </a:moveTo>
                    <a:cubicBezTo>
                      <a:pt x="722" y="390"/>
                      <a:pt x="467" y="773"/>
                      <a:pt x="297" y="1116"/>
                    </a:cubicBezTo>
                    <a:cubicBezTo>
                      <a:pt x="254" y="1202"/>
                      <a:pt x="216" y="1285"/>
                      <a:pt x="184" y="1365"/>
                    </a:cubicBezTo>
                    <a:cubicBezTo>
                      <a:pt x="183" y="1369"/>
                      <a:pt x="182" y="1371"/>
                      <a:pt x="181" y="1374"/>
                    </a:cubicBezTo>
                    <a:cubicBezTo>
                      <a:pt x="121" y="1527"/>
                      <a:pt x="61" y="1718"/>
                      <a:pt x="1" y="1934"/>
                    </a:cubicBezTo>
                    <a:cubicBezTo>
                      <a:pt x="102" y="1964"/>
                      <a:pt x="207" y="1979"/>
                      <a:pt x="312" y="1979"/>
                    </a:cubicBezTo>
                    <a:cubicBezTo>
                      <a:pt x="521" y="1979"/>
                      <a:pt x="731" y="1920"/>
                      <a:pt x="914" y="1802"/>
                    </a:cubicBezTo>
                    <a:cubicBezTo>
                      <a:pt x="964" y="1770"/>
                      <a:pt x="1013" y="1734"/>
                      <a:pt x="1059" y="1694"/>
                    </a:cubicBezTo>
                    <a:cubicBezTo>
                      <a:pt x="1442" y="1348"/>
                      <a:pt x="1530" y="795"/>
                      <a:pt x="1305" y="357"/>
                    </a:cubicBezTo>
                    <a:cubicBezTo>
                      <a:pt x="1261" y="272"/>
                      <a:pt x="1208" y="190"/>
                      <a:pt x="1141" y="116"/>
                    </a:cubicBezTo>
                    <a:cubicBezTo>
                      <a:pt x="1102" y="74"/>
                      <a:pt x="1060" y="35"/>
                      <a:pt x="101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3" name="Google Shape;3212;p39">
                <a:extLst>
                  <a:ext uri="{FF2B5EF4-FFF2-40B4-BE49-F238E27FC236}">
                    <a16:creationId xmlns:a16="http://schemas.microsoft.com/office/drawing/2014/main" id="{45F3D032-D789-D8EA-5BE1-0948711E1A2D}"/>
                  </a:ext>
                </a:extLst>
              </p:cNvPr>
              <p:cNvSpPr/>
              <p:nvPr/>
            </p:nvSpPr>
            <p:spPr>
              <a:xfrm>
                <a:off x="5357775" y="588225"/>
                <a:ext cx="60675" cy="55825"/>
              </a:xfrm>
              <a:custGeom>
                <a:avLst/>
                <a:gdLst/>
                <a:ahLst/>
                <a:cxnLst/>
                <a:rect l="l" t="t" r="r" b="b"/>
                <a:pathLst>
                  <a:path w="2427" h="2233" extrusionOk="0">
                    <a:moveTo>
                      <a:pt x="1208" y="0"/>
                    </a:moveTo>
                    <a:cubicBezTo>
                      <a:pt x="942" y="0"/>
                      <a:pt x="675" y="95"/>
                      <a:pt x="461" y="287"/>
                    </a:cubicBezTo>
                    <a:cubicBezTo>
                      <a:pt x="416" y="328"/>
                      <a:pt x="375" y="373"/>
                      <a:pt x="339" y="419"/>
                    </a:cubicBezTo>
                    <a:cubicBezTo>
                      <a:pt x="1" y="838"/>
                      <a:pt x="7" y="1451"/>
                      <a:pt x="378" y="1864"/>
                    </a:cubicBezTo>
                    <a:cubicBezTo>
                      <a:pt x="445" y="1938"/>
                      <a:pt x="520" y="2000"/>
                      <a:pt x="601" y="2052"/>
                    </a:cubicBezTo>
                    <a:cubicBezTo>
                      <a:pt x="784" y="2172"/>
                      <a:pt x="996" y="2232"/>
                      <a:pt x="1209" y="2232"/>
                    </a:cubicBezTo>
                    <a:cubicBezTo>
                      <a:pt x="1418" y="2232"/>
                      <a:pt x="1627" y="2174"/>
                      <a:pt x="1811" y="2056"/>
                    </a:cubicBezTo>
                    <a:cubicBezTo>
                      <a:pt x="1861" y="2022"/>
                      <a:pt x="1910" y="1987"/>
                      <a:pt x="1955" y="1946"/>
                    </a:cubicBezTo>
                    <a:cubicBezTo>
                      <a:pt x="2339" y="1600"/>
                      <a:pt x="2427" y="1049"/>
                      <a:pt x="2201" y="609"/>
                    </a:cubicBezTo>
                    <a:cubicBezTo>
                      <a:pt x="2158" y="524"/>
                      <a:pt x="2105" y="444"/>
                      <a:pt x="2038" y="370"/>
                    </a:cubicBezTo>
                    <a:cubicBezTo>
                      <a:pt x="1818" y="125"/>
                      <a:pt x="1514" y="0"/>
                      <a:pt x="1208"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4" name="Google Shape;3213;p39">
                <a:extLst>
                  <a:ext uri="{FF2B5EF4-FFF2-40B4-BE49-F238E27FC236}">
                    <a16:creationId xmlns:a16="http://schemas.microsoft.com/office/drawing/2014/main" id="{838D262F-5D90-E513-C015-A4AA4B613ED9}"/>
                  </a:ext>
                </a:extLst>
              </p:cNvPr>
              <p:cNvSpPr/>
              <p:nvPr/>
            </p:nvSpPr>
            <p:spPr>
              <a:xfrm>
                <a:off x="5395150" y="629700"/>
                <a:ext cx="60650" cy="55825"/>
              </a:xfrm>
              <a:custGeom>
                <a:avLst/>
                <a:gdLst/>
                <a:ahLst/>
                <a:cxnLst/>
                <a:rect l="l" t="t" r="r" b="b"/>
                <a:pathLst>
                  <a:path w="2426" h="2233" extrusionOk="0">
                    <a:moveTo>
                      <a:pt x="1208" y="1"/>
                    </a:moveTo>
                    <a:cubicBezTo>
                      <a:pt x="941" y="1"/>
                      <a:pt x="674" y="96"/>
                      <a:pt x="460" y="288"/>
                    </a:cubicBezTo>
                    <a:cubicBezTo>
                      <a:pt x="415" y="329"/>
                      <a:pt x="375" y="373"/>
                      <a:pt x="337" y="420"/>
                    </a:cubicBezTo>
                    <a:cubicBezTo>
                      <a:pt x="0" y="838"/>
                      <a:pt x="6" y="1452"/>
                      <a:pt x="378" y="1865"/>
                    </a:cubicBezTo>
                    <a:cubicBezTo>
                      <a:pt x="444" y="1939"/>
                      <a:pt x="520" y="2001"/>
                      <a:pt x="599" y="2053"/>
                    </a:cubicBezTo>
                    <a:cubicBezTo>
                      <a:pt x="783" y="2172"/>
                      <a:pt x="995" y="2233"/>
                      <a:pt x="1208" y="2233"/>
                    </a:cubicBezTo>
                    <a:cubicBezTo>
                      <a:pt x="1417" y="2233"/>
                      <a:pt x="1627" y="2174"/>
                      <a:pt x="1811" y="2056"/>
                    </a:cubicBezTo>
                    <a:cubicBezTo>
                      <a:pt x="1861" y="2024"/>
                      <a:pt x="1909" y="1989"/>
                      <a:pt x="1955" y="1948"/>
                    </a:cubicBezTo>
                    <a:cubicBezTo>
                      <a:pt x="2339" y="1602"/>
                      <a:pt x="2425" y="1049"/>
                      <a:pt x="2201" y="610"/>
                    </a:cubicBezTo>
                    <a:cubicBezTo>
                      <a:pt x="2158" y="526"/>
                      <a:pt x="2104" y="444"/>
                      <a:pt x="2037" y="370"/>
                    </a:cubicBezTo>
                    <a:cubicBezTo>
                      <a:pt x="1817" y="125"/>
                      <a:pt x="1513" y="1"/>
                      <a:pt x="1208"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5" name="Google Shape;3214;p39">
                <a:extLst>
                  <a:ext uri="{FF2B5EF4-FFF2-40B4-BE49-F238E27FC236}">
                    <a16:creationId xmlns:a16="http://schemas.microsoft.com/office/drawing/2014/main" id="{E380593A-2E92-7962-F573-FBC0BB37E678}"/>
                  </a:ext>
                </a:extLst>
              </p:cNvPr>
              <p:cNvSpPr/>
              <p:nvPr/>
            </p:nvSpPr>
            <p:spPr>
              <a:xfrm>
                <a:off x="5391000" y="708550"/>
                <a:ext cx="60675" cy="55825"/>
              </a:xfrm>
              <a:custGeom>
                <a:avLst/>
                <a:gdLst/>
                <a:ahLst/>
                <a:cxnLst/>
                <a:rect l="l" t="t" r="r" b="b"/>
                <a:pathLst>
                  <a:path w="2427" h="2233" extrusionOk="0">
                    <a:moveTo>
                      <a:pt x="1208" y="1"/>
                    </a:moveTo>
                    <a:cubicBezTo>
                      <a:pt x="942" y="1"/>
                      <a:pt x="675" y="95"/>
                      <a:pt x="461" y="287"/>
                    </a:cubicBezTo>
                    <a:cubicBezTo>
                      <a:pt x="416" y="328"/>
                      <a:pt x="375" y="373"/>
                      <a:pt x="339" y="420"/>
                    </a:cubicBezTo>
                    <a:cubicBezTo>
                      <a:pt x="1" y="838"/>
                      <a:pt x="7" y="1452"/>
                      <a:pt x="378" y="1865"/>
                    </a:cubicBezTo>
                    <a:cubicBezTo>
                      <a:pt x="445" y="1939"/>
                      <a:pt x="520" y="2001"/>
                      <a:pt x="601" y="2053"/>
                    </a:cubicBezTo>
                    <a:cubicBezTo>
                      <a:pt x="784" y="2172"/>
                      <a:pt x="996" y="2233"/>
                      <a:pt x="1209" y="2233"/>
                    </a:cubicBezTo>
                    <a:cubicBezTo>
                      <a:pt x="1418" y="2233"/>
                      <a:pt x="1627" y="2174"/>
                      <a:pt x="1811" y="2056"/>
                    </a:cubicBezTo>
                    <a:cubicBezTo>
                      <a:pt x="1861" y="2024"/>
                      <a:pt x="1910" y="1989"/>
                      <a:pt x="1956" y="1947"/>
                    </a:cubicBezTo>
                    <a:cubicBezTo>
                      <a:pt x="2339" y="1601"/>
                      <a:pt x="2427" y="1050"/>
                      <a:pt x="2202" y="610"/>
                    </a:cubicBezTo>
                    <a:lnTo>
                      <a:pt x="2201" y="610"/>
                    </a:lnTo>
                    <a:cubicBezTo>
                      <a:pt x="2158" y="525"/>
                      <a:pt x="2105" y="444"/>
                      <a:pt x="2038" y="370"/>
                    </a:cubicBezTo>
                    <a:cubicBezTo>
                      <a:pt x="1818" y="125"/>
                      <a:pt x="1514" y="1"/>
                      <a:pt x="1208"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6" name="Google Shape;3215;p39">
                <a:extLst>
                  <a:ext uri="{FF2B5EF4-FFF2-40B4-BE49-F238E27FC236}">
                    <a16:creationId xmlns:a16="http://schemas.microsoft.com/office/drawing/2014/main" id="{5FFF6CEA-C00A-9782-7758-7C3BA3701474}"/>
                  </a:ext>
                </a:extLst>
              </p:cNvPr>
              <p:cNvSpPr/>
              <p:nvPr/>
            </p:nvSpPr>
            <p:spPr>
              <a:xfrm>
                <a:off x="5428375" y="750025"/>
                <a:ext cx="60650" cy="55850"/>
              </a:xfrm>
              <a:custGeom>
                <a:avLst/>
                <a:gdLst/>
                <a:ahLst/>
                <a:cxnLst/>
                <a:rect l="l" t="t" r="r" b="b"/>
                <a:pathLst>
                  <a:path w="2426" h="2234" extrusionOk="0">
                    <a:moveTo>
                      <a:pt x="1207" y="1"/>
                    </a:moveTo>
                    <a:cubicBezTo>
                      <a:pt x="941" y="1"/>
                      <a:pt x="673" y="96"/>
                      <a:pt x="460" y="288"/>
                    </a:cubicBezTo>
                    <a:cubicBezTo>
                      <a:pt x="415" y="330"/>
                      <a:pt x="375" y="374"/>
                      <a:pt x="337" y="420"/>
                    </a:cubicBezTo>
                    <a:cubicBezTo>
                      <a:pt x="0" y="839"/>
                      <a:pt x="6" y="1452"/>
                      <a:pt x="378" y="1865"/>
                    </a:cubicBezTo>
                    <a:cubicBezTo>
                      <a:pt x="444" y="1939"/>
                      <a:pt x="520" y="2001"/>
                      <a:pt x="599" y="2053"/>
                    </a:cubicBezTo>
                    <a:cubicBezTo>
                      <a:pt x="783" y="2173"/>
                      <a:pt x="995" y="2233"/>
                      <a:pt x="1208" y="2233"/>
                    </a:cubicBezTo>
                    <a:cubicBezTo>
                      <a:pt x="1417" y="2233"/>
                      <a:pt x="1627" y="2175"/>
                      <a:pt x="1811" y="2056"/>
                    </a:cubicBezTo>
                    <a:cubicBezTo>
                      <a:pt x="1861" y="2024"/>
                      <a:pt x="1909" y="1989"/>
                      <a:pt x="1955" y="1948"/>
                    </a:cubicBezTo>
                    <a:cubicBezTo>
                      <a:pt x="2339" y="1602"/>
                      <a:pt x="2425" y="1050"/>
                      <a:pt x="2201" y="610"/>
                    </a:cubicBezTo>
                    <a:cubicBezTo>
                      <a:pt x="2158" y="526"/>
                      <a:pt x="2104" y="444"/>
                      <a:pt x="2037" y="370"/>
                    </a:cubicBezTo>
                    <a:cubicBezTo>
                      <a:pt x="1817" y="125"/>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7" name="Google Shape;3216;p39">
                <a:extLst>
                  <a:ext uri="{FF2B5EF4-FFF2-40B4-BE49-F238E27FC236}">
                    <a16:creationId xmlns:a16="http://schemas.microsoft.com/office/drawing/2014/main" id="{9451084E-C340-1CE9-4B09-923BAFCE744B}"/>
                  </a:ext>
                </a:extLst>
              </p:cNvPr>
              <p:cNvSpPr/>
              <p:nvPr/>
            </p:nvSpPr>
            <p:spPr>
              <a:xfrm>
                <a:off x="5503075" y="833025"/>
                <a:ext cx="60675" cy="55825"/>
              </a:xfrm>
              <a:custGeom>
                <a:avLst/>
                <a:gdLst/>
                <a:ahLst/>
                <a:cxnLst/>
                <a:rect l="l" t="t" r="r" b="b"/>
                <a:pathLst>
                  <a:path w="2427" h="2233" extrusionOk="0">
                    <a:moveTo>
                      <a:pt x="1208" y="1"/>
                    </a:moveTo>
                    <a:cubicBezTo>
                      <a:pt x="942" y="1"/>
                      <a:pt x="674" y="95"/>
                      <a:pt x="461" y="287"/>
                    </a:cubicBezTo>
                    <a:cubicBezTo>
                      <a:pt x="415" y="328"/>
                      <a:pt x="375" y="372"/>
                      <a:pt x="338" y="419"/>
                    </a:cubicBezTo>
                    <a:cubicBezTo>
                      <a:pt x="1" y="839"/>
                      <a:pt x="6" y="1452"/>
                      <a:pt x="378" y="1864"/>
                    </a:cubicBezTo>
                    <a:cubicBezTo>
                      <a:pt x="445" y="1938"/>
                      <a:pt x="520" y="2000"/>
                      <a:pt x="599" y="2052"/>
                    </a:cubicBezTo>
                    <a:cubicBezTo>
                      <a:pt x="783" y="2171"/>
                      <a:pt x="996" y="2232"/>
                      <a:pt x="1209" y="2232"/>
                    </a:cubicBezTo>
                    <a:cubicBezTo>
                      <a:pt x="1418" y="2232"/>
                      <a:pt x="1627" y="2174"/>
                      <a:pt x="1811" y="2055"/>
                    </a:cubicBezTo>
                    <a:cubicBezTo>
                      <a:pt x="1861" y="2023"/>
                      <a:pt x="1910" y="1987"/>
                      <a:pt x="1955" y="1947"/>
                    </a:cubicBezTo>
                    <a:cubicBezTo>
                      <a:pt x="2339" y="1601"/>
                      <a:pt x="2427" y="1050"/>
                      <a:pt x="2201" y="610"/>
                    </a:cubicBezTo>
                    <a:cubicBezTo>
                      <a:pt x="2158" y="525"/>
                      <a:pt x="2104" y="444"/>
                      <a:pt x="2038" y="370"/>
                    </a:cubicBezTo>
                    <a:cubicBezTo>
                      <a:pt x="1818" y="125"/>
                      <a:pt x="1513" y="1"/>
                      <a:pt x="1208"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8" name="Google Shape;3217;p39">
                <a:extLst>
                  <a:ext uri="{FF2B5EF4-FFF2-40B4-BE49-F238E27FC236}">
                    <a16:creationId xmlns:a16="http://schemas.microsoft.com/office/drawing/2014/main" id="{00939C4E-D0EE-DB69-B999-B426D1CF8FC2}"/>
                  </a:ext>
                </a:extLst>
              </p:cNvPr>
              <p:cNvSpPr/>
              <p:nvPr/>
            </p:nvSpPr>
            <p:spPr>
              <a:xfrm>
                <a:off x="5507225" y="754175"/>
                <a:ext cx="60650" cy="55825"/>
              </a:xfrm>
              <a:custGeom>
                <a:avLst/>
                <a:gdLst/>
                <a:ahLst/>
                <a:cxnLst/>
                <a:rect l="l" t="t" r="r" b="b"/>
                <a:pathLst>
                  <a:path w="2426" h="2233" extrusionOk="0">
                    <a:moveTo>
                      <a:pt x="1207" y="1"/>
                    </a:moveTo>
                    <a:cubicBezTo>
                      <a:pt x="941" y="1"/>
                      <a:pt x="673" y="95"/>
                      <a:pt x="460" y="287"/>
                    </a:cubicBezTo>
                    <a:cubicBezTo>
                      <a:pt x="415" y="328"/>
                      <a:pt x="375" y="373"/>
                      <a:pt x="337" y="419"/>
                    </a:cubicBezTo>
                    <a:cubicBezTo>
                      <a:pt x="0" y="839"/>
                      <a:pt x="6" y="1452"/>
                      <a:pt x="377" y="1864"/>
                    </a:cubicBezTo>
                    <a:cubicBezTo>
                      <a:pt x="444" y="1939"/>
                      <a:pt x="520" y="2001"/>
                      <a:pt x="599" y="2053"/>
                    </a:cubicBezTo>
                    <a:cubicBezTo>
                      <a:pt x="783" y="2172"/>
                      <a:pt x="995" y="2232"/>
                      <a:pt x="1208" y="2232"/>
                    </a:cubicBezTo>
                    <a:cubicBezTo>
                      <a:pt x="1417" y="2232"/>
                      <a:pt x="1627" y="2174"/>
                      <a:pt x="1811" y="2055"/>
                    </a:cubicBezTo>
                    <a:lnTo>
                      <a:pt x="1810" y="2055"/>
                    </a:lnTo>
                    <a:cubicBezTo>
                      <a:pt x="1861" y="2023"/>
                      <a:pt x="1909" y="1987"/>
                      <a:pt x="1955" y="1947"/>
                    </a:cubicBezTo>
                    <a:cubicBezTo>
                      <a:pt x="2339" y="1601"/>
                      <a:pt x="2425" y="1050"/>
                      <a:pt x="2201" y="610"/>
                    </a:cubicBezTo>
                    <a:cubicBezTo>
                      <a:pt x="2158" y="525"/>
                      <a:pt x="2104" y="444"/>
                      <a:pt x="2038" y="370"/>
                    </a:cubicBezTo>
                    <a:cubicBezTo>
                      <a:pt x="1817" y="125"/>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9" name="Google Shape;3218;p39">
                <a:extLst>
                  <a:ext uri="{FF2B5EF4-FFF2-40B4-BE49-F238E27FC236}">
                    <a16:creationId xmlns:a16="http://schemas.microsoft.com/office/drawing/2014/main" id="{276D4053-4A95-0B93-EF92-1D0FD35F1D21}"/>
                  </a:ext>
                </a:extLst>
              </p:cNvPr>
              <p:cNvSpPr/>
              <p:nvPr/>
            </p:nvSpPr>
            <p:spPr>
              <a:xfrm>
                <a:off x="5540450" y="874525"/>
                <a:ext cx="60650" cy="55800"/>
              </a:xfrm>
              <a:custGeom>
                <a:avLst/>
                <a:gdLst/>
                <a:ahLst/>
                <a:cxnLst/>
                <a:rect l="l" t="t" r="r" b="b"/>
                <a:pathLst>
                  <a:path w="2426" h="2232" extrusionOk="0">
                    <a:moveTo>
                      <a:pt x="1207" y="0"/>
                    </a:moveTo>
                    <a:cubicBezTo>
                      <a:pt x="941" y="0"/>
                      <a:pt x="673" y="95"/>
                      <a:pt x="460" y="287"/>
                    </a:cubicBezTo>
                    <a:cubicBezTo>
                      <a:pt x="415" y="327"/>
                      <a:pt x="375" y="373"/>
                      <a:pt x="337" y="418"/>
                    </a:cubicBezTo>
                    <a:cubicBezTo>
                      <a:pt x="0" y="838"/>
                      <a:pt x="6" y="1451"/>
                      <a:pt x="377" y="1863"/>
                    </a:cubicBezTo>
                    <a:cubicBezTo>
                      <a:pt x="444" y="1938"/>
                      <a:pt x="520" y="2000"/>
                      <a:pt x="599" y="2052"/>
                    </a:cubicBezTo>
                    <a:cubicBezTo>
                      <a:pt x="783" y="2171"/>
                      <a:pt x="995" y="2232"/>
                      <a:pt x="1208" y="2232"/>
                    </a:cubicBezTo>
                    <a:cubicBezTo>
                      <a:pt x="1417" y="2232"/>
                      <a:pt x="1627" y="2173"/>
                      <a:pt x="1811" y="2054"/>
                    </a:cubicBezTo>
                    <a:cubicBezTo>
                      <a:pt x="1861" y="2022"/>
                      <a:pt x="1909" y="1987"/>
                      <a:pt x="1955" y="1946"/>
                    </a:cubicBezTo>
                    <a:cubicBezTo>
                      <a:pt x="2339" y="1600"/>
                      <a:pt x="2425" y="1049"/>
                      <a:pt x="2201" y="609"/>
                    </a:cubicBezTo>
                    <a:cubicBezTo>
                      <a:pt x="2158" y="524"/>
                      <a:pt x="2104" y="443"/>
                      <a:pt x="2038" y="369"/>
                    </a:cubicBezTo>
                    <a:cubicBezTo>
                      <a:pt x="1817" y="125"/>
                      <a:pt x="1512"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0" name="Google Shape;3219;p39">
                <a:extLst>
                  <a:ext uri="{FF2B5EF4-FFF2-40B4-BE49-F238E27FC236}">
                    <a16:creationId xmlns:a16="http://schemas.microsoft.com/office/drawing/2014/main" id="{C06D3A4B-1F27-1929-E82B-FED96820A1BE}"/>
                  </a:ext>
                </a:extLst>
              </p:cNvPr>
              <p:cNvSpPr/>
              <p:nvPr/>
            </p:nvSpPr>
            <p:spPr>
              <a:xfrm>
                <a:off x="5577775" y="916000"/>
                <a:ext cx="59675" cy="54575"/>
              </a:xfrm>
              <a:custGeom>
                <a:avLst/>
                <a:gdLst/>
                <a:ahLst/>
                <a:cxnLst/>
                <a:rect l="l" t="t" r="r" b="b"/>
                <a:pathLst>
                  <a:path w="2387" h="2183" extrusionOk="0">
                    <a:moveTo>
                      <a:pt x="1209" y="0"/>
                    </a:moveTo>
                    <a:cubicBezTo>
                      <a:pt x="942" y="0"/>
                      <a:pt x="675" y="95"/>
                      <a:pt x="462" y="287"/>
                    </a:cubicBezTo>
                    <a:cubicBezTo>
                      <a:pt x="416" y="328"/>
                      <a:pt x="375" y="373"/>
                      <a:pt x="339" y="419"/>
                    </a:cubicBezTo>
                    <a:cubicBezTo>
                      <a:pt x="1" y="838"/>
                      <a:pt x="8" y="1451"/>
                      <a:pt x="379" y="1864"/>
                    </a:cubicBezTo>
                    <a:cubicBezTo>
                      <a:pt x="445" y="1939"/>
                      <a:pt x="520" y="2000"/>
                      <a:pt x="601" y="2052"/>
                    </a:cubicBezTo>
                    <a:cubicBezTo>
                      <a:pt x="688" y="2109"/>
                      <a:pt x="782" y="2153"/>
                      <a:pt x="880" y="2183"/>
                    </a:cubicBezTo>
                    <a:cubicBezTo>
                      <a:pt x="948" y="2165"/>
                      <a:pt x="1016" y="2147"/>
                      <a:pt x="1085" y="2129"/>
                    </a:cubicBezTo>
                    <a:lnTo>
                      <a:pt x="1091" y="2127"/>
                    </a:lnTo>
                    <a:cubicBezTo>
                      <a:pt x="1267" y="2066"/>
                      <a:pt x="1439" y="2005"/>
                      <a:pt x="1605" y="1943"/>
                    </a:cubicBezTo>
                    <a:cubicBezTo>
                      <a:pt x="1633" y="1933"/>
                      <a:pt x="1658" y="1923"/>
                      <a:pt x="1685" y="1914"/>
                    </a:cubicBezTo>
                    <a:cubicBezTo>
                      <a:pt x="1734" y="1895"/>
                      <a:pt x="1784" y="1877"/>
                      <a:pt x="1834" y="1859"/>
                    </a:cubicBezTo>
                    <a:cubicBezTo>
                      <a:pt x="1891" y="1837"/>
                      <a:pt x="1948" y="1815"/>
                      <a:pt x="2004" y="1794"/>
                    </a:cubicBezTo>
                    <a:cubicBezTo>
                      <a:pt x="2048" y="1776"/>
                      <a:pt x="2089" y="1760"/>
                      <a:pt x="2132" y="1742"/>
                    </a:cubicBezTo>
                    <a:cubicBezTo>
                      <a:pt x="2361" y="1406"/>
                      <a:pt x="2386" y="971"/>
                      <a:pt x="2203" y="610"/>
                    </a:cubicBezTo>
                    <a:cubicBezTo>
                      <a:pt x="2159" y="524"/>
                      <a:pt x="2105" y="444"/>
                      <a:pt x="2038" y="370"/>
                    </a:cubicBezTo>
                    <a:cubicBezTo>
                      <a:pt x="1818" y="125"/>
                      <a:pt x="1514" y="0"/>
                      <a:pt x="1209"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1" name="Google Shape;3220;p39">
                <a:extLst>
                  <a:ext uri="{FF2B5EF4-FFF2-40B4-BE49-F238E27FC236}">
                    <a16:creationId xmlns:a16="http://schemas.microsoft.com/office/drawing/2014/main" id="{EEEA5156-8910-945B-B191-5ECB33034442}"/>
                  </a:ext>
                </a:extLst>
              </p:cNvPr>
              <p:cNvSpPr/>
              <p:nvPr/>
            </p:nvSpPr>
            <p:spPr>
              <a:xfrm>
                <a:off x="5316300" y="625575"/>
                <a:ext cx="60675" cy="55825"/>
              </a:xfrm>
              <a:custGeom>
                <a:avLst/>
                <a:gdLst/>
                <a:ahLst/>
                <a:cxnLst/>
                <a:rect l="l" t="t" r="r" b="b"/>
                <a:pathLst>
                  <a:path w="2427" h="2233" extrusionOk="0">
                    <a:moveTo>
                      <a:pt x="1207" y="1"/>
                    </a:moveTo>
                    <a:cubicBezTo>
                      <a:pt x="941" y="1"/>
                      <a:pt x="674" y="95"/>
                      <a:pt x="461" y="288"/>
                    </a:cubicBezTo>
                    <a:cubicBezTo>
                      <a:pt x="415" y="328"/>
                      <a:pt x="375" y="373"/>
                      <a:pt x="337" y="419"/>
                    </a:cubicBezTo>
                    <a:cubicBezTo>
                      <a:pt x="0" y="839"/>
                      <a:pt x="6" y="1452"/>
                      <a:pt x="378" y="1864"/>
                    </a:cubicBezTo>
                    <a:cubicBezTo>
                      <a:pt x="444" y="1938"/>
                      <a:pt x="520" y="2000"/>
                      <a:pt x="599" y="2052"/>
                    </a:cubicBezTo>
                    <a:cubicBezTo>
                      <a:pt x="783" y="2172"/>
                      <a:pt x="995" y="2233"/>
                      <a:pt x="1208" y="2233"/>
                    </a:cubicBezTo>
                    <a:cubicBezTo>
                      <a:pt x="1417" y="2233"/>
                      <a:pt x="1627" y="2174"/>
                      <a:pt x="1811" y="2055"/>
                    </a:cubicBezTo>
                    <a:cubicBezTo>
                      <a:pt x="1861" y="2023"/>
                      <a:pt x="1909" y="1988"/>
                      <a:pt x="1955" y="1947"/>
                    </a:cubicBezTo>
                    <a:cubicBezTo>
                      <a:pt x="2339" y="1601"/>
                      <a:pt x="2426" y="1049"/>
                      <a:pt x="2201" y="610"/>
                    </a:cubicBezTo>
                    <a:cubicBezTo>
                      <a:pt x="2158" y="525"/>
                      <a:pt x="2104" y="444"/>
                      <a:pt x="2037" y="370"/>
                    </a:cubicBezTo>
                    <a:cubicBezTo>
                      <a:pt x="1817" y="125"/>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2" name="Google Shape;3221;p39">
                <a:extLst>
                  <a:ext uri="{FF2B5EF4-FFF2-40B4-BE49-F238E27FC236}">
                    <a16:creationId xmlns:a16="http://schemas.microsoft.com/office/drawing/2014/main" id="{6D4F8B0D-888F-F501-6191-ABF8BF6E81D1}"/>
                  </a:ext>
                </a:extLst>
              </p:cNvPr>
              <p:cNvSpPr/>
              <p:nvPr/>
            </p:nvSpPr>
            <p:spPr>
              <a:xfrm>
                <a:off x="5286325" y="662950"/>
                <a:ext cx="49125" cy="55800"/>
              </a:xfrm>
              <a:custGeom>
                <a:avLst/>
                <a:gdLst/>
                <a:ahLst/>
                <a:cxnLst/>
                <a:rect l="l" t="t" r="r" b="b"/>
                <a:pathLst>
                  <a:path w="1965" h="2232" extrusionOk="0">
                    <a:moveTo>
                      <a:pt x="748" y="1"/>
                    </a:moveTo>
                    <a:cubicBezTo>
                      <a:pt x="615" y="1"/>
                      <a:pt x="481" y="25"/>
                      <a:pt x="353" y="73"/>
                    </a:cubicBezTo>
                    <a:cubicBezTo>
                      <a:pt x="304" y="302"/>
                      <a:pt x="256" y="541"/>
                      <a:pt x="208" y="787"/>
                    </a:cubicBezTo>
                    <a:cubicBezTo>
                      <a:pt x="137" y="1167"/>
                      <a:pt x="66" y="1559"/>
                      <a:pt x="1" y="1947"/>
                    </a:cubicBezTo>
                    <a:cubicBezTo>
                      <a:pt x="44" y="1985"/>
                      <a:pt x="90" y="2020"/>
                      <a:pt x="139" y="2052"/>
                    </a:cubicBezTo>
                    <a:cubicBezTo>
                      <a:pt x="323" y="2171"/>
                      <a:pt x="535" y="2232"/>
                      <a:pt x="747" y="2232"/>
                    </a:cubicBezTo>
                    <a:cubicBezTo>
                      <a:pt x="957" y="2232"/>
                      <a:pt x="1167" y="2173"/>
                      <a:pt x="1351" y="2055"/>
                    </a:cubicBezTo>
                    <a:cubicBezTo>
                      <a:pt x="1400" y="2023"/>
                      <a:pt x="1449" y="1988"/>
                      <a:pt x="1494" y="1946"/>
                    </a:cubicBezTo>
                    <a:cubicBezTo>
                      <a:pt x="1879" y="1600"/>
                      <a:pt x="1965" y="1048"/>
                      <a:pt x="1741" y="609"/>
                    </a:cubicBezTo>
                    <a:cubicBezTo>
                      <a:pt x="1698" y="525"/>
                      <a:pt x="1643" y="443"/>
                      <a:pt x="1577" y="369"/>
                    </a:cubicBezTo>
                    <a:cubicBezTo>
                      <a:pt x="1357" y="125"/>
                      <a:pt x="1053" y="1"/>
                      <a:pt x="748"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3" name="Google Shape;3222;p39">
                <a:extLst>
                  <a:ext uri="{FF2B5EF4-FFF2-40B4-BE49-F238E27FC236}">
                    <a16:creationId xmlns:a16="http://schemas.microsoft.com/office/drawing/2014/main" id="{DC180CB7-C260-65F3-7F9C-6862FDDC70F5}"/>
                  </a:ext>
                </a:extLst>
              </p:cNvPr>
              <p:cNvSpPr/>
              <p:nvPr/>
            </p:nvSpPr>
            <p:spPr>
              <a:xfrm>
                <a:off x="5353675" y="667075"/>
                <a:ext cx="60625" cy="55825"/>
              </a:xfrm>
              <a:custGeom>
                <a:avLst/>
                <a:gdLst/>
                <a:ahLst/>
                <a:cxnLst/>
                <a:rect l="l" t="t" r="r" b="b"/>
                <a:pathLst>
                  <a:path w="2425" h="2233" extrusionOk="0">
                    <a:moveTo>
                      <a:pt x="1207" y="0"/>
                    </a:moveTo>
                    <a:cubicBezTo>
                      <a:pt x="940" y="0"/>
                      <a:pt x="673" y="95"/>
                      <a:pt x="460" y="287"/>
                    </a:cubicBezTo>
                    <a:cubicBezTo>
                      <a:pt x="414" y="328"/>
                      <a:pt x="375" y="373"/>
                      <a:pt x="337" y="419"/>
                    </a:cubicBezTo>
                    <a:cubicBezTo>
                      <a:pt x="0" y="838"/>
                      <a:pt x="6" y="1451"/>
                      <a:pt x="377" y="1864"/>
                    </a:cubicBezTo>
                    <a:cubicBezTo>
                      <a:pt x="444" y="1939"/>
                      <a:pt x="519" y="2000"/>
                      <a:pt x="599" y="2052"/>
                    </a:cubicBezTo>
                    <a:cubicBezTo>
                      <a:pt x="783" y="2172"/>
                      <a:pt x="995" y="2233"/>
                      <a:pt x="1207" y="2233"/>
                    </a:cubicBezTo>
                    <a:cubicBezTo>
                      <a:pt x="1416" y="2233"/>
                      <a:pt x="1626" y="2174"/>
                      <a:pt x="1810" y="2056"/>
                    </a:cubicBezTo>
                    <a:lnTo>
                      <a:pt x="1810" y="2054"/>
                    </a:lnTo>
                    <a:cubicBezTo>
                      <a:pt x="1860" y="2022"/>
                      <a:pt x="1908" y="1987"/>
                      <a:pt x="1954" y="1946"/>
                    </a:cubicBezTo>
                    <a:cubicBezTo>
                      <a:pt x="2339" y="1600"/>
                      <a:pt x="2425" y="1049"/>
                      <a:pt x="2201" y="610"/>
                    </a:cubicBezTo>
                    <a:cubicBezTo>
                      <a:pt x="2158" y="524"/>
                      <a:pt x="2103" y="444"/>
                      <a:pt x="2037" y="370"/>
                    </a:cubicBezTo>
                    <a:cubicBezTo>
                      <a:pt x="1816" y="125"/>
                      <a:pt x="1512"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4" name="Google Shape;3223;p39">
                <a:extLst>
                  <a:ext uri="{FF2B5EF4-FFF2-40B4-BE49-F238E27FC236}">
                    <a16:creationId xmlns:a16="http://schemas.microsoft.com/office/drawing/2014/main" id="{058BD9B1-267E-71FE-DE9C-D66BEDCD2D94}"/>
                  </a:ext>
                </a:extLst>
              </p:cNvPr>
              <p:cNvSpPr/>
              <p:nvPr/>
            </p:nvSpPr>
            <p:spPr>
              <a:xfrm>
                <a:off x="5349525" y="745900"/>
                <a:ext cx="60675" cy="55825"/>
              </a:xfrm>
              <a:custGeom>
                <a:avLst/>
                <a:gdLst/>
                <a:ahLst/>
                <a:cxnLst/>
                <a:rect l="l" t="t" r="r" b="b"/>
                <a:pathLst>
                  <a:path w="2427" h="2233" extrusionOk="0">
                    <a:moveTo>
                      <a:pt x="1207" y="1"/>
                    </a:moveTo>
                    <a:cubicBezTo>
                      <a:pt x="941" y="1"/>
                      <a:pt x="674" y="96"/>
                      <a:pt x="461" y="288"/>
                    </a:cubicBezTo>
                    <a:cubicBezTo>
                      <a:pt x="415" y="329"/>
                      <a:pt x="375" y="373"/>
                      <a:pt x="337" y="419"/>
                    </a:cubicBezTo>
                    <a:cubicBezTo>
                      <a:pt x="0" y="839"/>
                      <a:pt x="6" y="1452"/>
                      <a:pt x="378" y="1864"/>
                    </a:cubicBezTo>
                    <a:cubicBezTo>
                      <a:pt x="444" y="1938"/>
                      <a:pt x="520" y="2000"/>
                      <a:pt x="599" y="2052"/>
                    </a:cubicBezTo>
                    <a:cubicBezTo>
                      <a:pt x="783" y="2172"/>
                      <a:pt x="995" y="2233"/>
                      <a:pt x="1208" y="2233"/>
                    </a:cubicBezTo>
                    <a:cubicBezTo>
                      <a:pt x="1417" y="2233"/>
                      <a:pt x="1627" y="2174"/>
                      <a:pt x="1811" y="2056"/>
                    </a:cubicBezTo>
                    <a:cubicBezTo>
                      <a:pt x="1861" y="2023"/>
                      <a:pt x="1909" y="1988"/>
                      <a:pt x="1955" y="1947"/>
                    </a:cubicBezTo>
                    <a:cubicBezTo>
                      <a:pt x="2339" y="1601"/>
                      <a:pt x="2426" y="1050"/>
                      <a:pt x="2201" y="611"/>
                    </a:cubicBezTo>
                    <a:cubicBezTo>
                      <a:pt x="2158" y="525"/>
                      <a:pt x="2104" y="445"/>
                      <a:pt x="2037" y="371"/>
                    </a:cubicBezTo>
                    <a:cubicBezTo>
                      <a:pt x="1817" y="126"/>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5" name="Google Shape;3224;p39">
                <a:extLst>
                  <a:ext uri="{FF2B5EF4-FFF2-40B4-BE49-F238E27FC236}">
                    <a16:creationId xmlns:a16="http://schemas.microsoft.com/office/drawing/2014/main" id="{7B190E6A-1DF9-B906-D2E5-68E93A87CAEA}"/>
                  </a:ext>
                </a:extLst>
              </p:cNvPr>
              <p:cNvSpPr/>
              <p:nvPr/>
            </p:nvSpPr>
            <p:spPr>
              <a:xfrm>
                <a:off x="5390000" y="787400"/>
                <a:ext cx="57525" cy="55825"/>
              </a:xfrm>
              <a:custGeom>
                <a:avLst/>
                <a:gdLst/>
                <a:ahLst/>
                <a:cxnLst/>
                <a:rect l="l" t="t" r="r" b="b"/>
                <a:pathLst>
                  <a:path w="2301" h="2233" extrusionOk="0">
                    <a:moveTo>
                      <a:pt x="1082" y="0"/>
                    </a:moveTo>
                    <a:cubicBezTo>
                      <a:pt x="816" y="0"/>
                      <a:pt x="549" y="95"/>
                      <a:pt x="336" y="287"/>
                    </a:cubicBezTo>
                    <a:cubicBezTo>
                      <a:pt x="290" y="328"/>
                      <a:pt x="251" y="372"/>
                      <a:pt x="213" y="419"/>
                    </a:cubicBezTo>
                    <a:cubicBezTo>
                      <a:pt x="111" y="546"/>
                      <a:pt x="40" y="690"/>
                      <a:pt x="1" y="842"/>
                    </a:cubicBezTo>
                    <a:lnTo>
                      <a:pt x="174" y="1764"/>
                    </a:lnTo>
                    <a:cubicBezTo>
                      <a:pt x="199" y="1799"/>
                      <a:pt x="224" y="1832"/>
                      <a:pt x="253" y="1864"/>
                    </a:cubicBezTo>
                    <a:cubicBezTo>
                      <a:pt x="320" y="1938"/>
                      <a:pt x="395" y="2000"/>
                      <a:pt x="475" y="2052"/>
                    </a:cubicBezTo>
                    <a:cubicBezTo>
                      <a:pt x="659" y="2171"/>
                      <a:pt x="871" y="2232"/>
                      <a:pt x="1084" y="2232"/>
                    </a:cubicBezTo>
                    <a:cubicBezTo>
                      <a:pt x="1293" y="2232"/>
                      <a:pt x="1503" y="2174"/>
                      <a:pt x="1687" y="2055"/>
                    </a:cubicBezTo>
                    <a:cubicBezTo>
                      <a:pt x="1736" y="2023"/>
                      <a:pt x="1785" y="1987"/>
                      <a:pt x="1830" y="1947"/>
                    </a:cubicBezTo>
                    <a:cubicBezTo>
                      <a:pt x="2215" y="1601"/>
                      <a:pt x="2301" y="1050"/>
                      <a:pt x="2077" y="610"/>
                    </a:cubicBezTo>
                    <a:cubicBezTo>
                      <a:pt x="2034" y="525"/>
                      <a:pt x="1979" y="444"/>
                      <a:pt x="1913" y="370"/>
                    </a:cubicBezTo>
                    <a:cubicBezTo>
                      <a:pt x="1692" y="125"/>
                      <a:pt x="1388" y="0"/>
                      <a:pt x="1082"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6" name="Google Shape;3225;p39">
                <a:extLst>
                  <a:ext uri="{FF2B5EF4-FFF2-40B4-BE49-F238E27FC236}">
                    <a16:creationId xmlns:a16="http://schemas.microsoft.com/office/drawing/2014/main" id="{E2C0A0E3-720D-869E-3A25-7F4FC0F04CE6}"/>
                  </a:ext>
                </a:extLst>
              </p:cNvPr>
              <p:cNvSpPr/>
              <p:nvPr/>
            </p:nvSpPr>
            <p:spPr>
              <a:xfrm>
                <a:off x="5465750" y="791525"/>
                <a:ext cx="60625" cy="55825"/>
              </a:xfrm>
              <a:custGeom>
                <a:avLst/>
                <a:gdLst/>
                <a:ahLst/>
                <a:cxnLst/>
                <a:rect l="l" t="t" r="r" b="b"/>
                <a:pathLst>
                  <a:path w="2425" h="2233" extrusionOk="0">
                    <a:moveTo>
                      <a:pt x="1206" y="1"/>
                    </a:moveTo>
                    <a:cubicBezTo>
                      <a:pt x="940" y="1"/>
                      <a:pt x="673" y="96"/>
                      <a:pt x="460" y="288"/>
                    </a:cubicBezTo>
                    <a:cubicBezTo>
                      <a:pt x="414" y="329"/>
                      <a:pt x="373" y="373"/>
                      <a:pt x="337" y="419"/>
                    </a:cubicBezTo>
                    <a:cubicBezTo>
                      <a:pt x="0" y="839"/>
                      <a:pt x="6" y="1452"/>
                      <a:pt x="377" y="1864"/>
                    </a:cubicBezTo>
                    <a:cubicBezTo>
                      <a:pt x="444" y="1938"/>
                      <a:pt x="518" y="2000"/>
                      <a:pt x="599" y="2052"/>
                    </a:cubicBezTo>
                    <a:cubicBezTo>
                      <a:pt x="783" y="2172"/>
                      <a:pt x="995" y="2233"/>
                      <a:pt x="1208" y="2233"/>
                    </a:cubicBezTo>
                    <a:cubicBezTo>
                      <a:pt x="1416" y="2233"/>
                      <a:pt x="1626" y="2174"/>
                      <a:pt x="1810" y="2056"/>
                    </a:cubicBezTo>
                    <a:cubicBezTo>
                      <a:pt x="1859" y="2024"/>
                      <a:pt x="1908" y="1988"/>
                      <a:pt x="1954" y="1947"/>
                    </a:cubicBezTo>
                    <a:cubicBezTo>
                      <a:pt x="2338" y="1602"/>
                      <a:pt x="2425" y="1049"/>
                      <a:pt x="2201" y="611"/>
                    </a:cubicBezTo>
                    <a:cubicBezTo>
                      <a:pt x="2157" y="525"/>
                      <a:pt x="2103" y="445"/>
                      <a:pt x="2036" y="371"/>
                    </a:cubicBezTo>
                    <a:cubicBezTo>
                      <a:pt x="1816" y="126"/>
                      <a:pt x="1512" y="1"/>
                      <a:pt x="1206"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7" name="Google Shape;3226;p39">
                <a:extLst>
                  <a:ext uri="{FF2B5EF4-FFF2-40B4-BE49-F238E27FC236}">
                    <a16:creationId xmlns:a16="http://schemas.microsoft.com/office/drawing/2014/main" id="{8F6491B8-8C5D-F23C-585B-ED71EC4F2485}"/>
                  </a:ext>
                </a:extLst>
              </p:cNvPr>
              <p:cNvSpPr/>
              <p:nvPr/>
            </p:nvSpPr>
            <p:spPr>
              <a:xfrm>
                <a:off x="5461600" y="870375"/>
                <a:ext cx="60650" cy="55825"/>
              </a:xfrm>
              <a:custGeom>
                <a:avLst/>
                <a:gdLst/>
                <a:ahLst/>
                <a:cxnLst/>
                <a:rect l="l" t="t" r="r" b="b"/>
                <a:pathLst>
                  <a:path w="2426" h="2233" extrusionOk="0">
                    <a:moveTo>
                      <a:pt x="1207" y="0"/>
                    </a:moveTo>
                    <a:cubicBezTo>
                      <a:pt x="941" y="0"/>
                      <a:pt x="673" y="95"/>
                      <a:pt x="460" y="287"/>
                    </a:cubicBezTo>
                    <a:cubicBezTo>
                      <a:pt x="415" y="329"/>
                      <a:pt x="375" y="373"/>
                      <a:pt x="337" y="419"/>
                    </a:cubicBezTo>
                    <a:cubicBezTo>
                      <a:pt x="0" y="838"/>
                      <a:pt x="6" y="1451"/>
                      <a:pt x="378" y="1864"/>
                    </a:cubicBezTo>
                    <a:cubicBezTo>
                      <a:pt x="444" y="1938"/>
                      <a:pt x="520" y="2000"/>
                      <a:pt x="599" y="2052"/>
                    </a:cubicBezTo>
                    <a:cubicBezTo>
                      <a:pt x="783" y="2172"/>
                      <a:pt x="995" y="2232"/>
                      <a:pt x="1208" y="2232"/>
                    </a:cubicBezTo>
                    <a:cubicBezTo>
                      <a:pt x="1417" y="2232"/>
                      <a:pt x="1627" y="2174"/>
                      <a:pt x="1811" y="2056"/>
                    </a:cubicBezTo>
                    <a:cubicBezTo>
                      <a:pt x="1861" y="2024"/>
                      <a:pt x="1909" y="1988"/>
                      <a:pt x="1955" y="1947"/>
                    </a:cubicBezTo>
                    <a:cubicBezTo>
                      <a:pt x="2339" y="1602"/>
                      <a:pt x="2425" y="1049"/>
                      <a:pt x="2201" y="609"/>
                    </a:cubicBezTo>
                    <a:cubicBezTo>
                      <a:pt x="2158" y="526"/>
                      <a:pt x="2104" y="444"/>
                      <a:pt x="2037" y="370"/>
                    </a:cubicBezTo>
                    <a:cubicBezTo>
                      <a:pt x="1817" y="125"/>
                      <a:pt x="1512"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8" name="Google Shape;3227;p39">
                <a:extLst>
                  <a:ext uri="{FF2B5EF4-FFF2-40B4-BE49-F238E27FC236}">
                    <a16:creationId xmlns:a16="http://schemas.microsoft.com/office/drawing/2014/main" id="{EEF93500-C4E2-2A7B-D678-584AB01EDC73}"/>
                  </a:ext>
                </a:extLst>
              </p:cNvPr>
              <p:cNvSpPr/>
              <p:nvPr/>
            </p:nvSpPr>
            <p:spPr>
              <a:xfrm>
                <a:off x="5538175" y="953350"/>
                <a:ext cx="54775" cy="29875"/>
              </a:xfrm>
              <a:custGeom>
                <a:avLst/>
                <a:gdLst/>
                <a:ahLst/>
                <a:cxnLst/>
                <a:rect l="l" t="t" r="r" b="b"/>
                <a:pathLst>
                  <a:path w="2191" h="1195" extrusionOk="0">
                    <a:moveTo>
                      <a:pt x="1132" y="1"/>
                    </a:moveTo>
                    <a:cubicBezTo>
                      <a:pt x="866" y="1"/>
                      <a:pt x="599" y="95"/>
                      <a:pt x="386" y="288"/>
                    </a:cubicBezTo>
                    <a:cubicBezTo>
                      <a:pt x="340" y="329"/>
                      <a:pt x="300" y="373"/>
                      <a:pt x="263" y="419"/>
                    </a:cubicBezTo>
                    <a:cubicBezTo>
                      <a:pt x="84" y="643"/>
                      <a:pt x="1" y="921"/>
                      <a:pt x="20" y="1195"/>
                    </a:cubicBezTo>
                    <a:cubicBezTo>
                      <a:pt x="280" y="1157"/>
                      <a:pt x="552" y="1111"/>
                      <a:pt x="837" y="1057"/>
                    </a:cubicBezTo>
                    <a:cubicBezTo>
                      <a:pt x="1167" y="995"/>
                      <a:pt x="1512" y="922"/>
                      <a:pt x="1876" y="836"/>
                    </a:cubicBezTo>
                    <a:cubicBezTo>
                      <a:pt x="1888" y="833"/>
                      <a:pt x="1899" y="831"/>
                      <a:pt x="1911" y="828"/>
                    </a:cubicBezTo>
                    <a:cubicBezTo>
                      <a:pt x="1988" y="809"/>
                      <a:pt x="2067" y="790"/>
                      <a:pt x="2146" y="770"/>
                    </a:cubicBezTo>
                    <a:cubicBezTo>
                      <a:pt x="2161" y="766"/>
                      <a:pt x="2176" y="763"/>
                      <a:pt x="2190" y="759"/>
                    </a:cubicBezTo>
                    <a:cubicBezTo>
                      <a:pt x="2173" y="709"/>
                      <a:pt x="2152" y="659"/>
                      <a:pt x="2126" y="610"/>
                    </a:cubicBezTo>
                    <a:cubicBezTo>
                      <a:pt x="2083" y="525"/>
                      <a:pt x="2029" y="445"/>
                      <a:pt x="1963" y="370"/>
                    </a:cubicBezTo>
                    <a:cubicBezTo>
                      <a:pt x="1742" y="125"/>
                      <a:pt x="1437" y="1"/>
                      <a:pt x="1132"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9" name="Google Shape;3228;p39">
                <a:extLst>
                  <a:ext uri="{FF2B5EF4-FFF2-40B4-BE49-F238E27FC236}">
                    <a16:creationId xmlns:a16="http://schemas.microsoft.com/office/drawing/2014/main" id="{2DD01370-37E2-E509-4D20-41928AF36FC1}"/>
                  </a:ext>
                </a:extLst>
              </p:cNvPr>
              <p:cNvSpPr/>
              <p:nvPr/>
            </p:nvSpPr>
            <p:spPr>
              <a:xfrm>
                <a:off x="5498975" y="911875"/>
                <a:ext cx="60625" cy="55825"/>
              </a:xfrm>
              <a:custGeom>
                <a:avLst/>
                <a:gdLst/>
                <a:ahLst/>
                <a:cxnLst/>
                <a:rect l="l" t="t" r="r" b="b"/>
                <a:pathLst>
                  <a:path w="2425" h="2233" extrusionOk="0">
                    <a:moveTo>
                      <a:pt x="1206" y="0"/>
                    </a:moveTo>
                    <a:cubicBezTo>
                      <a:pt x="940" y="0"/>
                      <a:pt x="673" y="95"/>
                      <a:pt x="460" y="287"/>
                    </a:cubicBezTo>
                    <a:cubicBezTo>
                      <a:pt x="414" y="328"/>
                      <a:pt x="373" y="372"/>
                      <a:pt x="337" y="419"/>
                    </a:cubicBezTo>
                    <a:cubicBezTo>
                      <a:pt x="0" y="839"/>
                      <a:pt x="6" y="1452"/>
                      <a:pt x="377" y="1864"/>
                    </a:cubicBezTo>
                    <a:cubicBezTo>
                      <a:pt x="444" y="1938"/>
                      <a:pt x="518" y="2000"/>
                      <a:pt x="599" y="2052"/>
                    </a:cubicBezTo>
                    <a:cubicBezTo>
                      <a:pt x="783" y="2171"/>
                      <a:pt x="995" y="2232"/>
                      <a:pt x="1208" y="2232"/>
                    </a:cubicBezTo>
                    <a:cubicBezTo>
                      <a:pt x="1416" y="2232"/>
                      <a:pt x="1626" y="2174"/>
                      <a:pt x="1810" y="2055"/>
                    </a:cubicBezTo>
                    <a:cubicBezTo>
                      <a:pt x="1860" y="2023"/>
                      <a:pt x="1908" y="1988"/>
                      <a:pt x="1954" y="1947"/>
                    </a:cubicBezTo>
                    <a:cubicBezTo>
                      <a:pt x="2338" y="1601"/>
                      <a:pt x="2425" y="1048"/>
                      <a:pt x="2201" y="610"/>
                    </a:cubicBezTo>
                    <a:cubicBezTo>
                      <a:pt x="2156" y="525"/>
                      <a:pt x="2103" y="444"/>
                      <a:pt x="2036" y="370"/>
                    </a:cubicBezTo>
                    <a:cubicBezTo>
                      <a:pt x="1816" y="125"/>
                      <a:pt x="1512" y="0"/>
                      <a:pt x="1206"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0" name="Google Shape;3229;p39">
                <a:extLst>
                  <a:ext uri="{FF2B5EF4-FFF2-40B4-BE49-F238E27FC236}">
                    <a16:creationId xmlns:a16="http://schemas.microsoft.com/office/drawing/2014/main" id="{29D72488-8783-2066-9C32-30B5A7B131A6}"/>
                  </a:ext>
                </a:extLst>
              </p:cNvPr>
              <p:cNvSpPr/>
              <p:nvPr/>
            </p:nvSpPr>
            <p:spPr>
              <a:xfrm>
                <a:off x="5280050" y="712050"/>
                <a:ext cx="13925" cy="38625"/>
              </a:xfrm>
              <a:custGeom>
                <a:avLst/>
                <a:gdLst/>
                <a:ahLst/>
                <a:cxnLst/>
                <a:rect l="l" t="t" r="r" b="b"/>
                <a:pathLst>
                  <a:path w="557" h="1545" extrusionOk="0">
                    <a:moveTo>
                      <a:pt x="248" y="0"/>
                    </a:moveTo>
                    <a:cubicBezTo>
                      <a:pt x="234" y="85"/>
                      <a:pt x="220" y="169"/>
                      <a:pt x="205" y="253"/>
                    </a:cubicBezTo>
                    <a:cubicBezTo>
                      <a:pt x="130" y="707"/>
                      <a:pt x="62" y="1148"/>
                      <a:pt x="1" y="1545"/>
                    </a:cubicBezTo>
                    <a:cubicBezTo>
                      <a:pt x="30" y="1524"/>
                      <a:pt x="58" y="1501"/>
                      <a:pt x="86" y="1476"/>
                    </a:cubicBezTo>
                    <a:cubicBezTo>
                      <a:pt x="470" y="1130"/>
                      <a:pt x="557" y="579"/>
                      <a:pt x="332" y="140"/>
                    </a:cubicBezTo>
                    <a:cubicBezTo>
                      <a:pt x="308" y="92"/>
                      <a:pt x="280" y="44"/>
                      <a:pt x="248"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1" name="Google Shape;3230;p39">
                <a:extLst>
                  <a:ext uri="{FF2B5EF4-FFF2-40B4-BE49-F238E27FC236}">
                    <a16:creationId xmlns:a16="http://schemas.microsoft.com/office/drawing/2014/main" id="{EE104CD0-9D6F-6644-1CA2-0C28FF7EE20F}"/>
                  </a:ext>
                </a:extLst>
              </p:cNvPr>
              <p:cNvSpPr/>
              <p:nvPr/>
            </p:nvSpPr>
            <p:spPr>
              <a:xfrm>
                <a:off x="5309925" y="783275"/>
                <a:ext cx="58750" cy="52900"/>
              </a:xfrm>
              <a:custGeom>
                <a:avLst/>
                <a:gdLst/>
                <a:ahLst/>
                <a:cxnLst/>
                <a:rect l="l" t="t" r="r" b="b"/>
                <a:pathLst>
                  <a:path w="2350" h="2116" extrusionOk="0">
                    <a:moveTo>
                      <a:pt x="1132" y="1"/>
                    </a:moveTo>
                    <a:cubicBezTo>
                      <a:pt x="865" y="1"/>
                      <a:pt x="598" y="95"/>
                      <a:pt x="385" y="288"/>
                    </a:cubicBezTo>
                    <a:lnTo>
                      <a:pt x="385" y="287"/>
                    </a:lnTo>
                    <a:cubicBezTo>
                      <a:pt x="339" y="329"/>
                      <a:pt x="300" y="373"/>
                      <a:pt x="262" y="419"/>
                    </a:cubicBezTo>
                    <a:cubicBezTo>
                      <a:pt x="82" y="643"/>
                      <a:pt x="0" y="923"/>
                      <a:pt x="20" y="1198"/>
                    </a:cubicBezTo>
                    <a:lnTo>
                      <a:pt x="909" y="1705"/>
                    </a:lnTo>
                    <a:lnTo>
                      <a:pt x="1630" y="2116"/>
                    </a:lnTo>
                    <a:cubicBezTo>
                      <a:pt x="1666" y="2097"/>
                      <a:pt x="1700" y="2077"/>
                      <a:pt x="1736" y="2055"/>
                    </a:cubicBezTo>
                    <a:cubicBezTo>
                      <a:pt x="1785" y="2023"/>
                      <a:pt x="1834" y="1988"/>
                      <a:pt x="1879" y="1947"/>
                    </a:cubicBezTo>
                    <a:cubicBezTo>
                      <a:pt x="2264" y="1601"/>
                      <a:pt x="2350" y="1049"/>
                      <a:pt x="2126" y="610"/>
                    </a:cubicBezTo>
                    <a:cubicBezTo>
                      <a:pt x="2083" y="525"/>
                      <a:pt x="2028" y="443"/>
                      <a:pt x="1962" y="369"/>
                    </a:cubicBezTo>
                    <a:cubicBezTo>
                      <a:pt x="1741" y="125"/>
                      <a:pt x="1437" y="1"/>
                      <a:pt x="1132"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2" name="Google Shape;3231;p39">
                <a:extLst>
                  <a:ext uri="{FF2B5EF4-FFF2-40B4-BE49-F238E27FC236}">
                    <a16:creationId xmlns:a16="http://schemas.microsoft.com/office/drawing/2014/main" id="{7224D30D-ECD2-0E4C-7010-3667900D6DFD}"/>
                  </a:ext>
                </a:extLst>
              </p:cNvPr>
              <p:cNvSpPr/>
              <p:nvPr/>
            </p:nvSpPr>
            <p:spPr>
              <a:xfrm>
                <a:off x="5312175" y="704425"/>
                <a:ext cx="60650" cy="55825"/>
              </a:xfrm>
              <a:custGeom>
                <a:avLst/>
                <a:gdLst/>
                <a:ahLst/>
                <a:cxnLst/>
                <a:rect l="l" t="t" r="r" b="b"/>
                <a:pathLst>
                  <a:path w="2426" h="2233" extrusionOk="0">
                    <a:moveTo>
                      <a:pt x="1207" y="1"/>
                    </a:moveTo>
                    <a:cubicBezTo>
                      <a:pt x="941" y="1"/>
                      <a:pt x="674" y="95"/>
                      <a:pt x="460" y="288"/>
                    </a:cubicBezTo>
                    <a:cubicBezTo>
                      <a:pt x="415" y="329"/>
                      <a:pt x="374" y="373"/>
                      <a:pt x="338" y="419"/>
                    </a:cubicBezTo>
                    <a:cubicBezTo>
                      <a:pt x="1" y="839"/>
                      <a:pt x="6" y="1451"/>
                      <a:pt x="377" y="1864"/>
                    </a:cubicBezTo>
                    <a:cubicBezTo>
                      <a:pt x="445" y="1938"/>
                      <a:pt x="519" y="2000"/>
                      <a:pt x="599" y="2052"/>
                    </a:cubicBezTo>
                    <a:cubicBezTo>
                      <a:pt x="783" y="2172"/>
                      <a:pt x="995" y="2232"/>
                      <a:pt x="1208" y="2232"/>
                    </a:cubicBezTo>
                    <a:cubicBezTo>
                      <a:pt x="1417" y="2232"/>
                      <a:pt x="1626" y="2174"/>
                      <a:pt x="1810" y="2055"/>
                    </a:cubicBezTo>
                    <a:cubicBezTo>
                      <a:pt x="1860" y="2023"/>
                      <a:pt x="1909" y="1988"/>
                      <a:pt x="1955" y="1947"/>
                    </a:cubicBezTo>
                    <a:cubicBezTo>
                      <a:pt x="2338" y="1601"/>
                      <a:pt x="2426" y="1049"/>
                      <a:pt x="2201" y="610"/>
                    </a:cubicBezTo>
                    <a:cubicBezTo>
                      <a:pt x="2157" y="525"/>
                      <a:pt x="2104" y="445"/>
                      <a:pt x="2037" y="370"/>
                    </a:cubicBezTo>
                    <a:cubicBezTo>
                      <a:pt x="1817" y="125"/>
                      <a:pt x="1512" y="1"/>
                      <a:pt x="1207"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3" name="Google Shape;3232;p39">
                <a:extLst>
                  <a:ext uri="{FF2B5EF4-FFF2-40B4-BE49-F238E27FC236}">
                    <a16:creationId xmlns:a16="http://schemas.microsoft.com/office/drawing/2014/main" id="{718A6311-E8B1-2EFB-33EA-41A6C123500F}"/>
                  </a:ext>
                </a:extLst>
              </p:cNvPr>
              <p:cNvSpPr/>
              <p:nvPr/>
            </p:nvSpPr>
            <p:spPr>
              <a:xfrm>
                <a:off x="5275575" y="741775"/>
                <a:ext cx="55775" cy="55825"/>
              </a:xfrm>
              <a:custGeom>
                <a:avLst/>
                <a:gdLst/>
                <a:ahLst/>
                <a:cxnLst/>
                <a:rect l="l" t="t" r="r" b="b"/>
                <a:pathLst>
                  <a:path w="2231" h="2233" extrusionOk="0">
                    <a:moveTo>
                      <a:pt x="1012" y="1"/>
                    </a:moveTo>
                    <a:cubicBezTo>
                      <a:pt x="745" y="1"/>
                      <a:pt x="478" y="95"/>
                      <a:pt x="265" y="287"/>
                    </a:cubicBezTo>
                    <a:cubicBezTo>
                      <a:pt x="233" y="316"/>
                      <a:pt x="204" y="346"/>
                      <a:pt x="177" y="376"/>
                    </a:cubicBezTo>
                    <a:cubicBezTo>
                      <a:pt x="173" y="400"/>
                      <a:pt x="170" y="423"/>
                      <a:pt x="167" y="446"/>
                    </a:cubicBezTo>
                    <a:cubicBezTo>
                      <a:pt x="143" y="600"/>
                      <a:pt x="121" y="747"/>
                      <a:pt x="101" y="884"/>
                    </a:cubicBezTo>
                    <a:cubicBezTo>
                      <a:pt x="62" y="1162"/>
                      <a:pt x="27" y="1403"/>
                      <a:pt x="1" y="1591"/>
                    </a:cubicBezTo>
                    <a:cubicBezTo>
                      <a:pt x="46" y="1688"/>
                      <a:pt x="106" y="1781"/>
                      <a:pt x="182" y="1865"/>
                    </a:cubicBezTo>
                    <a:cubicBezTo>
                      <a:pt x="248" y="1939"/>
                      <a:pt x="324" y="2001"/>
                      <a:pt x="403" y="2053"/>
                    </a:cubicBezTo>
                    <a:cubicBezTo>
                      <a:pt x="587" y="2172"/>
                      <a:pt x="799" y="2233"/>
                      <a:pt x="1012" y="2233"/>
                    </a:cubicBezTo>
                    <a:cubicBezTo>
                      <a:pt x="1221" y="2233"/>
                      <a:pt x="1431" y="2174"/>
                      <a:pt x="1615" y="2056"/>
                    </a:cubicBezTo>
                    <a:cubicBezTo>
                      <a:pt x="1665" y="2023"/>
                      <a:pt x="1713" y="1989"/>
                      <a:pt x="1759" y="1947"/>
                    </a:cubicBezTo>
                    <a:cubicBezTo>
                      <a:pt x="2143" y="1601"/>
                      <a:pt x="2230" y="1050"/>
                      <a:pt x="2005" y="610"/>
                    </a:cubicBezTo>
                    <a:cubicBezTo>
                      <a:pt x="1962" y="525"/>
                      <a:pt x="1908" y="444"/>
                      <a:pt x="1841" y="370"/>
                    </a:cubicBezTo>
                    <a:cubicBezTo>
                      <a:pt x="1621" y="125"/>
                      <a:pt x="1317" y="1"/>
                      <a:pt x="1012"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4" name="Google Shape;3233;p39">
                <a:extLst>
                  <a:ext uri="{FF2B5EF4-FFF2-40B4-BE49-F238E27FC236}">
                    <a16:creationId xmlns:a16="http://schemas.microsoft.com/office/drawing/2014/main" id="{5C36B258-BBFB-97CE-17CF-34DE8EFB7359}"/>
                  </a:ext>
                </a:extLst>
              </p:cNvPr>
              <p:cNvSpPr/>
              <p:nvPr/>
            </p:nvSpPr>
            <p:spPr>
              <a:xfrm>
                <a:off x="5352400" y="824775"/>
                <a:ext cx="29550" cy="21225"/>
              </a:xfrm>
              <a:custGeom>
                <a:avLst/>
                <a:gdLst/>
                <a:ahLst/>
                <a:cxnLst/>
                <a:rect l="l" t="t" r="r" b="b"/>
                <a:pathLst>
                  <a:path w="1182" h="849" extrusionOk="0">
                    <a:moveTo>
                      <a:pt x="927" y="0"/>
                    </a:moveTo>
                    <a:cubicBezTo>
                      <a:pt x="660" y="0"/>
                      <a:pt x="393" y="95"/>
                      <a:pt x="180" y="287"/>
                    </a:cubicBezTo>
                    <a:cubicBezTo>
                      <a:pt x="135" y="328"/>
                      <a:pt x="94" y="372"/>
                      <a:pt x="58" y="418"/>
                    </a:cubicBezTo>
                    <a:cubicBezTo>
                      <a:pt x="37" y="444"/>
                      <a:pt x="18" y="469"/>
                      <a:pt x="0" y="496"/>
                    </a:cubicBezTo>
                    <a:lnTo>
                      <a:pt x="260" y="643"/>
                    </a:lnTo>
                    <a:lnTo>
                      <a:pt x="553" y="811"/>
                    </a:lnTo>
                    <a:cubicBezTo>
                      <a:pt x="598" y="837"/>
                      <a:pt x="647" y="849"/>
                      <a:pt x="696" y="849"/>
                    </a:cubicBezTo>
                    <a:cubicBezTo>
                      <a:pt x="816" y="849"/>
                      <a:pt x="930" y="774"/>
                      <a:pt x="972" y="650"/>
                    </a:cubicBezTo>
                    <a:lnTo>
                      <a:pt x="1181" y="30"/>
                    </a:lnTo>
                    <a:cubicBezTo>
                      <a:pt x="1098" y="10"/>
                      <a:pt x="1012" y="0"/>
                      <a:pt x="92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5" name="Google Shape;3234;p39">
                <a:extLst>
                  <a:ext uri="{FF2B5EF4-FFF2-40B4-BE49-F238E27FC236}">
                    <a16:creationId xmlns:a16="http://schemas.microsoft.com/office/drawing/2014/main" id="{95778189-D7DF-D817-2EC5-421CF9E37726}"/>
                  </a:ext>
                </a:extLst>
              </p:cNvPr>
              <p:cNvSpPr/>
              <p:nvPr/>
            </p:nvSpPr>
            <p:spPr>
              <a:xfrm>
                <a:off x="5394450" y="832125"/>
                <a:ext cx="10025" cy="32875"/>
              </a:xfrm>
              <a:custGeom>
                <a:avLst/>
                <a:gdLst/>
                <a:ahLst/>
                <a:cxnLst/>
                <a:rect l="l" t="t" r="r" b="b"/>
                <a:pathLst>
                  <a:path w="401" h="1315" extrusionOk="0">
                    <a:moveTo>
                      <a:pt x="1" y="1"/>
                    </a:moveTo>
                    <a:lnTo>
                      <a:pt x="86" y="454"/>
                    </a:lnTo>
                    <a:lnTo>
                      <a:pt x="247" y="1314"/>
                    </a:lnTo>
                    <a:cubicBezTo>
                      <a:pt x="401" y="1002"/>
                      <a:pt x="400" y="629"/>
                      <a:pt x="239" y="316"/>
                    </a:cubicBezTo>
                    <a:cubicBezTo>
                      <a:pt x="195" y="230"/>
                      <a:pt x="142" y="150"/>
                      <a:pt x="75" y="76"/>
                    </a:cubicBezTo>
                    <a:cubicBezTo>
                      <a:pt x="52" y="49"/>
                      <a:pt x="26" y="24"/>
                      <a:pt x="1"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6" name="Google Shape;3235;p39">
                <a:extLst>
                  <a:ext uri="{FF2B5EF4-FFF2-40B4-BE49-F238E27FC236}">
                    <a16:creationId xmlns:a16="http://schemas.microsoft.com/office/drawing/2014/main" id="{6BD34E2F-440D-3F60-9C69-A05BDCBE222B}"/>
                  </a:ext>
                </a:extLst>
              </p:cNvPr>
              <p:cNvSpPr/>
              <p:nvPr/>
            </p:nvSpPr>
            <p:spPr>
              <a:xfrm>
                <a:off x="5424225" y="828900"/>
                <a:ext cx="60675" cy="55825"/>
              </a:xfrm>
              <a:custGeom>
                <a:avLst/>
                <a:gdLst/>
                <a:ahLst/>
                <a:cxnLst/>
                <a:rect l="l" t="t" r="r" b="b"/>
                <a:pathLst>
                  <a:path w="2427" h="2233" extrusionOk="0">
                    <a:moveTo>
                      <a:pt x="1208" y="0"/>
                    </a:moveTo>
                    <a:cubicBezTo>
                      <a:pt x="942" y="0"/>
                      <a:pt x="675" y="95"/>
                      <a:pt x="461" y="287"/>
                    </a:cubicBezTo>
                    <a:cubicBezTo>
                      <a:pt x="416" y="329"/>
                      <a:pt x="375" y="373"/>
                      <a:pt x="339" y="419"/>
                    </a:cubicBezTo>
                    <a:cubicBezTo>
                      <a:pt x="1" y="838"/>
                      <a:pt x="7" y="1451"/>
                      <a:pt x="378" y="1864"/>
                    </a:cubicBezTo>
                    <a:cubicBezTo>
                      <a:pt x="445" y="1938"/>
                      <a:pt x="520" y="2000"/>
                      <a:pt x="601" y="2052"/>
                    </a:cubicBezTo>
                    <a:cubicBezTo>
                      <a:pt x="784" y="2172"/>
                      <a:pt x="996" y="2232"/>
                      <a:pt x="1209" y="2232"/>
                    </a:cubicBezTo>
                    <a:cubicBezTo>
                      <a:pt x="1418" y="2232"/>
                      <a:pt x="1627" y="2174"/>
                      <a:pt x="1811" y="2055"/>
                    </a:cubicBezTo>
                    <a:cubicBezTo>
                      <a:pt x="1861" y="2023"/>
                      <a:pt x="1910" y="1988"/>
                      <a:pt x="1955" y="1947"/>
                    </a:cubicBezTo>
                    <a:cubicBezTo>
                      <a:pt x="2339" y="1600"/>
                      <a:pt x="2427" y="1049"/>
                      <a:pt x="2201" y="609"/>
                    </a:cubicBezTo>
                    <a:cubicBezTo>
                      <a:pt x="2158" y="525"/>
                      <a:pt x="2105" y="443"/>
                      <a:pt x="2038" y="369"/>
                    </a:cubicBezTo>
                    <a:cubicBezTo>
                      <a:pt x="1818" y="125"/>
                      <a:pt x="1514" y="0"/>
                      <a:pt x="1208"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7" name="Google Shape;3236;p39">
                <a:extLst>
                  <a:ext uri="{FF2B5EF4-FFF2-40B4-BE49-F238E27FC236}">
                    <a16:creationId xmlns:a16="http://schemas.microsoft.com/office/drawing/2014/main" id="{98658B98-4664-C027-CF66-6ABFF35F11DD}"/>
                  </a:ext>
                </a:extLst>
              </p:cNvPr>
              <p:cNvSpPr/>
              <p:nvPr/>
            </p:nvSpPr>
            <p:spPr>
              <a:xfrm>
                <a:off x="5401325" y="866250"/>
                <a:ext cx="42100" cy="55850"/>
              </a:xfrm>
              <a:custGeom>
                <a:avLst/>
                <a:gdLst/>
                <a:ahLst/>
                <a:cxnLst/>
                <a:rect l="l" t="t" r="r" b="b"/>
                <a:pathLst>
                  <a:path w="1684" h="2234" extrusionOk="0">
                    <a:moveTo>
                      <a:pt x="464" y="0"/>
                    </a:moveTo>
                    <a:cubicBezTo>
                      <a:pt x="306" y="0"/>
                      <a:pt x="148" y="34"/>
                      <a:pt x="1" y="101"/>
                    </a:cubicBezTo>
                    <a:lnTo>
                      <a:pt x="183" y="1073"/>
                    </a:lnTo>
                    <a:lnTo>
                      <a:pt x="294" y="1658"/>
                    </a:lnTo>
                    <a:lnTo>
                      <a:pt x="401" y="2232"/>
                    </a:lnTo>
                    <a:cubicBezTo>
                      <a:pt x="422" y="2233"/>
                      <a:pt x="443" y="2233"/>
                      <a:pt x="464" y="2233"/>
                    </a:cubicBezTo>
                    <a:cubicBezTo>
                      <a:pt x="674" y="2233"/>
                      <a:pt x="883" y="2173"/>
                      <a:pt x="1068" y="2055"/>
                    </a:cubicBezTo>
                    <a:cubicBezTo>
                      <a:pt x="1118" y="2023"/>
                      <a:pt x="1166" y="1987"/>
                      <a:pt x="1212" y="1947"/>
                    </a:cubicBezTo>
                    <a:cubicBezTo>
                      <a:pt x="1596" y="1601"/>
                      <a:pt x="1683" y="1048"/>
                      <a:pt x="1458" y="610"/>
                    </a:cubicBezTo>
                    <a:cubicBezTo>
                      <a:pt x="1415" y="525"/>
                      <a:pt x="1361" y="444"/>
                      <a:pt x="1294" y="370"/>
                    </a:cubicBezTo>
                    <a:cubicBezTo>
                      <a:pt x="1074" y="125"/>
                      <a:pt x="770" y="0"/>
                      <a:pt x="464"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8" name="Google Shape;3237;p39">
                <a:extLst>
                  <a:ext uri="{FF2B5EF4-FFF2-40B4-BE49-F238E27FC236}">
                    <a16:creationId xmlns:a16="http://schemas.microsoft.com/office/drawing/2014/main" id="{40292606-9589-19C9-8471-1BD7F8216A43}"/>
                  </a:ext>
                </a:extLst>
              </p:cNvPr>
              <p:cNvSpPr/>
              <p:nvPr/>
            </p:nvSpPr>
            <p:spPr>
              <a:xfrm>
                <a:off x="5458150" y="949225"/>
                <a:ext cx="58325" cy="38375"/>
              </a:xfrm>
              <a:custGeom>
                <a:avLst/>
                <a:gdLst/>
                <a:ahLst/>
                <a:cxnLst/>
                <a:rect l="l" t="t" r="r" b="b"/>
                <a:pathLst>
                  <a:path w="2333" h="1535" extrusionOk="0">
                    <a:moveTo>
                      <a:pt x="1180" y="0"/>
                    </a:moveTo>
                    <a:cubicBezTo>
                      <a:pt x="914" y="0"/>
                      <a:pt x="646" y="95"/>
                      <a:pt x="433" y="287"/>
                    </a:cubicBezTo>
                    <a:cubicBezTo>
                      <a:pt x="387" y="328"/>
                      <a:pt x="347" y="373"/>
                      <a:pt x="310" y="419"/>
                    </a:cubicBezTo>
                    <a:cubicBezTo>
                      <a:pt x="62" y="727"/>
                      <a:pt x="0" y="1139"/>
                      <a:pt x="132" y="1500"/>
                    </a:cubicBezTo>
                    <a:cubicBezTo>
                      <a:pt x="390" y="1521"/>
                      <a:pt x="682" y="1535"/>
                      <a:pt x="1010" y="1535"/>
                    </a:cubicBezTo>
                    <a:cubicBezTo>
                      <a:pt x="1055" y="1535"/>
                      <a:pt x="1101" y="1535"/>
                      <a:pt x="1147" y="1534"/>
                    </a:cubicBezTo>
                    <a:cubicBezTo>
                      <a:pt x="1201" y="1533"/>
                      <a:pt x="1255" y="1532"/>
                      <a:pt x="1310" y="1531"/>
                    </a:cubicBezTo>
                    <a:cubicBezTo>
                      <a:pt x="1595" y="1524"/>
                      <a:pt x="1904" y="1507"/>
                      <a:pt x="2236" y="1477"/>
                    </a:cubicBezTo>
                    <a:cubicBezTo>
                      <a:pt x="2332" y="1195"/>
                      <a:pt x="2312" y="881"/>
                      <a:pt x="2173" y="610"/>
                    </a:cubicBezTo>
                    <a:cubicBezTo>
                      <a:pt x="2130" y="526"/>
                      <a:pt x="2076" y="444"/>
                      <a:pt x="2010" y="370"/>
                    </a:cubicBezTo>
                    <a:cubicBezTo>
                      <a:pt x="1790" y="125"/>
                      <a:pt x="1485" y="0"/>
                      <a:pt x="1180"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9" name="Google Shape;3238;p39">
                <a:extLst>
                  <a:ext uri="{FF2B5EF4-FFF2-40B4-BE49-F238E27FC236}">
                    <a16:creationId xmlns:a16="http://schemas.microsoft.com/office/drawing/2014/main" id="{78191D3E-6A10-1FE5-3807-690EA86C12AE}"/>
                  </a:ext>
                </a:extLst>
              </p:cNvPr>
              <p:cNvSpPr/>
              <p:nvPr/>
            </p:nvSpPr>
            <p:spPr>
              <a:xfrm>
                <a:off x="5420125" y="907750"/>
                <a:ext cx="60625" cy="55800"/>
              </a:xfrm>
              <a:custGeom>
                <a:avLst/>
                <a:gdLst/>
                <a:ahLst/>
                <a:cxnLst/>
                <a:rect l="l" t="t" r="r" b="b"/>
                <a:pathLst>
                  <a:path w="2425" h="2232" extrusionOk="0">
                    <a:moveTo>
                      <a:pt x="1207" y="0"/>
                    </a:moveTo>
                    <a:cubicBezTo>
                      <a:pt x="940" y="0"/>
                      <a:pt x="673" y="95"/>
                      <a:pt x="460" y="287"/>
                    </a:cubicBezTo>
                    <a:cubicBezTo>
                      <a:pt x="414" y="327"/>
                      <a:pt x="375" y="373"/>
                      <a:pt x="337" y="418"/>
                    </a:cubicBezTo>
                    <a:cubicBezTo>
                      <a:pt x="0" y="838"/>
                      <a:pt x="6" y="1451"/>
                      <a:pt x="377" y="1863"/>
                    </a:cubicBezTo>
                    <a:cubicBezTo>
                      <a:pt x="444" y="1938"/>
                      <a:pt x="519" y="2000"/>
                      <a:pt x="599" y="2052"/>
                    </a:cubicBezTo>
                    <a:cubicBezTo>
                      <a:pt x="783" y="2171"/>
                      <a:pt x="995" y="2232"/>
                      <a:pt x="1207" y="2232"/>
                    </a:cubicBezTo>
                    <a:cubicBezTo>
                      <a:pt x="1417" y="2232"/>
                      <a:pt x="1627" y="2173"/>
                      <a:pt x="1811" y="2054"/>
                    </a:cubicBezTo>
                    <a:cubicBezTo>
                      <a:pt x="1860" y="2022"/>
                      <a:pt x="1909" y="1987"/>
                      <a:pt x="1954" y="1946"/>
                    </a:cubicBezTo>
                    <a:cubicBezTo>
                      <a:pt x="2339" y="1600"/>
                      <a:pt x="2425" y="1049"/>
                      <a:pt x="2201" y="609"/>
                    </a:cubicBezTo>
                    <a:cubicBezTo>
                      <a:pt x="2158" y="524"/>
                      <a:pt x="2103" y="443"/>
                      <a:pt x="2037" y="369"/>
                    </a:cubicBezTo>
                    <a:cubicBezTo>
                      <a:pt x="1816" y="125"/>
                      <a:pt x="1512" y="0"/>
                      <a:pt x="1207" y="0"/>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0" name="Google Shape;3239;p39">
                <a:extLst>
                  <a:ext uri="{FF2B5EF4-FFF2-40B4-BE49-F238E27FC236}">
                    <a16:creationId xmlns:a16="http://schemas.microsoft.com/office/drawing/2014/main" id="{227D39E5-9835-B6F4-F894-FB718196DE7A}"/>
                  </a:ext>
                </a:extLst>
              </p:cNvPr>
              <p:cNvSpPr/>
              <p:nvPr/>
            </p:nvSpPr>
            <p:spPr>
              <a:xfrm>
                <a:off x="5274350" y="784100"/>
                <a:ext cx="11875" cy="15325"/>
              </a:xfrm>
              <a:custGeom>
                <a:avLst/>
                <a:gdLst/>
                <a:ahLst/>
                <a:cxnLst/>
                <a:rect l="l" t="t" r="r" b="b"/>
                <a:pathLst>
                  <a:path w="475" h="613" extrusionOk="0">
                    <a:moveTo>
                      <a:pt x="36" y="1"/>
                    </a:moveTo>
                    <a:cubicBezTo>
                      <a:pt x="28" y="54"/>
                      <a:pt x="21" y="101"/>
                      <a:pt x="16" y="142"/>
                    </a:cubicBezTo>
                    <a:cubicBezTo>
                      <a:pt x="0" y="260"/>
                      <a:pt x="58" y="375"/>
                      <a:pt x="160" y="434"/>
                    </a:cubicBezTo>
                    <a:lnTo>
                      <a:pt x="289" y="507"/>
                    </a:lnTo>
                    <a:lnTo>
                      <a:pt x="474" y="613"/>
                    </a:lnTo>
                    <a:cubicBezTo>
                      <a:pt x="454" y="544"/>
                      <a:pt x="428" y="477"/>
                      <a:pt x="395" y="412"/>
                    </a:cubicBezTo>
                    <a:cubicBezTo>
                      <a:pt x="352" y="326"/>
                      <a:pt x="297" y="246"/>
                      <a:pt x="231" y="172"/>
                    </a:cubicBezTo>
                    <a:cubicBezTo>
                      <a:pt x="171" y="106"/>
                      <a:pt x="105" y="49"/>
                      <a:pt x="36"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1" name="Google Shape;3240;p39">
                <a:extLst>
                  <a:ext uri="{FF2B5EF4-FFF2-40B4-BE49-F238E27FC236}">
                    <a16:creationId xmlns:a16="http://schemas.microsoft.com/office/drawing/2014/main" id="{1C848A66-D2F3-F45F-4D72-55670F32A796}"/>
                  </a:ext>
                </a:extLst>
              </p:cNvPr>
              <p:cNvSpPr/>
              <p:nvPr/>
            </p:nvSpPr>
            <p:spPr>
              <a:xfrm>
                <a:off x="5415800" y="946000"/>
                <a:ext cx="21850" cy="36625"/>
              </a:xfrm>
              <a:custGeom>
                <a:avLst/>
                <a:gdLst/>
                <a:ahLst/>
                <a:cxnLst/>
                <a:rect l="l" t="t" r="r" b="b"/>
                <a:pathLst>
                  <a:path w="874" h="1465" extrusionOk="0">
                    <a:moveTo>
                      <a:pt x="1" y="1"/>
                    </a:moveTo>
                    <a:lnTo>
                      <a:pt x="191" y="1045"/>
                    </a:lnTo>
                    <a:lnTo>
                      <a:pt x="236" y="1293"/>
                    </a:lnTo>
                    <a:cubicBezTo>
                      <a:pt x="236" y="1293"/>
                      <a:pt x="407" y="1377"/>
                      <a:pt x="768" y="1464"/>
                    </a:cubicBezTo>
                    <a:cubicBezTo>
                      <a:pt x="873" y="1176"/>
                      <a:pt x="857" y="852"/>
                      <a:pt x="714" y="574"/>
                    </a:cubicBezTo>
                    <a:cubicBezTo>
                      <a:pt x="670" y="489"/>
                      <a:pt x="617" y="408"/>
                      <a:pt x="550" y="334"/>
                    </a:cubicBezTo>
                    <a:cubicBezTo>
                      <a:pt x="397" y="164"/>
                      <a:pt x="205" y="54"/>
                      <a:pt x="1" y="1"/>
                    </a:cubicBezTo>
                    <a:close/>
                  </a:path>
                </a:pathLst>
              </a:cu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2" name="Google Shape;3241;p39">
                <a:extLst>
                  <a:ext uri="{FF2B5EF4-FFF2-40B4-BE49-F238E27FC236}">
                    <a16:creationId xmlns:a16="http://schemas.microsoft.com/office/drawing/2014/main" id="{53A3A87F-2473-F59F-4951-3273C10FC6A3}"/>
                  </a:ext>
                </a:extLst>
              </p:cNvPr>
              <p:cNvSpPr/>
              <p:nvPr/>
            </p:nvSpPr>
            <p:spPr>
              <a:xfrm>
                <a:off x="5274350" y="763850"/>
                <a:ext cx="110325" cy="82125"/>
              </a:xfrm>
              <a:custGeom>
                <a:avLst/>
                <a:gdLst/>
                <a:ahLst/>
                <a:cxnLst/>
                <a:rect l="l" t="t" r="r" b="b"/>
                <a:pathLst>
                  <a:path w="4413" h="3285" extrusionOk="0">
                    <a:moveTo>
                      <a:pt x="150" y="1"/>
                    </a:moveTo>
                    <a:cubicBezTo>
                      <a:pt x="90" y="421"/>
                      <a:pt x="43" y="756"/>
                      <a:pt x="16" y="953"/>
                    </a:cubicBezTo>
                    <a:lnTo>
                      <a:pt x="16" y="952"/>
                    </a:lnTo>
                    <a:lnTo>
                      <a:pt x="16" y="952"/>
                    </a:lnTo>
                    <a:cubicBezTo>
                      <a:pt x="0" y="1070"/>
                      <a:pt x="58" y="1185"/>
                      <a:pt x="160" y="1244"/>
                    </a:cubicBezTo>
                    <a:lnTo>
                      <a:pt x="3675" y="3247"/>
                    </a:lnTo>
                    <a:cubicBezTo>
                      <a:pt x="3721" y="3273"/>
                      <a:pt x="3770" y="3285"/>
                      <a:pt x="3819" y="3285"/>
                    </a:cubicBezTo>
                    <a:cubicBezTo>
                      <a:pt x="3938" y="3285"/>
                      <a:pt x="4052" y="3211"/>
                      <a:pt x="4094" y="3087"/>
                    </a:cubicBezTo>
                    <a:lnTo>
                      <a:pt x="4413" y="2145"/>
                    </a:lnTo>
                    <a:lnTo>
                      <a:pt x="150" y="1"/>
                    </a:ln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3" name="Google Shape;3242;p39">
                <a:extLst>
                  <a:ext uri="{FF2B5EF4-FFF2-40B4-BE49-F238E27FC236}">
                    <a16:creationId xmlns:a16="http://schemas.microsoft.com/office/drawing/2014/main" id="{8ACA2BE8-7339-45D8-8DAC-556AAE66F525}"/>
                  </a:ext>
                </a:extLst>
              </p:cNvPr>
              <p:cNvSpPr/>
              <p:nvPr/>
            </p:nvSpPr>
            <p:spPr>
              <a:xfrm>
                <a:off x="5702350" y="615775"/>
                <a:ext cx="76700" cy="120700"/>
              </a:xfrm>
              <a:custGeom>
                <a:avLst/>
                <a:gdLst/>
                <a:ahLst/>
                <a:cxnLst/>
                <a:rect l="l" t="t" r="r" b="b"/>
                <a:pathLst>
                  <a:path w="3068" h="4828" extrusionOk="0">
                    <a:moveTo>
                      <a:pt x="2325" y="0"/>
                    </a:moveTo>
                    <a:lnTo>
                      <a:pt x="0" y="4166"/>
                    </a:lnTo>
                    <a:lnTo>
                      <a:pt x="794" y="4768"/>
                    </a:lnTo>
                    <a:cubicBezTo>
                      <a:pt x="847" y="4808"/>
                      <a:pt x="908" y="4827"/>
                      <a:pt x="969" y="4827"/>
                    </a:cubicBezTo>
                    <a:cubicBezTo>
                      <a:pt x="1075" y="4827"/>
                      <a:pt x="1179" y="4769"/>
                      <a:pt x="1230" y="4664"/>
                    </a:cubicBezTo>
                    <a:lnTo>
                      <a:pt x="3014" y="1034"/>
                    </a:lnTo>
                    <a:cubicBezTo>
                      <a:pt x="3067" y="928"/>
                      <a:pt x="3049" y="801"/>
                      <a:pt x="2971" y="713"/>
                    </a:cubicBezTo>
                    <a:cubicBezTo>
                      <a:pt x="2838" y="565"/>
                      <a:pt x="2611" y="314"/>
                      <a:pt x="2325" y="0"/>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4" name="Google Shape;3243;p39">
                <a:extLst>
                  <a:ext uri="{FF2B5EF4-FFF2-40B4-BE49-F238E27FC236}">
                    <a16:creationId xmlns:a16="http://schemas.microsoft.com/office/drawing/2014/main" id="{C2960E18-504C-A431-E0FD-FF6D93DCA310}"/>
                  </a:ext>
                </a:extLst>
              </p:cNvPr>
              <p:cNvSpPr/>
              <p:nvPr/>
            </p:nvSpPr>
            <p:spPr>
              <a:xfrm>
                <a:off x="5367125" y="477425"/>
                <a:ext cx="256500" cy="496625"/>
              </a:xfrm>
              <a:custGeom>
                <a:avLst/>
                <a:gdLst/>
                <a:ahLst/>
                <a:cxnLst/>
                <a:rect l="l" t="t" r="r" b="b"/>
                <a:pathLst>
                  <a:path w="10260" h="19865" extrusionOk="0">
                    <a:moveTo>
                      <a:pt x="6562" y="1019"/>
                    </a:moveTo>
                    <a:lnTo>
                      <a:pt x="6562" y="1019"/>
                    </a:lnTo>
                    <a:cubicBezTo>
                      <a:pt x="6560" y="1079"/>
                      <a:pt x="6559" y="1140"/>
                      <a:pt x="6557" y="1204"/>
                    </a:cubicBezTo>
                    <a:cubicBezTo>
                      <a:pt x="6525" y="2392"/>
                      <a:pt x="6452" y="4277"/>
                      <a:pt x="6296" y="5993"/>
                    </a:cubicBezTo>
                    <a:cubicBezTo>
                      <a:pt x="6285" y="6122"/>
                      <a:pt x="6273" y="6249"/>
                      <a:pt x="6261" y="6375"/>
                    </a:cubicBezTo>
                    <a:cubicBezTo>
                      <a:pt x="6258" y="6400"/>
                      <a:pt x="6256" y="6426"/>
                      <a:pt x="6253" y="6451"/>
                    </a:cubicBezTo>
                    <a:cubicBezTo>
                      <a:pt x="6233" y="6650"/>
                      <a:pt x="6212" y="6846"/>
                      <a:pt x="6189" y="7037"/>
                    </a:cubicBezTo>
                    <a:cubicBezTo>
                      <a:pt x="6179" y="7126"/>
                      <a:pt x="6168" y="7214"/>
                      <a:pt x="6157" y="7301"/>
                    </a:cubicBezTo>
                    <a:cubicBezTo>
                      <a:pt x="6114" y="7641"/>
                      <a:pt x="6066" y="7961"/>
                      <a:pt x="6013" y="8256"/>
                    </a:cubicBezTo>
                    <a:lnTo>
                      <a:pt x="6003" y="8245"/>
                    </a:lnTo>
                    <a:cubicBezTo>
                      <a:pt x="5745" y="7980"/>
                      <a:pt x="5467" y="7675"/>
                      <a:pt x="5183" y="7346"/>
                    </a:cubicBezTo>
                    <a:cubicBezTo>
                      <a:pt x="5058" y="7200"/>
                      <a:pt x="4930" y="7051"/>
                      <a:pt x="4802" y="6897"/>
                    </a:cubicBezTo>
                    <a:lnTo>
                      <a:pt x="4802" y="6896"/>
                    </a:lnTo>
                    <a:cubicBezTo>
                      <a:pt x="4787" y="6878"/>
                      <a:pt x="4769" y="6859"/>
                      <a:pt x="4754" y="6839"/>
                    </a:cubicBezTo>
                    <a:cubicBezTo>
                      <a:pt x="4561" y="6608"/>
                      <a:pt x="4367" y="6369"/>
                      <a:pt x="4173" y="6126"/>
                    </a:cubicBezTo>
                    <a:cubicBezTo>
                      <a:pt x="3133" y="4829"/>
                      <a:pt x="2113" y="3433"/>
                      <a:pt x="1497" y="2573"/>
                    </a:cubicBezTo>
                    <a:lnTo>
                      <a:pt x="1497" y="2573"/>
                    </a:lnTo>
                    <a:cubicBezTo>
                      <a:pt x="1790" y="2646"/>
                      <a:pt x="2120" y="2684"/>
                      <a:pt x="2473" y="2684"/>
                    </a:cubicBezTo>
                    <a:cubicBezTo>
                      <a:pt x="3014" y="2684"/>
                      <a:pt x="3610" y="2595"/>
                      <a:pt x="4218" y="2409"/>
                    </a:cubicBezTo>
                    <a:cubicBezTo>
                      <a:pt x="5222" y="2101"/>
                      <a:pt x="6051" y="1587"/>
                      <a:pt x="6562" y="1019"/>
                    </a:cubicBezTo>
                    <a:close/>
                    <a:moveTo>
                      <a:pt x="6583" y="1"/>
                    </a:moveTo>
                    <a:lnTo>
                      <a:pt x="6583" y="7"/>
                    </a:lnTo>
                    <a:cubicBezTo>
                      <a:pt x="6520" y="15"/>
                      <a:pt x="6461" y="43"/>
                      <a:pt x="6415" y="89"/>
                    </a:cubicBezTo>
                    <a:cubicBezTo>
                      <a:pt x="6009" y="501"/>
                      <a:pt x="5188" y="1211"/>
                      <a:pt x="3928" y="1589"/>
                    </a:cubicBezTo>
                    <a:cubicBezTo>
                      <a:pt x="3312" y="1774"/>
                      <a:pt x="2741" y="1835"/>
                      <a:pt x="2253" y="1835"/>
                    </a:cubicBezTo>
                    <a:cubicBezTo>
                      <a:pt x="1775" y="1835"/>
                      <a:pt x="1377" y="1776"/>
                      <a:pt x="1099" y="1721"/>
                    </a:cubicBezTo>
                    <a:cubicBezTo>
                      <a:pt x="1082" y="1717"/>
                      <a:pt x="1064" y="1716"/>
                      <a:pt x="1047" y="1716"/>
                    </a:cubicBezTo>
                    <a:cubicBezTo>
                      <a:pt x="1000" y="1716"/>
                      <a:pt x="954" y="1727"/>
                      <a:pt x="913" y="1748"/>
                    </a:cubicBezTo>
                    <a:cubicBezTo>
                      <a:pt x="911" y="1745"/>
                      <a:pt x="909" y="1743"/>
                      <a:pt x="909" y="1743"/>
                    </a:cubicBezTo>
                    <a:cubicBezTo>
                      <a:pt x="906" y="1746"/>
                      <a:pt x="903" y="1750"/>
                      <a:pt x="898" y="1754"/>
                    </a:cubicBezTo>
                    <a:cubicBezTo>
                      <a:pt x="877" y="1766"/>
                      <a:pt x="857" y="1780"/>
                      <a:pt x="840" y="1798"/>
                    </a:cubicBezTo>
                    <a:cubicBezTo>
                      <a:pt x="769" y="1868"/>
                      <a:pt x="666" y="1969"/>
                      <a:pt x="540" y="2095"/>
                    </a:cubicBezTo>
                    <a:cubicBezTo>
                      <a:pt x="552" y="2106"/>
                      <a:pt x="566" y="2116"/>
                      <a:pt x="578" y="2127"/>
                    </a:cubicBezTo>
                    <a:cubicBezTo>
                      <a:pt x="0" y="2975"/>
                      <a:pt x="147" y="4030"/>
                      <a:pt x="199" y="4403"/>
                    </a:cubicBezTo>
                    <a:cubicBezTo>
                      <a:pt x="212" y="4501"/>
                      <a:pt x="297" y="4571"/>
                      <a:pt x="393" y="4571"/>
                    </a:cubicBezTo>
                    <a:cubicBezTo>
                      <a:pt x="402" y="4571"/>
                      <a:pt x="411" y="4570"/>
                      <a:pt x="421" y="4569"/>
                    </a:cubicBezTo>
                    <a:lnTo>
                      <a:pt x="1233" y="4446"/>
                    </a:lnTo>
                    <a:cubicBezTo>
                      <a:pt x="1244" y="4444"/>
                      <a:pt x="1255" y="4444"/>
                      <a:pt x="1265" y="4444"/>
                    </a:cubicBezTo>
                    <a:cubicBezTo>
                      <a:pt x="1371" y="4444"/>
                      <a:pt x="1462" y="4520"/>
                      <a:pt x="1478" y="4626"/>
                    </a:cubicBezTo>
                    <a:lnTo>
                      <a:pt x="1617" y="5546"/>
                    </a:lnTo>
                    <a:cubicBezTo>
                      <a:pt x="1626" y="5604"/>
                      <a:pt x="1652" y="5658"/>
                      <a:pt x="1690" y="5700"/>
                    </a:cubicBezTo>
                    <a:cubicBezTo>
                      <a:pt x="1991" y="6030"/>
                      <a:pt x="2339" y="6352"/>
                      <a:pt x="2713" y="6653"/>
                    </a:cubicBezTo>
                    <a:cubicBezTo>
                      <a:pt x="3481" y="7271"/>
                      <a:pt x="4360" y="7810"/>
                      <a:pt x="5168" y="8186"/>
                    </a:cubicBezTo>
                    <a:lnTo>
                      <a:pt x="8753" y="19865"/>
                    </a:lnTo>
                    <a:cubicBezTo>
                      <a:pt x="8830" y="19846"/>
                      <a:pt x="8910" y="19826"/>
                      <a:pt x="8988" y="19806"/>
                    </a:cubicBezTo>
                    <a:cubicBezTo>
                      <a:pt x="9159" y="19765"/>
                      <a:pt x="9333" y="19719"/>
                      <a:pt x="9511" y="19673"/>
                    </a:cubicBezTo>
                    <a:lnTo>
                      <a:pt x="9517" y="19670"/>
                    </a:lnTo>
                    <a:cubicBezTo>
                      <a:pt x="9693" y="19609"/>
                      <a:pt x="9865" y="19548"/>
                      <a:pt x="10031" y="19486"/>
                    </a:cubicBezTo>
                    <a:cubicBezTo>
                      <a:pt x="10108" y="19457"/>
                      <a:pt x="10185" y="19430"/>
                      <a:pt x="10260" y="19402"/>
                    </a:cubicBezTo>
                    <a:lnTo>
                      <a:pt x="6670" y="7711"/>
                    </a:lnTo>
                    <a:cubicBezTo>
                      <a:pt x="6702" y="7654"/>
                      <a:pt x="6737" y="7597"/>
                      <a:pt x="6771" y="7537"/>
                    </a:cubicBezTo>
                    <a:lnTo>
                      <a:pt x="6771" y="7538"/>
                    </a:lnTo>
                    <a:cubicBezTo>
                      <a:pt x="7312" y="6593"/>
                      <a:pt x="7941" y="5229"/>
                      <a:pt x="8156" y="3716"/>
                    </a:cubicBezTo>
                    <a:cubicBezTo>
                      <a:pt x="8164" y="3657"/>
                      <a:pt x="8156" y="3599"/>
                      <a:pt x="8131" y="3547"/>
                    </a:cubicBezTo>
                    <a:lnTo>
                      <a:pt x="7731" y="2707"/>
                    </a:lnTo>
                    <a:cubicBezTo>
                      <a:pt x="7680" y="2600"/>
                      <a:pt x="7724" y="2471"/>
                      <a:pt x="7832" y="2420"/>
                    </a:cubicBezTo>
                    <a:lnTo>
                      <a:pt x="8573" y="2066"/>
                    </a:lnTo>
                    <a:cubicBezTo>
                      <a:pt x="8670" y="2019"/>
                      <a:pt x="8712" y="1902"/>
                      <a:pt x="8664" y="1805"/>
                    </a:cubicBezTo>
                    <a:cubicBezTo>
                      <a:pt x="8544" y="1562"/>
                      <a:pt x="8269" y="1001"/>
                      <a:pt x="7771" y="564"/>
                    </a:cubicBezTo>
                    <a:cubicBezTo>
                      <a:pt x="7574" y="392"/>
                      <a:pt x="7343" y="239"/>
                      <a:pt x="7074" y="133"/>
                    </a:cubicBezTo>
                    <a:cubicBezTo>
                      <a:pt x="7077" y="117"/>
                      <a:pt x="7083" y="101"/>
                      <a:pt x="7087" y="86"/>
                    </a:cubicBezTo>
                    <a:cubicBezTo>
                      <a:pt x="6911" y="51"/>
                      <a:pt x="6771" y="25"/>
                      <a:pt x="6672" y="8"/>
                    </a:cubicBezTo>
                    <a:cubicBezTo>
                      <a:pt x="6655" y="4"/>
                      <a:pt x="6638" y="3"/>
                      <a:pt x="6621" y="3"/>
                    </a:cubicBezTo>
                    <a:cubicBezTo>
                      <a:pt x="6614" y="3"/>
                      <a:pt x="6606" y="4"/>
                      <a:pt x="6599" y="4"/>
                    </a:cubicBezTo>
                    <a:cubicBezTo>
                      <a:pt x="6593" y="4"/>
                      <a:pt x="6589" y="2"/>
                      <a:pt x="6583" y="1"/>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5" name="Google Shape;3244;p39">
                <a:extLst>
                  <a:ext uri="{FF2B5EF4-FFF2-40B4-BE49-F238E27FC236}">
                    <a16:creationId xmlns:a16="http://schemas.microsoft.com/office/drawing/2014/main" id="{BAB2031F-6065-B4E9-7172-FE63D750E1BA}"/>
                  </a:ext>
                </a:extLst>
              </p:cNvPr>
              <p:cNvSpPr/>
              <p:nvPr/>
            </p:nvSpPr>
            <p:spPr>
              <a:xfrm>
                <a:off x="5303200" y="599775"/>
                <a:ext cx="48725" cy="129350"/>
              </a:xfrm>
              <a:custGeom>
                <a:avLst/>
                <a:gdLst/>
                <a:ahLst/>
                <a:cxnLst/>
                <a:rect l="l" t="t" r="r" b="b"/>
                <a:pathLst>
                  <a:path w="1949" h="5174" extrusionOk="0">
                    <a:moveTo>
                      <a:pt x="1831" y="0"/>
                    </a:moveTo>
                    <a:cubicBezTo>
                      <a:pt x="1821" y="0"/>
                      <a:pt x="1811" y="2"/>
                      <a:pt x="1800" y="5"/>
                    </a:cubicBezTo>
                    <a:cubicBezTo>
                      <a:pt x="559" y="357"/>
                      <a:pt x="40" y="3659"/>
                      <a:pt x="3" y="5059"/>
                    </a:cubicBezTo>
                    <a:cubicBezTo>
                      <a:pt x="0" y="5133"/>
                      <a:pt x="58" y="5174"/>
                      <a:pt x="115" y="5174"/>
                    </a:cubicBezTo>
                    <a:cubicBezTo>
                      <a:pt x="162" y="5174"/>
                      <a:pt x="208" y="5147"/>
                      <a:pt x="223" y="5089"/>
                    </a:cubicBezTo>
                    <a:lnTo>
                      <a:pt x="223" y="5089"/>
                    </a:lnTo>
                    <a:cubicBezTo>
                      <a:pt x="222" y="5090"/>
                      <a:pt x="222" y="5090"/>
                      <a:pt x="222" y="5090"/>
                    </a:cubicBezTo>
                    <a:cubicBezTo>
                      <a:pt x="223" y="5090"/>
                      <a:pt x="261" y="4944"/>
                      <a:pt x="366" y="4429"/>
                    </a:cubicBezTo>
                    <a:cubicBezTo>
                      <a:pt x="543" y="3454"/>
                      <a:pt x="1076" y="810"/>
                      <a:pt x="1862" y="205"/>
                    </a:cubicBezTo>
                    <a:lnTo>
                      <a:pt x="1861" y="205"/>
                    </a:lnTo>
                    <a:cubicBezTo>
                      <a:pt x="1917" y="188"/>
                      <a:pt x="1948" y="130"/>
                      <a:pt x="1931" y="75"/>
                    </a:cubicBezTo>
                    <a:cubicBezTo>
                      <a:pt x="1917" y="30"/>
                      <a:pt x="1876" y="0"/>
                      <a:pt x="1831" y="0"/>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6" name="Google Shape;3245;p39">
                <a:extLst>
                  <a:ext uri="{FF2B5EF4-FFF2-40B4-BE49-F238E27FC236}">
                    <a16:creationId xmlns:a16="http://schemas.microsoft.com/office/drawing/2014/main" id="{E1792F27-D104-C7B3-12CC-D2EA16317DD3}"/>
                  </a:ext>
                </a:extLst>
              </p:cNvPr>
              <p:cNvSpPr/>
              <p:nvPr/>
            </p:nvSpPr>
            <p:spPr>
              <a:xfrm>
                <a:off x="5516575" y="704600"/>
                <a:ext cx="20000" cy="17925"/>
              </a:xfrm>
              <a:custGeom>
                <a:avLst/>
                <a:gdLst/>
                <a:ahLst/>
                <a:cxnLst/>
                <a:rect l="l" t="t" r="r" b="b"/>
                <a:pathLst>
                  <a:path w="800" h="717" extrusionOk="0">
                    <a:moveTo>
                      <a:pt x="400" y="1"/>
                    </a:moveTo>
                    <a:cubicBezTo>
                      <a:pt x="365" y="1"/>
                      <a:pt x="330" y="6"/>
                      <a:pt x="296" y="17"/>
                    </a:cubicBezTo>
                    <a:cubicBezTo>
                      <a:pt x="107" y="75"/>
                      <a:pt x="1" y="275"/>
                      <a:pt x="58" y="463"/>
                    </a:cubicBezTo>
                    <a:cubicBezTo>
                      <a:pt x="106" y="617"/>
                      <a:pt x="248" y="716"/>
                      <a:pt x="401" y="716"/>
                    </a:cubicBezTo>
                    <a:cubicBezTo>
                      <a:pt x="436" y="716"/>
                      <a:pt x="471" y="711"/>
                      <a:pt x="506" y="700"/>
                    </a:cubicBezTo>
                    <a:cubicBezTo>
                      <a:pt x="694" y="642"/>
                      <a:pt x="800" y="442"/>
                      <a:pt x="742" y="254"/>
                    </a:cubicBezTo>
                    <a:cubicBezTo>
                      <a:pt x="694" y="100"/>
                      <a:pt x="552" y="1"/>
                      <a:pt x="400" y="1"/>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7" name="Google Shape;3246;p39">
                <a:extLst>
                  <a:ext uri="{FF2B5EF4-FFF2-40B4-BE49-F238E27FC236}">
                    <a16:creationId xmlns:a16="http://schemas.microsoft.com/office/drawing/2014/main" id="{CF57E389-3136-9463-DBCF-F40E4F7BF84D}"/>
                  </a:ext>
                </a:extLst>
              </p:cNvPr>
              <p:cNvSpPr/>
              <p:nvPr/>
            </p:nvSpPr>
            <p:spPr>
              <a:xfrm>
                <a:off x="5533325" y="759125"/>
                <a:ext cx="20000" cy="17875"/>
              </a:xfrm>
              <a:custGeom>
                <a:avLst/>
                <a:gdLst/>
                <a:ahLst/>
                <a:cxnLst/>
                <a:rect l="l" t="t" r="r" b="b"/>
                <a:pathLst>
                  <a:path w="800" h="715" extrusionOk="0">
                    <a:moveTo>
                      <a:pt x="400" y="0"/>
                    </a:moveTo>
                    <a:cubicBezTo>
                      <a:pt x="365" y="0"/>
                      <a:pt x="329" y="5"/>
                      <a:pt x="294" y="16"/>
                    </a:cubicBezTo>
                    <a:cubicBezTo>
                      <a:pt x="106" y="74"/>
                      <a:pt x="0" y="274"/>
                      <a:pt x="58" y="463"/>
                    </a:cubicBezTo>
                    <a:cubicBezTo>
                      <a:pt x="106" y="617"/>
                      <a:pt x="247" y="715"/>
                      <a:pt x="400" y="715"/>
                    </a:cubicBezTo>
                    <a:cubicBezTo>
                      <a:pt x="434" y="715"/>
                      <a:pt x="469" y="710"/>
                      <a:pt x="504" y="699"/>
                    </a:cubicBezTo>
                    <a:cubicBezTo>
                      <a:pt x="693" y="642"/>
                      <a:pt x="799" y="442"/>
                      <a:pt x="742" y="253"/>
                    </a:cubicBezTo>
                    <a:cubicBezTo>
                      <a:pt x="694" y="99"/>
                      <a:pt x="553" y="0"/>
                      <a:pt x="400" y="0"/>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8" name="Google Shape;3247;p39">
                <a:extLst>
                  <a:ext uri="{FF2B5EF4-FFF2-40B4-BE49-F238E27FC236}">
                    <a16:creationId xmlns:a16="http://schemas.microsoft.com/office/drawing/2014/main" id="{6996297D-34C0-BF06-8690-3040AFEF6AA7}"/>
                  </a:ext>
                </a:extLst>
              </p:cNvPr>
              <p:cNvSpPr/>
              <p:nvPr/>
            </p:nvSpPr>
            <p:spPr>
              <a:xfrm>
                <a:off x="5550050" y="813625"/>
                <a:ext cx="20000" cy="17900"/>
              </a:xfrm>
              <a:custGeom>
                <a:avLst/>
                <a:gdLst/>
                <a:ahLst/>
                <a:cxnLst/>
                <a:rect l="l" t="t" r="r" b="b"/>
                <a:pathLst>
                  <a:path w="800" h="716" extrusionOk="0">
                    <a:moveTo>
                      <a:pt x="399" y="0"/>
                    </a:moveTo>
                    <a:cubicBezTo>
                      <a:pt x="365" y="0"/>
                      <a:pt x="329" y="5"/>
                      <a:pt x="295" y="16"/>
                    </a:cubicBezTo>
                    <a:cubicBezTo>
                      <a:pt x="107" y="75"/>
                      <a:pt x="1" y="275"/>
                      <a:pt x="58" y="462"/>
                    </a:cubicBezTo>
                    <a:cubicBezTo>
                      <a:pt x="105" y="616"/>
                      <a:pt x="247" y="715"/>
                      <a:pt x="400" y="715"/>
                    </a:cubicBezTo>
                    <a:cubicBezTo>
                      <a:pt x="435" y="715"/>
                      <a:pt x="470" y="710"/>
                      <a:pt x="505" y="700"/>
                    </a:cubicBezTo>
                    <a:cubicBezTo>
                      <a:pt x="693" y="641"/>
                      <a:pt x="800" y="441"/>
                      <a:pt x="741" y="252"/>
                    </a:cubicBezTo>
                    <a:cubicBezTo>
                      <a:pt x="694" y="99"/>
                      <a:pt x="552" y="0"/>
                      <a:pt x="399" y="0"/>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9" name="Google Shape;3248;p39">
                <a:extLst>
                  <a:ext uri="{FF2B5EF4-FFF2-40B4-BE49-F238E27FC236}">
                    <a16:creationId xmlns:a16="http://schemas.microsoft.com/office/drawing/2014/main" id="{06BC0A65-83E8-9110-5664-9042A9CBD1F9}"/>
                  </a:ext>
                </a:extLst>
              </p:cNvPr>
              <p:cNvSpPr/>
              <p:nvPr/>
            </p:nvSpPr>
            <p:spPr>
              <a:xfrm>
                <a:off x="5566800" y="868125"/>
                <a:ext cx="19975" cy="17900"/>
              </a:xfrm>
              <a:custGeom>
                <a:avLst/>
                <a:gdLst/>
                <a:ahLst/>
                <a:cxnLst/>
                <a:rect l="l" t="t" r="r" b="b"/>
                <a:pathLst>
                  <a:path w="799" h="716" extrusionOk="0">
                    <a:moveTo>
                      <a:pt x="400" y="1"/>
                    </a:moveTo>
                    <a:cubicBezTo>
                      <a:pt x="365" y="1"/>
                      <a:pt x="329" y="6"/>
                      <a:pt x="294" y="17"/>
                    </a:cubicBezTo>
                    <a:cubicBezTo>
                      <a:pt x="105" y="74"/>
                      <a:pt x="0" y="274"/>
                      <a:pt x="58" y="463"/>
                    </a:cubicBezTo>
                    <a:cubicBezTo>
                      <a:pt x="105" y="617"/>
                      <a:pt x="246" y="715"/>
                      <a:pt x="399" y="715"/>
                    </a:cubicBezTo>
                    <a:cubicBezTo>
                      <a:pt x="434" y="715"/>
                      <a:pt x="469" y="710"/>
                      <a:pt x="504" y="699"/>
                    </a:cubicBezTo>
                    <a:cubicBezTo>
                      <a:pt x="693" y="642"/>
                      <a:pt x="799" y="442"/>
                      <a:pt x="740" y="253"/>
                    </a:cubicBezTo>
                    <a:cubicBezTo>
                      <a:pt x="694" y="99"/>
                      <a:pt x="553" y="1"/>
                      <a:pt x="400" y="1"/>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90" name="Google Shape;3249;p39">
                <a:extLst>
                  <a:ext uri="{FF2B5EF4-FFF2-40B4-BE49-F238E27FC236}">
                    <a16:creationId xmlns:a16="http://schemas.microsoft.com/office/drawing/2014/main" id="{A8C1996F-2025-15BD-515C-B56B606BF287}"/>
                  </a:ext>
                </a:extLst>
              </p:cNvPr>
              <p:cNvSpPr/>
              <p:nvPr/>
            </p:nvSpPr>
            <p:spPr>
              <a:xfrm>
                <a:off x="5583500" y="922625"/>
                <a:ext cx="20025" cy="17900"/>
              </a:xfrm>
              <a:custGeom>
                <a:avLst/>
                <a:gdLst/>
                <a:ahLst/>
                <a:cxnLst/>
                <a:rect l="l" t="t" r="r" b="b"/>
                <a:pathLst>
                  <a:path w="801" h="716" extrusionOk="0">
                    <a:moveTo>
                      <a:pt x="400" y="1"/>
                    </a:moveTo>
                    <a:cubicBezTo>
                      <a:pt x="366" y="1"/>
                      <a:pt x="330" y="6"/>
                      <a:pt x="296" y="16"/>
                    </a:cubicBezTo>
                    <a:cubicBezTo>
                      <a:pt x="107" y="75"/>
                      <a:pt x="1" y="275"/>
                      <a:pt x="59" y="463"/>
                    </a:cubicBezTo>
                    <a:cubicBezTo>
                      <a:pt x="106" y="617"/>
                      <a:pt x="248" y="716"/>
                      <a:pt x="401" y="716"/>
                    </a:cubicBezTo>
                    <a:cubicBezTo>
                      <a:pt x="436" y="716"/>
                      <a:pt x="471" y="711"/>
                      <a:pt x="506" y="700"/>
                    </a:cubicBezTo>
                    <a:cubicBezTo>
                      <a:pt x="694" y="642"/>
                      <a:pt x="800" y="442"/>
                      <a:pt x="742" y="253"/>
                    </a:cubicBezTo>
                    <a:cubicBezTo>
                      <a:pt x="695" y="100"/>
                      <a:pt x="553" y="1"/>
                      <a:pt x="400" y="1"/>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898" name="Google Shape;3250;p39">
              <a:extLst>
                <a:ext uri="{FF2B5EF4-FFF2-40B4-BE49-F238E27FC236}">
                  <a16:creationId xmlns:a16="http://schemas.microsoft.com/office/drawing/2014/main" id="{68813E6C-DDCE-8E9E-0B38-9F5381D361A6}"/>
                </a:ext>
              </a:extLst>
            </p:cNvPr>
            <p:cNvSpPr/>
            <p:nvPr/>
          </p:nvSpPr>
          <p:spPr>
            <a:xfrm>
              <a:off x="754550" y="2756075"/>
              <a:ext cx="510725" cy="515925"/>
            </a:xfrm>
            <a:custGeom>
              <a:avLst/>
              <a:gdLst/>
              <a:ahLst/>
              <a:cxnLst/>
              <a:rect l="l" t="t" r="r" b="b"/>
              <a:pathLst>
                <a:path w="20429" h="20637" extrusionOk="0">
                  <a:moveTo>
                    <a:pt x="10294" y="315"/>
                  </a:moveTo>
                  <a:lnTo>
                    <a:pt x="10294" y="315"/>
                  </a:lnTo>
                  <a:cubicBezTo>
                    <a:pt x="10292" y="484"/>
                    <a:pt x="10287" y="750"/>
                    <a:pt x="10277" y="1087"/>
                  </a:cubicBezTo>
                  <a:cubicBezTo>
                    <a:pt x="9770" y="1633"/>
                    <a:pt x="8957" y="2122"/>
                    <a:pt x="8014" y="2411"/>
                  </a:cubicBezTo>
                  <a:cubicBezTo>
                    <a:pt x="7424" y="2593"/>
                    <a:pt x="6832" y="2681"/>
                    <a:pt x="6293" y="2681"/>
                  </a:cubicBezTo>
                  <a:cubicBezTo>
                    <a:pt x="5970" y="2681"/>
                    <a:pt x="5667" y="2649"/>
                    <a:pt x="5396" y="2587"/>
                  </a:cubicBezTo>
                  <a:cubicBezTo>
                    <a:pt x="5197" y="2310"/>
                    <a:pt x="5041" y="2091"/>
                    <a:pt x="4946" y="1954"/>
                  </a:cubicBezTo>
                  <a:lnTo>
                    <a:pt x="4946" y="1954"/>
                  </a:lnTo>
                  <a:cubicBezTo>
                    <a:pt x="5256" y="2014"/>
                    <a:pt x="5642" y="2062"/>
                    <a:pt x="6083" y="2062"/>
                  </a:cubicBezTo>
                  <a:cubicBezTo>
                    <a:pt x="6591" y="2062"/>
                    <a:pt x="7172" y="1997"/>
                    <a:pt x="7791" y="1812"/>
                  </a:cubicBezTo>
                  <a:cubicBezTo>
                    <a:pt x="8974" y="1457"/>
                    <a:pt x="9800" y="807"/>
                    <a:pt x="10294" y="315"/>
                  </a:cubicBezTo>
                  <a:close/>
                  <a:moveTo>
                    <a:pt x="10269" y="1425"/>
                  </a:moveTo>
                  <a:cubicBezTo>
                    <a:pt x="10239" y="2471"/>
                    <a:pt x="10168" y="4372"/>
                    <a:pt x="10012" y="6096"/>
                  </a:cubicBezTo>
                  <a:cubicBezTo>
                    <a:pt x="10000" y="6223"/>
                    <a:pt x="9987" y="6351"/>
                    <a:pt x="9976" y="6478"/>
                  </a:cubicBezTo>
                  <a:lnTo>
                    <a:pt x="9975" y="6493"/>
                  </a:lnTo>
                  <a:cubicBezTo>
                    <a:pt x="9972" y="6513"/>
                    <a:pt x="9971" y="6531"/>
                    <a:pt x="9968" y="6552"/>
                  </a:cubicBezTo>
                  <a:cubicBezTo>
                    <a:pt x="9948" y="6751"/>
                    <a:pt x="9928" y="6946"/>
                    <a:pt x="9905" y="7136"/>
                  </a:cubicBezTo>
                  <a:cubicBezTo>
                    <a:pt x="9895" y="7226"/>
                    <a:pt x="9883" y="7313"/>
                    <a:pt x="9872" y="7399"/>
                  </a:cubicBezTo>
                  <a:cubicBezTo>
                    <a:pt x="9840" y="7658"/>
                    <a:pt x="9803" y="7901"/>
                    <a:pt x="9767" y="8125"/>
                  </a:cubicBezTo>
                  <a:cubicBezTo>
                    <a:pt x="9559" y="7905"/>
                    <a:pt x="9334" y="7658"/>
                    <a:pt x="9099" y="7385"/>
                  </a:cubicBezTo>
                  <a:cubicBezTo>
                    <a:pt x="8974" y="7239"/>
                    <a:pt x="8846" y="7090"/>
                    <a:pt x="8721" y="6938"/>
                  </a:cubicBezTo>
                  <a:lnTo>
                    <a:pt x="8671" y="6879"/>
                  </a:lnTo>
                  <a:cubicBezTo>
                    <a:pt x="8479" y="6648"/>
                    <a:pt x="8283" y="6411"/>
                    <a:pt x="8090" y="6169"/>
                  </a:cubicBezTo>
                  <a:cubicBezTo>
                    <a:pt x="7149" y="4992"/>
                    <a:pt x="6216" y="3725"/>
                    <a:pt x="5590" y="2860"/>
                  </a:cubicBezTo>
                  <a:lnTo>
                    <a:pt x="5590" y="2860"/>
                  </a:lnTo>
                  <a:cubicBezTo>
                    <a:pt x="5811" y="2895"/>
                    <a:pt x="6045" y="2913"/>
                    <a:pt x="6292" y="2913"/>
                  </a:cubicBezTo>
                  <a:cubicBezTo>
                    <a:pt x="6850" y="2913"/>
                    <a:pt x="7463" y="2820"/>
                    <a:pt x="8080" y="2630"/>
                  </a:cubicBezTo>
                  <a:cubicBezTo>
                    <a:pt x="8968" y="2357"/>
                    <a:pt x="9736" y="1925"/>
                    <a:pt x="10269" y="1425"/>
                  </a:cubicBezTo>
                  <a:close/>
                  <a:moveTo>
                    <a:pt x="10524" y="249"/>
                  </a:moveTo>
                  <a:cubicBezTo>
                    <a:pt x="10604" y="266"/>
                    <a:pt x="10684" y="288"/>
                    <a:pt x="10763" y="316"/>
                  </a:cubicBezTo>
                  <a:cubicBezTo>
                    <a:pt x="10834" y="339"/>
                    <a:pt x="10906" y="368"/>
                    <a:pt x="10976" y="402"/>
                  </a:cubicBezTo>
                  <a:cubicBezTo>
                    <a:pt x="11169" y="490"/>
                    <a:pt x="11352" y="612"/>
                    <a:pt x="11525" y="763"/>
                  </a:cubicBezTo>
                  <a:cubicBezTo>
                    <a:pt x="12002" y="1183"/>
                    <a:pt x="12274" y="1731"/>
                    <a:pt x="12391" y="1968"/>
                  </a:cubicBezTo>
                  <a:cubicBezTo>
                    <a:pt x="12401" y="1987"/>
                    <a:pt x="12401" y="2008"/>
                    <a:pt x="12394" y="2028"/>
                  </a:cubicBezTo>
                  <a:cubicBezTo>
                    <a:pt x="12387" y="2050"/>
                    <a:pt x="12373" y="2066"/>
                    <a:pt x="12353" y="2076"/>
                  </a:cubicBezTo>
                  <a:lnTo>
                    <a:pt x="11612" y="2430"/>
                  </a:lnTo>
                  <a:cubicBezTo>
                    <a:pt x="11448" y="2508"/>
                    <a:pt x="11379" y="2704"/>
                    <a:pt x="11456" y="2869"/>
                  </a:cubicBezTo>
                  <a:lnTo>
                    <a:pt x="11857" y="3708"/>
                  </a:lnTo>
                  <a:cubicBezTo>
                    <a:pt x="11872" y="3742"/>
                    <a:pt x="11878" y="3777"/>
                    <a:pt x="11874" y="3811"/>
                  </a:cubicBezTo>
                  <a:cubicBezTo>
                    <a:pt x="11655" y="5340"/>
                    <a:pt x="11007" y="6711"/>
                    <a:pt x="10501" y="7595"/>
                  </a:cubicBezTo>
                  <a:cubicBezTo>
                    <a:pt x="10467" y="7652"/>
                    <a:pt x="10432" y="7711"/>
                    <a:pt x="10402" y="7762"/>
                  </a:cubicBezTo>
                  <a:cubicBezTo>
                    <a:pt x="10394" y="7774"/>
                    <a:pt x="10388" y="7785"/>
                    <a:pt x="10381" y="7798"/>
                  </a:cubicBezTo>
                  <a:lnTo>
                    <a:pt x="10362" y="7828"/>
                  </a:lnTo>
                  <a:cubicBezTo>
                    <a:pt x="10332" y="7881"/>
                    <a:pt x="10301" y="7933"/>
                    <a:pt x="10269" y="7981"/>
                  </a:cubicBezTo>
                  <a:cubicBezTo>
                    <a:pt x="10252" y="8008"/>
                    <a:pt x="10235" y="8035"/>
                    <a:pt x="10219" y="8061"/>
                  </a:cubicBezTo>
                  <a:cubicBezTo>
                    <a:pt x="10171" y="8139"/>
                    <a:pt x="10125" y="8210"/>
                    <a:pt x="10079" y="8280"/>
                  </a:cubicBezTo>
                  <a:cubicBezTo>
                    <a:pt x="10049" y="8326"/>
                    <a:pt x="10019" y="8370"/>
                    <a:pt x="9989" y="8416"/>
                  </a:cubicBezTo>
                  <a:cubicBezTo>
                    <a:pt x="9956" y="8465"/>
                    <a:pt x="9915" y="8526"/>
                    <a:pt x="9886" y="8535"/>
                  </a:cubicBezTo>
                  <a:cubicBezTo>
                    <a:pt x="9883" y="8535"/>
                    <a:pt x="9876" y="8535"/>
                    <a:pt x="9865" y="8532"/>
                  </a:cubicBezTo>
                  <a:cubicBezTo>
                    <a:pt x="9776" y="8500"/>
                    <a:pt x="9683" y="8466"/>
                    <a:pt x="9590" y="8430"/>
                  </a:cubicBezTo>
                  <a:cubicBezTo>
                    <a:pt x="9514" y="8400"/>
                    <a:pt x="9437" y="8369"/>
                    <a:pt x="9358" y="8336"/>
                  </a:cubicBezTo>
                  <a:cubicBezTo>
                    <a:pt x="9325" y="8321"/>
                    <a:pt x="9293" y="8307"/>
                    <a:pt x="9260" y="8293"/>
                  </a:cubicBezTo>
                  <a:cubicBezTo>
                    <a:pt x="9200" y="8267"/>
                    <a:pt x="9137" y="8239"/>
                    <a:pt x="9069" y="8207"/>
                  </a:cubicBezTo>
                  <a:lnTo>
                    <a:pt x="9049" y="8199"/>
                  </a:lnTo>
                  <a:lnTo>
                    <a:pt x="9045" y="8196"/>
                  </a:lnTo>
                  <a:cubicBezTo>
                    <a:pt x="8210" y="7807"/>
                    <a:pt x="7347" y="7268"/>
                    <a:pt x="6614" y="6678"/>
                  </a:cubicBezTo>
                  <a:cubicBezTo>
                    <a:pt x="6229" y="6367"/>
                    <a:pt x="5889" y="6049"/>
                    <a:pt x="5603" y="5737"/>
                  </a:cubicBezTo>
                  <a:cubicBezTo>
                    <a:pt x="5580" y="5712"/>
                    <a:pt x="5566" y="5678"/>
                    <a:pt x="5559" y="5643"/>
                  </a:cubicBezTo>
                  <a:lnTo>
                    <a:pt x="5420" y="4724"/>
                  </a:lnTo>
                  <a:cubicBezTo>
                    <a:pt x="5407" y="4635"/>
                    <a:pt x="5360" y="4559"/>
                    <a:pt x="5290" y="4506"/>
                  </a:cubicBezTo>
                  <a:cubicBezTo>
                    <a:pt x="5232" y="4465"/>
                    <a:pt x="5164" y="4442"/>
                    <a:pt x="5094" y="4442"/>
                  </a:cubicBezTo>
                  <a:cubicBezTo>
                    <a:pt x="5077" y="4442"/>
                    <a:pt x="5061" y="4444"/>
                    <a:pt x="5044" y="4447"/>
                  </a:cubicBezTo>
                  <a:lnTo>
                    <a:pt x="4234" y="4569"/>
                  </a:lnTo>
                  <a:cubicBezTo>
                    <a:pt x="4231" y="4570"/>
                    <a:pt x="4227" y="4570"/>
                    <a:pt x="4223" y="4570"/>
                  </a:cubicBezTo>
                  <a:cubicBezTo>
                    <a:pt x="4204" y="4570"/>
                    <a:pt x="4186" y="4563"/>
                    <a:pt x="4172" y="4552"/>
                  </a:cubicBezTo>
                  <a:cubicBezTo>
                    <a:pt x="4155" y="4541"/>
                    <a:pt x="4143" y="4521"/>
                    <a:pt x="4139" y="4498"/>
                  </a:cubicBezTo>
                  <a:cubicBezTo>
                    <a:pt x="4092" y="4146"/>
                    <a:pt x="3959" y="3201"/>
                    <a:pt x="4432" y="2410"/>
                  </a:cubicBezTo>
                  <a:cubicBezTo>
                    <a:pt x="4471" y="2346"/>
                    <a:pt x="4514" y="2281"/>
                    <a:pt x="4561" y="2220"/>
                  </a:cubicBezTo>
                  <a:cubicBezTo>
                    <a:pt x="4609" y="2156"/>
                    <a:pt x="4662" y="2093"/>
                    <a:pt x="4722" y="2031"/>
                  </a:cubicBezTo>
                  <a:cubicBezTo>
                    <a:pt x="4788" y="2126"/>
                    <a:pt x="4895" y="2280"/>
                    <a:pt x="5038" y="2478"/>
                  </a:cubicBezTo>
                  <a:cubicBezTo>
                    <a:pt x="5104" y="2573"/>
                    <a:pt x="5180" y="2677"/>
                    <a:pt x="5261" y="2790"/>
                  </a:cubicBezTo>
                  <a:cubicBezTo>
                    <a:pt x="5882" y="3656"/>
                    <a:pt x="6892" y="5037"/>
                    <a:pt x="7911" y="6311"/>
                  </a:cubicBezTo>
                  <a:cubicBezTo>
                    <a:pt x="8107" y="6554"/>
                    <a:pt x="8302" y="6793"/>
                    <a:pt x="8493" y="7024"/>
                  </a:cubicBezTo>
                  <a:lnTo>
                    <a:pt x="8543" y="7083"/>
                  </a:lnTo>
                  <a:cubicBezTo>
                    <a:pt x="8672" y="7237"/>
                    <a:pt x="8799" y="7388"/>
                    <a:pt x="8925" y="7533"/>
                  </a:cubicBezTo>
                  <a:cubicBezTo>
                    <a:pt x="9137" y="7778"/>
                    <a:pt x="9341" y="8005"/>
                    <a:pt x="9533" y="8208"/>
                  </a:cubicBezTo>
                  <a:cubicBezTo>
                    <a:pt x="9591" y="8273"/>
                    <a:pt x="9650" y="8334"/>
                    <a:pt x="9707" y="8394"/>
                  </a:cubicBezTo>
                  <a:cubicBezTo>
                    <a:pt x="9721" y="8409"/>
                    <a:pt x="9736" y="8423"/>
                    <a:pt x="9749" y="8437"/>
                  </a:cubicBezTo>
                  <a:lnTo>
                    <a:pt x="9760" y="8449"/>
                  </a:lnTo>
                  <a:cubicBezTo>
                    <a:pt x="9782" y="8471"/>
                    <a:pt x="9812" y="8484"/>
                    <a:pt x="9843" y="8484"/>
                  </a:cubicBezTo>
                  <a:cubicBezTo>
                    <a:pt x="9854" y="8484"/>
                    <a:pt x="9865" y="8482"/>
                    <a:pt x="9876" y="8479"/>
                  </a:cubicBezTo>
                  <a:cubicBezTo>
                    <a:pt x="9916" y="8465"/>
                    <a:pt x="9947" y="8432"/>
                    <a:pt x="9954" y="8389"/>
                  </a:cubicBezTo>
                  <a:cubicBezTo>
                    <a:pt x="9959" y="8364"/>
                    <a:pt x="9963" y="8339"/>
                    <a:pt x="9967" y="8314"/>
                  </a:cubicBezTo>
                  <a:cubicBezTo>
                    <a:pt x="9980" y="8233"/>
                    <a:pt x="9996" y="8149"/>
                    <a:pt x="10009" y="8063"/>
                  </a:cubicBezTo>
                  <a:cubicBezTo>
                    <a:pt x="10040" y="7864"/>
                    <a:pt x="10070" y="7651"/>
                    <a:pt x="10098" y="7428"/>
                  </a:cubicBezTo>
                  <a:cubicBezTo>
                    <a:pt x="10109" y="7342"/>
                    <a:pt x="10122" y="7252"/>
                    <a:pt x="10132" y="7163"/>
                  </a:cubicBezTo>
                  <a:cubicBezTo>
                    <a:pt x="10155" y="6971"/>
                    <a:pt x="10176" y="6774"/>
                    <a:pt x="10196" y="6577"/>
                  </a:cubicBezTo>
                  <a:lnTo>
                    <a:pt x="10201" y="6513"/>
                  </a:lnTo>
                  <a:lnTo>
                    <a:pt x="10202" y="6500"/>
                  </a:lnTo>
                  <a:cubicBezTo>
                    <a:pt x="10216" y="6372"/>
                    <a:pt x="10228" y="6245"/>
                    <a:pt x="10239" y="6116"/>
                  </a:cubicBezTo>
                  <a:cubicBezTo>
                    <a:pt x="10392" y="4413"/>
                    <a:pt x="10465" y="2567"/>
                    <a:pt x="10501" y="1320"/>
                  </a:cubicBezTo>
                  <a:cubicBezTo>
                    <a:pt x="10502" y="1272"/>
                    <a:pt x="10502" y="1226"/>
                    <a:pt x="10504" y="1181"/>
                  </a:cubicBezTo>
                  <a:cubicBezTo>
                    <a:pt x="10507" y="1043"/>
                    <a:pt x="10510" y="913"/>
                    <a:pt x="10514" y="797"/>
                  </a:cubicBezTo>
                  <a:cubicBezTo>
                    <a:pt x="10518" y="554"/>
                    <a:pt x="10522" y="365"/>
                    <a:pt x="10524" y="249"/>
                  </a:cubicBezTo>
                  <a:close/>
                  <a:moveTo>
                    <a:pt x="19585" y="5842"/>
                  </a:moveTo>
                  <a:cubicBezTo>
                    <a:pt x="19820" y="6099"/>
                    <a:pt x="20009" y="6308"/>
                    <a:pt x="20123" y="6435"/>
                  </a:cubicBezTo>
                  <a:cubicBezTo>
                    <a:pt x="20153" y="6468"/>
                    <a:pt x="20168" y="6511"/>
                    <a:pt x="20168" y="6553"/>
                  </a:cubicBezTo>
                  <a:cubicBezTo>
                    <a:pt x="20168" y="6580"/>
                    <a:pt x="20163" y="6605"/>
                    <a:pt x="20149" y="6630"/>
                  </a:cubicBezTo>
                  <a:lnTo>
                    <a:pt x="18366" y="10262"/>
                  </a:lnTo>
                  <a:cubicBezTo>
                    <a:pt x="18343" y="10309"/>
                    <a:pt x="18300" y="10342"/>
                    <a:pt x="18248" y="10356"/>
                  </a:cubicBezTo>
                  <a:cubicBezTo>
                    <a:pt x="18235" y="10359"/>
                    <a:pt x="18221" y="10360"/>
                    <a:pt x="18208" y="10360"/>
                  </a:cubicBezTo>
                  <a:cubicBezTo>
                    <a:pt x="18169" y="10360"/>
                    <a:pt x="18132" y="10348"/>
                    <a:pt x="18100" y="10325"/>
                  </a:cubicBezTo>
                  <a:lnTo>
                    <a:pt x="17386" y="9783"/>
                  </a:lnTo>
                  <a:lnTo>
                    <a:pt x="19585" y="5842"/>
                  </a:lnTo>
                  <a:close/>
                  <a:moveTo>
                    <a:pt x="360" y="11743"/>
                  </a:moveTo>
                  <a:lnTo>
                    <a:pt x="4391" y="13771"/>
                  </a:lnTo>
                  <a:lnTo>
                    <a:pt x="4103" y="14620"/>
                  </a:lnTo>
                  <a:cubicBezTo>
                    <a:pt x="4086" y="14672"/>
                    <a:pt x="4049" y="14712"/>
                    <a:pt x="3999" y="14729"/>
                  </a:cubicBezTo>
                  <a:cubicBezTo>
                    <a:pt x="3978" y="14737"/>
                    <a:pt x="3957" y="14741"/>
                    <a:pt x="3935" y="14741"/>
                  </a:cubicBezTo>
                  <a:cubicBezTo>
                    <a:pt x="3905" y="14741"/>
                    <a:pt x="3876" y="14734"/>
                    <a:pt x="3849" y="14718"/>
                  </a:cubicBezTo>
                  <a:lnTo>
                    <a:pt x="335" y="12714"/>
                  </a:lnTo>
                  <a:cubicBezTo>
                    <a:pt x="272" y="12678"/>
                    <a:pt x="238" y="12608"/>
                    <a:pt x="247" y="12537"/>
                  </a:cubicBezTo>
                  <a:cubicBezTo>
                    <a:pt x="261" y="12440"/>
                    <a:pt x="278" y="12308"/>
                    <a:pt x="302" y="12145"/>
                  </a:cubicBezTo>
                  <a:cubicBezTo>
                    <a:pt x="308" y="12096"/>
                    <a:pt x="315" y="12045"/>
                    <a:pt x="324" y="11989"/>
                  </a:cubicBezTo>
                  <a:cubicBezTo>
                    <a:pt x="335" y="11912"/>
                    <a:pt x="347" y="11829"/>
                    <a:pt x="360" y="11743"/>
                  </a:cubicBezTo>
                  <a:close/>
                  <a:moveTo>
                    <a:pt x="11472" y="428"/>
                  </a:moveTo>
                  <a:lnTo>
                    <a:pt x="11472" y="428"/>
                  </a:lnTo>
                  <a:cubicBezTo>
                    <a:pt x="12669" y="684"/>
                    <a:pt x="14595" y="1162"/>
                    <a:pt x="15457" y="1759"/>
                  </a:cubicBezTo>
                  <a:cubicBezTo>
                    <a:pt x="16379" y="2397"/>
                    <a:pt x="18314" y="4454"/>
                    <a:pt x="19424" y="5665"/>
                  </a:cubicBezTo>
                  <a:lnTo>
                    <a:pt x="17203" y="9644"/>
                  </a:lnTo>
                  <a:lnTo>
                    <a:pt x="16844" y="9371"/>
                  </a:lnTo>
                  <a:lnTo>
                    <a:pt x="14214" y="3268"/>
                  </a:lnTo>
                  <a:cubicBezTo>
                    <a:pt x="14196" y="3224"/>
                    <a:pt x="14154" y="3198"/>
                    <a:pt x="14109" y="3198"/>
                  </a:cubicBezTo>
                  <a:cubicBezTo>
                    <a:pt x="14094" y="3198"/>
                    <a:pt x="14078" y="3201"/>
                    <a:pt x="14063" y="3208"/>
                  </a:cubicBezTo>
                  <a:cubicBezTo>
                    <a:pt x="14006" y="3232"/>
                    <a:pt x="13979" y="3299"/>
                    <a:pt x="14004" y="3357"/>
                  </a:cubicBezTo>
                  <a:lnTo>
                    <a:pt x="16474" y="9091"/>
                  </a:lnTo>
                  <a:lnTo>
                    <a:pt x="16656" y="9515"/>
                  </a:lnTo>
                  <a:lnTo>
                    <a:pt x="16830" y="9917"/>
                  </a:lnTo>
                  <a:lnTo>
                    <a:pt x="19493" y="15962"/>
                  </a:lnTo>
                  <a:cubicBezTo>
                    <a:pt x="19298" y="16252"/>
                    <a:pt x="18087" y="17846"/>
                    <a:pt x="14217" y="19344"/>
                  </a:cubicBezTo>
                  <a:lnTo>
                    <a:pt x="14162" y="19365"/>
                  </a:lnTo>
                  <a:lnTo>
                    <a:pt x="10701" y="8090"/>
                  </a:lnTo>
                  <a:lnTo>
                    <a:pt x="10633" y="7871"/>
                  </a:lnTo>
                  <a:lnTo>
                    <a:pt x="10623" y="7837"/>
                  </a:lnTo>
                  <a:cubicBezTo>
                    <a:pt x="10650" y="7795"/>
                    <a:pt x="10674" y="7752"/>
                    <a:pt x="10698" y="7708"/>
                  </a:cubicBezTo>
                  <a:cubicBezTo>
                    <a:pt x="11213" y="6807"/>
                    <a:pt x="11875" y="5409"/>
                    <a:pt x="12098" y="3845"/>
                  </a:cubicBezTo>
                  <a:cubicBezTo>
                    <a:pt x="12110" y="3764"/>
                    <a:pt x="12097" y="3683"/>
                    <a:pt x="12064" y="3611"/>
                  </a:cubicBezTo>
                  <a:lnTo>
                    <a:pt x="11663" y="2772"/>
                  </a:lnTo>
                  <a:cubicBezTo>
                    <a:pt x="11638" y="2722"/>
                    <a:pt x="11659" y="2660"/>
                    <a:pt x="11709" y="2638"/>
                  </a:cubicBezTo>
                  <a:lnTo>
                    <a:pt x="12450" y="2283"/>
                  </a:lnTo>
                  <a:cubicBezTo>
                    <a:pt x="12450" y="2283"/>
                    <a:pt x="12453" y="2283"/>
                    <a:pt x="12453" y="2282"/>
                  </a:cubicBezTo>
                  <a:cubicBezTo>
                    <a:pt x="12527" y="2246"/>
                    <a:pt x="12583" y="2183"/>
                    <a:pt x="12611" y="2103"/>
                  </a:cubicBezTo>
                  <a:cubicBezTo>
                    <a:pt x="12637" y="2025"/>
                    <a:pt x="12633" y="1941"/>
                    <a:pt x="12594" y="1865"/>
                  </a:cubicBezTo>
                  <a:cubicBezTo>
                    <a:pt x="12473" y="1618"/>
                    <a:pt x="12187" y="1040"/>
                    <a:pt x="11675" y="591"/>
                  </a:cubicBezTo>
                  <a:cubicBezTo>
                    <a:pt x="11609" y="533"/>
                    <a:pt x="11541" y="478"/>
                    <a:pt x="11472" y="428"/>
                  </a:cubicBezTo>
                  <a:close/>
                  <a:moveTo>
                    <a:pt x="10481" y="8157"/>
                  </a:moveTo>
                  <a:lnTo>
                    <a:pt x="13947" y="19444"/>
                  </a:lnTo>
                  <a:lnTo>
                    <a:pt x="13947" y="19445"/>
                  </a:lnTo>
                  <a:cubicBezTo>
                    <a:pt x="13906" y="19461"/>
                    <a:pt x="13863" y="19475"/>
                    <a:pt x="13820" y="19492"/>
                  </a:cubicBezTo>
                  <a:cubicBezTo>
                    <a:pt x="13655" y="19553"/>
                    <a:pt x="13483" y="19614"/>
                    <a:pt x="13311" y="19674"/>
                  </a:cubicBezTo>
                  <a:cubicBezTo>
                    <a:pt x="13134" y="19722"/>
                    <a:pt x="12960" y="19767"/>
                    <a:pt x="12790" y="19810"/>
                  </a:cubicBezTo>
                  <a:cubicBezTo>
                    <a:pt x="12746" y="19819"/>
                    <a:pt x="12702" y="19831"/>
                    <a:pt x="12659" y="19841"/>
                  </a:cubicBezTo>
                  <a:lnTo>
                    <a:pt x="9194" y="8553"/>
                  </a:lnTo>
                  <a:lnTo>
                    <a:pt x="9247" y="8536"/>
                  </a:lnTo>
                  <a:cubicBezTo>
                    <a:pt x="9254" y="8539"/>
                    <a:pt x="9261" y="8543"/>
                    <a:pt x="9270" y="8546"/>
                  </a:cubicBezTo>
                  <a:cubicBezTo>
                    <a:pt x="9447" y="8622"/>
                    <a:pt x="9622" y="8689"/>
                    <a:pt x="9792" y="8748"/>
                  </a:cubicBezTo>
                  <a:cubicBezTo>
                    <a:pt x="9823" y="8758"/>
                    <a:pt x="9853" y="8763"/>
                    <a:pt x="9883" y="8763"/>
                  </a:cubicBezTo>
                  <a:cubicBezTo>
                    <a:pt x="9906" y="8763"/>
                    <a:pt x="9929" y="8759"/>
                    <a:pt x="9953" y="8753"/>
                  </a:cubicBezTo>
                  <a:cubicBezTo>
                    <a:pt x="10058" y="8722"/>
                    <a:pt x="10122" y="8627"/>
                    <a:pt x="10185" y="8533"/>
                  </a:cubicBezTo>
                  <a:cubicBezTo>
                    <a:pt x="10255" y="8430"/>
                    <a:pt x="10332" y="8313"/>
                    <a:pt x="10412" y="8184"/>
                  </a:cubicBezTo>
                  <a:cubicBezTo>
                    <a:pt x="10414" y="8180"/>
                    <a:pt x="10415" y="8178"/>
                    <a:pt x="10418" y="8175"/>
                  </a:cubicBezTo>
                  <a:lnTo>
                    <a:pt x="10481" y="8157"/>
                  </a:lnTo>
                  <a:close/>
                  <a:moveTo>
                    <a:pt x="4036" y="2713"/>
                  </a:moveTo>
                  <a:cubicBezTo>
                    <a:pt x="3764" y="3455"/>
                    <a:pt x="3870" y="4215"/>
                    <a:pt x="3915" y="4533"/>
                  </a:cubicBezTo>
                  <a:cubicBezTo>
                    <a:pt x="3926" y="4614"/>
                    <a:pt x="3968" y="4686"/>
                    <a:pt x="4033" y="4736"/>
                  </a:cubicBezTo>
                  <a:cubicBezTo>
                    <a:pt x="4089" y="4776"/>
                    <a:pt x="4152" y="4798"/>
                    <a:pt x="4219" y="4798"/>
                  </a:cubicBezTo>
                  <a:cubicBezTo>
                    <a:pt x="4235" y="4798"/>
                    <a:pt x="4251" y="4797"/>
                    <a:pt x="4268" y="4794"/>
                  </a:cubicBezTo>
                  <a:lnTo>
                    <a:pt x="5080" y="4672"/>
                  </a:lnTo>
                  <a:cubicBezTo>
                    <a:pt x="5084" y="4671"/>
                    <a:pt x="5089" y="4671"/>
                    <a:pt x="5093" y="4671"/>
                  </a:cubicBezTo>
                  <a:cubicBezTo>
                    <a:pt x="5115" y="4671"/>
                    <a:pt x="5136" y="4677"/>
                    <a:pt x="5154" y="4689"/>
                  </a:cubicBezTo>
                  <a:cubicBezTo>
                    <a:pt x="5176" y="4706"/>
                    <a:pt x="5190" y="4729"/>
                    <a:pt x="5193" y="4756"/>
                  </a:cubicBezTo>
                  <a:lnTo>
                    <a:pt x="5334" y="5677"/>
                  </a:lnTo>
                  <a:cubicBezTo>
                    <a:pt x="5347" y="5759"/>
                    <a:pt x="5382" y="5832"/>
                    <a:pt x="5435" y="5890"/>
                  </a:cubicBezTo>
                  <a:cubicBezTo>
                    <a:pt x="5728" y="6213"/>
                    <a:pt x="6077" y="6538"/>
                    <a:pt x="6470" y="6855"/>
                  </a:cubicBezTo>
                  <a:cubicBezTo>
                    <a:pt x="7207" y="7448"/>
                    <a:pt x="8070" y="7990"/>
                    <a:pt x="8902" y="8380"/>
                  </a:cubicBezTo>
                  <a:lnTo>
                    <a:pt x="8909" y="8400"/>
                  </a:lnTo>
                  <a:lnTo>
                    <a:pt x="8975" y="8619"/>
                  </a:lnTo>
                  <a:lnTo>
                    <a:pt x="12436" y="19894"/>
                  </a:lnTo>
                  <a:cubicBezTo>
                    <a:pt x="10776" y="20280"/>
                    <a:pt x="9473" y="20402"/>
                    <a:pt x="8489" y="20402"/>
                  </a:cubicBezTo>
                  <a:cubicBezTo>
                    <a:pt x="7061" y="20402"/>
                    <a:pt x="6307" y="20145"/>
                    <a:pt x="6114" y="20070"/>
                  </a:cubicBezTo>
                  <a:lnTo>
                    <a:pt x="5842" y="18577"/>
                  </a:lnTo>
                  <a:lnTo>
                    <a:pt x="4830" y="13186"/>
                  </a:lnTo>
                  <a:lnTo>
                    <a:pt x="4744" y="12726"/>
                  </a:lnTo>
                  <a:lnTo>
                    <a:pt x="3586" y="6556"/>
                  </a:lnTo>
                  <a:cubicBezTo>
                    <a:pt x="3575" y="6501"/>
                    <a:pt x="3526" y="6463"/>
                    <a:pt x="3471" y="6463"/>
                  </a:cubicBezTo>
                  <a:cubicBezTo>
                    <a:pt x="3464" y="6463"/>
                    <a:pt x="3458" y="6464"/>
                    <a:pt x="3451" y="6465"/>
                  </a:cubicBezTo>
                  <a:cubicBezTo>
                    <a:pt x="3390" y="6477"/>
                    <a:pt x="3350" y="6537"/>
                    <a:pt x="3361" y="6598"/>
                  </a:cubicBezTo>
                  <a:lnTo>
                    <a:pt x="4595" y="13169"/>
                  </a:lnTo>
                  <a:lnTo>
                    <a:pt x="4464" y="13553"/>
                  </a:lnTo>
                  <a:lnTo>
                    <a:pt x="393" y="11506"/>
                  </a:lnTo>
                  <a:cubicBezTo>
                    <a:pt x="631" y="9881"/>
                    <a:pt x="1079" y="7092"/>
                    <a:pt x="1485" y="6048"/>
                  </a:cubicBezTo>
                  <a:cubicBezTo>
                    <a:pt x="1865" y="5071"/>
                    <a:pt x="3187" y="3597"/>
                    <a:pt x="4036" y="2713"/>
                  </a:cubicBezTo>
                  <a:close/>
                  <a:moveTo>
                    <a:pt x="10411" y="1"/>
                  </a:moveTo>
                  <a:cubicBezTo>
                    <a:pt x="10393" y="1"/>
                    <a:pt x="10376" y="5"/>
                    <a:pt x="10360" y="13"/>
                  </a:cubicBezTo>
                  <a:lnTo>
                    <a:pt x="10358" y="13"/>
                  </a:lnTo>
                  <a:cubicBezTo>
                    <a:pt x="10357" y="15"/>
                    <a:pt x="10355" y="15"/>
                    <a:pt x="10355" y="15"/>
                  </a:cubicBezTo>
                  <a:cubicBezTo>
                    <a:pt x="10347" y="15"/>
                    <a:pt x="10340" y="16"/>
                    <a:pt x="10334" y="20"/>
                  </a:cubicBezTo>
                  <a:cubicBezTo>
                    <a:pt x="10269" y="38"/>
                    <a:pt x="10211" y="73"/>
                    <a:pt x="10162" y="122"/>
                  </a:cubicBezTo>
                  <a:cubicBezTo>
                    <a:pt x="9692" y="601"/>
                    <a:pt x="8885" y="1245"/>
                    <a:pt x="7724" y="1594"/>
                  </a:cubicBezTo>
                  <a:cubicBezTo>
                    <a:pt x="7130" y="1772"/>
                    <a:pt x="6572" y="1834"/>
                    <a:pt x="6082" y="1834"/>
                  </a:cubicBezTo>
                  <a:cubicBezTo>
                    <a:pt x="5640" y="1834"/>
                    <a:pt x="5255" y="1783"/>
                    <a:pt x="4950" y="1722"/>
                  </a:cubicBezTo>
                  <a:cubicBezTo>
                    <a:pt x="4924" y="1717"/>
                    <a:pt x="4898" y="1714"/>
                    <a:pt x="4872" y="1714"/>
                  </a:cubicBezTo>
                  <a:cubicBezTo>
                    <a:pt x="4820" y="1714"/>
                    <a:pt x="4768" y="1725"/>
                    <a:pt x="4721" y="1744"/>
                  </a:cubicBezTo>
                  <a:lnTo>
                    <a:pt x="4719" y="1744"/>
                  </a:lnTo>
                  <a:cubicBezTo>
                    <a:pt x="4697" y="1747"/>
                    <a:pt x="4677" y="1757"/>
                    <a:pt x="4661" y="1772"/>
                  </a:cubicBezTo>
                  <a:lnTo>
                    <a:pt x="4654" y="1778"/>
                  </a:lnTo>
                  <a:cubicBezTo>
                    <a:pt x="4653" y="1778"/>
                    <a:pt x="4651" y="1781"/>
                    <a:pt x="4651" y="1781"/>
                  </a:cubicBezTo>
                  <a:cubicBezTo>
                    <a:pt x="4630" y="1795"/>
                    <a:pt x="4608" y="1812"/>
                    <a:pt x="4590" y="1830"/>
                  </a:cubicBezTo>
                  <a:cubicBezTo>
                    <a:pt x="4517" y="1900"/>
                    <a:pt x="4415" y="2002"/>
                    <a:pt x="4289" y="2127"/>
                  </a:cubicBezTo>
                  <a:cubicBezTo>
                    <a:pt x="3536" y="2882"/>
                    <a:pt x="1738" y="4768"/>
                    <a:pt x="1272" y="5965"/>
                  </a:cubicBezTo>
                  <a:cubicBezTo>
                    <a:pt x="852" y="7049"/>
                    <a:pt x="393" y="9932"/>
                    <a:pt x="157" y="11555"/>
                  </a:cubicBezTo>
                  <a:cubicBezTo>
                    <a:pt x="95" y="11975"/>
                    <a:pt x="48" y="12311"/>
                    <a:pt x="21" y="12508"/>
                  </a:cubicBezTo>
                  <a:cubicBezTo>
                    <a:pt x="0" y="12672"/>
                    <a:pt x="77" y="12830"/>
                    <a:pt x="221" y="12913"/>
                  </a:cubicBezTo>
                  <a:lnTo>
                    <a:pt x="3736" y="14917"/>
                  </a:lnTo>
                  <a:cubicBezTo>
                    <a:pt x="3798" y="14951"/>
                    <a:pt x="3868" y="14969"/>
                    <a:pt x="3936" y="14969"/>
                  </a:cubicBezTo>
                  <a:cubicBezTo>
                    <a:pt x="3985" y="14969"/>
                    <a:pt x="4035" y="14961"/>
                    <a:pt x="4081" y="14942"/>
                  </a:cubicBezTo>
                  <a:cubicBezTo>
                    <a:pt x="4194" y="14900"/>
                    <a:pt x="4281" y="14809"/>
                    <a:pt x="4321" y="14695"/>
                  </a:cubicBezTo>
                  <a:lnTo>
                    <a:pt x="4640" y="13752"/>
                  </a:lnTo>
                  <a:cubicBezTo>
                    <a:pt x="4641" y="13745"/>
                    <a:pt x="4643" y="13740"/>
                    <a:pt x="4644" y="13734"/>
                  </a:cubicBezTo>
                  <a:lnTo>
                    <a:pt x="4681" y="13629"/>
                  </a:lnTo>
                  <a:lnTo>
                    <a:pt x="5618" y="18619"/>
                  </a:lnTo>
                  <a:lnTo>
                    <a:pt x="5900" y="20170"/>
                  </a:lnTo>
                  <a:cubicBezTo>
                    <a:pt x="5907" y="20205"/>
                    <a:pt x="5930" y="20236"/>
                    <a:pt x="5961" y="20252"/>
                  </a:cubicBezTo>
                  <a:cubicBezTo>
                    <a:pt x="6011" y="20276"/>
                    <a:pt x="6773" y="20636"/>
                    <a:pt x="8469" y="20636"/>
                  </a:cubicBezTo>
                  <a:cubicBezTo>
                    <a:pt x="9493" y="20636"/>
                    <a:pt x="10856" y="20506"/>
                    <a:pt x="12608" y="20089"/>
                  </a:cubicBezTo>
                  <a:cubicBezTo>
                    <a:pt x="12688" y="20071"/>
                    <a:pt x="12765" y="20051"/>
                    <a:pt x="12845" y="20031"/>
                  </a:cubicBezTo>
                  <a:cubicBezTo>
                    <a:pt x="13017" y="19989"/>
                    <a:pt x="13191" y="19944"/>
                    <a:pt x="13368" y="19896"/>
                  </a:cubicBezTo>
                  <a:cubicBezTo>
                    <a:pt x="13372" y="19894"/>
                    <a:pt x="13382" y="19893"/>
                    <a:pt x="13384" y="19891"/>
                  </a:cubicBezTo>
                  <a:cubicBezTo>
                    <a:pt x="13561" y="19830"/>
                    <a:pt x="13733" y="19768"/>
                    <a:pt x="13900" y="19705"/>
                  </a:cubicBezTo>
                  <a:cubicBezTo>
                    <a:pt x="13977" y="19677"/>
                    <a:pt x="14053" y="19650"/>
                    <a:pt x="14128" y="19621"/>
                  </a:cubicBezTo>
                  <a:lnTo>
                    <a:pt x="14130" y="19621"/>
                  </a:lnTo>
                  <a:lnTo>
                    <a:pt x="14300" y="19557"/>
                  </a:lnTo>
                  <a:cubicBezTo>
                    <a:pt x="18631" y="17881"/>
                    <a:pt x="19680" y="16102"/>
                    <a:pt x="19721" y="16028"/>
                  </a:cubicBezTo>
                  <a:cubicBezTo>
                    <a:pt x="19739" y="15996"/>
                    <a:pt x="19741" y="15959"/>
                    <a:pt x="19727" y="15926"/>
                  </a:cubicBezTo>
                  <a:lnTo>
                    <a:pt x="17039" y="9824"/>
                  </a:lnTo>
                  <a:lnTo>
                    <a:pt x="17028" y="9797"/>
                  </a:lnTo>
                  <a:lnTo>
                    <a:pt x="17170" y="9904"/>
                  </a:lnTo>
                  <a:lnTo>
                    <a:pt x="17963" y="10506"/>
                  </a:lnTo>
                  <a:cubicBezTo>
                    <a:pt x="17997" y="10532"/>
                    <a:pt x="18037" y="10554"/>
                    <a:pt x="18078" y="10568"/>
                  </a:cubicBezTo>
                  <a:cubicBezTo>
                    <a:pt x="18120" y="10582"/>
                    <a:pt x="18163" y="10589"/>
                    <a:pt x="18207" y="10589"/>
                  </a:cubicBezTo>
                  <a:cubicBezTo>
                    <a:pt x="18239" y="10589"/>
                    <a:pt x="18270" y="10584"/>
                    <a:pt x="18302" y="10578"/>
                  </a:cubicBezTo>
                  <a:cubicBezTo>
                    <a:pt x="18419" y="10549"/>
                    <a:pt x="18517" y="10472"/>
                    <a:pt x="18570" y="10362"/>
                  </a:cubicBezTo>
                  <a:lnTo>
                    <a:pt x="20355" y="6731"/>
                  </a:lnTo>
                  <a:cubicBezTo>
                    <a:pt x="20429" y="6583"/>
                    <a:pt x="20405" y="6407"/>
                    <a:pt x="20294" y="6284"/>
                  </a:cubicBezTo>
                  <a:cubicBezTo>
                    <a:pt x="20161" y="6135"/>
                    <a:pt x="19935" y="5885"/>
                    <a:pt x="19647" y="5570"/>
                  </a:cubicBezTo>
                  <a:cubicBezTo>
                    <a:pt x="18542" y="4361"/>
                    <a:pt x="16543" y="2231"/>
                    <a:pt x="15587" y="1572"/>
                  </a:cubicBezTo>
                  <a:cubicBezTo>
                    <a:pt x="14531" y="840"/>
                    <a:pt x="11983" y="289"/>
                    <a:pt x="10937" y="86"/>
                  </a:cubicBezTo>
                  <a:cubicBezTo>
                    <a:pt x="10762" y="53"/>
                    <a:pt x="10620" y="26"/>
                    <a:pt x="10522" y="9"/>
                  </a:cubicBezTo>
                  <a:cubicBezTo>
                    <a:pt x="10492" y="3"/>
                    <a:pt x="10463" y="2"/>
                    <a:pt x="10433" y="2"/>
                  </a:cubicBezTo>
                  <a:lnTo>
                    <a:pt x="10428" y="2"/>
                  </a:lnTo>
                  <a:cubicBezTo>
                    <a:pt x="10422" y="1"/>
                    <a:pt x="10416" y="1"/>
                    <a:pt x="10411"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nvGrpSpPr>
            <p:cNvPr id="899" name="Google Shape;3251;p39">
              <a:extLst>
                <a:ext uri="{FF2B5EF4-FFF2-40B4-BE49-F238E27FC236}">
                  <a16:creationId xmlns:a16="http://schemas.microsoft.com/office/drawing/2014/main" id="{5CB039D1-B55B-916E-8FCC-61A995B84FE3}"/>
                </a:ext>
              </a:extLst>
            </p:cNvPr>
            <p:cNvGrpSpPr/>
            <p:nvPr/>
          </p:nvGrpSpPr>
          <p:grpSpPr>
            <a:xfrm>
              <a:off x="997900" y="2983225"/>
              <a:ext cx="90950" cy="241625"/>
              <a:chOff x="5514750" y="701750"/>
              <a:chExt cx="90950" cy="241625"/>
            </a:xfrm>
          </p:grpSpPr>
          <p:sp>
            <p:nvSpPr>
              <p:cNvPr id="900" name="Google Shape;3252;p39">
                <a:extLst>
                  <a:ext uri="{FF2B5EF4-FFF2-40B4-BE49-F238E27FC236}">
                    <a16:creationId xmlns:a16="http://schemas.microsoft.com/office/drawing/2014/main" id="{53BF5F99-CBF3-99C1-ECD0-3699B2FB387E}"/>
                  </a:ext>
                </a:extLst>
              </p:cNvPr>
              <p:cNvSpPr/>
              <p:nvPr/>
            </p:nvSpPr>
            <p:spPr>
              <a:xfrm>
                <a:off x="5514750" y="701750"/>
                <a:ext cx="24025" cy="23600"/>
              </a:xfrm>
              <a:custGeom>
                <a:avLst/>
                <a:gdLst/>
                <a:ahLst/>
                <a:cxnLst/>
                <a:rect l="l" t="t" r="r" b="b"/>
                <a:pathLst>
                  <a:path w="961" h="944" extrusionOk="0">
                    <a:moveTo>
                      <a:pt x="474" y="229"/>
                    </a:moveTo>
                    <a:cubicBezTo>
                      <a:pt x="578" y="229"/>
                      <a:pt x="674" y="297"/>
                      <a:pt x="705" y="401"/>
                    </a:cubicBezTo>
                    <a:cubicBezTo>
                      <a:pt x="725" y="462"/>
                      <a:pt x="718" y="528"/>
                      <a:pt x="688" y="587"/>
                    </a:cubicBezTo>
                    <a:cubicBezTo>
                      <a:pt x="657" y="644"/>
                      <a:pt x="607" y="686"/>
                      <a:pt x="544" y="705"/>
                    </a:cubicBezTo>
                    <a:cubicBezTo>
                      <a:pt x="521" y="712"/>
                      <a:pt x="497" y="716"/>
                      <a:pt x="473" y="716"/>
                    </a:cubicBezTo>
                    <a:cubicBezTo>
                      <a:pt x="434" y="716"/>
                      <a:pt x="395" y="706"/>
                      <a:pt x="359" y="687"/>
                    </a:cubicBezTo>
                    <a:cubicBezTo>
                      <a:pt x="301" y="658"/>
                      <a:pt x="259" y="607"/>
                      <a:pt x="240" y="544"/>
                    </a:cubicBezTo>
                    <a:cubicBezTo>
                      <a:pt x="202" y="416"/>
                      <a:pt x="273" y="279"/>
                      <a:pt x="402" y="241"/>
                    </a:cubicBezTo>
                    <a:cubicBezTo>
                      <a:pt x="425" y="232"/>
                      <a:pt x="451" y="229"/>
                      <a:pt x="474" y="229"/>
                    </a:cubicBezTo>
                    <a:close/>
                    <a:moveTo>
                      <a:pt x="475" y="1"/>
                    </a:moveTo>
                    <a:cubicBezTo>
                      <a:pt x="429" y="1"/>
                      <a:pt x="381" y="8"/>
                      <a:pt x="335" y="22"/>
                    </a:cubicBezTo>
                    <a:cubicBezTo>
                      <a:pt x="215" y="59"/>
                      <a:pt x="116" y="139"/>
                      <a:pt x="56" y="252"/>
                    </a:cubicBezTo>
                    <a:cubicBezTo>
                      <a:pt x="20" y="322"/>
                      <a:pt x="1" y="396"/>
                      <a:pt x="1" y="472"/>
                    </a:cubicBezTo>
                    <a:cubicBezTo>
                      <a:pt x="1" y="518"/>
                      <a:pt x="9" y="565"/>
                      <a:pt x="22" y="611"/>
                    </a:cubicBezTo>
                    <a:cubicBezTo>
                      <a:pt x="60" y="732"/>
                      <a:pt x="141" y="830"/>
                      <a:pt x="252" y="890"/>
                    </a:cubicBezTo>
                    <a:cubicBezTo>
                      <a:pt x="321" y="926"/>
                      <a:pt x="398" y="944"/>
                      <a:pt x="474" y="944"/>
                    </a:cubicBezTo>
                    <a:cubicBezTo>
                      <a:pt x="520" y="944"/>
                      <a:pt x="567" y="937"/>
                      <a:pt x="612" y="924"/>
                    </a:cubicBezTo>
                    <a:cubicBezTo>
                      <a:pt x="731" y="886"/>
                      <a:pt x="831" y="804"/>
                      <a:pt x="890" y="694"/>
                    </a:cubicBezTo>
                    <a:cubicBezTo>
                      <a:pt x="948" y="581"/>
                      <a:pt x="961" y="454"/>
                      <a:pt x="923" y="333"/>
                    </a:cubicBezTo>
                    <a:cubicBezTo>
                      <a:pt x="861" y="132"/>
                      <a:pt x="676" y="1"/>
                      <a:pt x="475"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1" name="Google Shape;3253;p39">
                <a:extLst>
                  <a:ext uri="{FF2B5EF4-FFF2-40B4-BE49-F238E27FC236}">
                    <a16:creationId xmlns:a16="http://schemas.microsoft.com/office/drawing/2014/main" id="{5AD4272C-3016-3F34-B2C5-61CCDA19C9B3}"/>
                  </a:ext>
                </a:extLst>
              </p:cNvPr>
              <p:cNvSpPr/>
              <p:nvPr/>
            </p:nvSpPr>
            <p:spPr>
              <a:xfrm>
                <a:off x="5531525" y="756250"/>
                <a:ext cx="23975" cy="23625"/>
              </a:xfrm>
              <a:custGeom>
                <a:avLst/>
                <a:gdLst/>
                <a:ahLst/>
                <a:cxnLst/>
                <a:rect l="l" t="t" r="r" b="b"/>
                <a:pathLst>
                  <a:path w="959" h="945" extrusionOk="0">
                    <a:moveTo>
                      <a:pt x="473" y="229"/>
                    </a:moveTo>
                    <a:cubicBezTo>
                      <a:pt x="512" y="229"/>
                      <a:pt x="550" y="239"/>
                      <a:pt x="585" y="257"/>
                    </a:cubicBezTo>
                    <a:cubicBezTo>
                      <a:pt x="642" y="289"/>
                      <a:pt x="684" y="339"/>
                      <a:pt x="704" y="402"/>
                    </a:cubicBezTo>
                    <a:cubicBezTo>
                      <a:pt x="724" y="463"/>
                      <a:pt x="718" y="529"/>
                      <a:pt x="685" y="586"/>
                    </a:cubicBezTo>
                    <a:cubicBezTo>
                      <a:pt x="656" y="645"/>
                      <a:pt x="605" y="686"/>
                      <a:pt x="544" y="705"/>
                    </a:cubicBezTo>
                    <a:cubicBezTo>
                      <a:pt x="520" y="712"/>
                      <a:pt x="495" y="716"/>
                      <a:pt x="471" y="716"/>
                    </a:cubicBezTo>
                    <a:cubicBezTo>
                      <a:pt x="432" y="716"/>
                      <a:pt x="393" y="707"/>
                      <a:pt x="358" y="688"/>
                    </a:cubicBezTo>
                    <a:cubicBezTo>
                      <a:pt x="301" y="656"/>
                      <a:pt x="259" y="606"/>
                      <a:pt x="239" y="543"/>
                    </a:cubicBezTo>
                    <a:cubicBezTo>
                      <a:pt x="199" y="416"/>
                      <a:pt x="272" y="279"/>
                      <a:pt x="399" y="241"/>
                    </a:cubicBezTo>
                    <a:cubicBezTo>
                      <a:pt x="424" y="233"/>
                      <a:pt x="448" y="229"/>
                      <a:pt x="473" y="229"/>
                    </a:cubicBezTo>
                    <a:close/>
                    <a:moveTo>
                      <a:pt x="472" y="1"/>
                    </a:moveTo>
                    <a:cubicBezTo>
                      <a:pt x="426" y="1"/>
                      <a:pt x="379" y="8"/>
                      <a:pt x="333" y="22"/>
                    </a:cubicBezTo>
                    <a:cubicBezTo>
                      <a:pt x="132" y="85"/>
                      <a:pt x="1" y="271"/>
                      <a:pt x="1" y="474"/>
                    </a:cubicBezTo>
                    <a:cubicBezTo>
                      <a:pt x="1" y="519"/>
                      <a:pt x="7" y="566"/>
                      <a:pt x="20" y="612"/>
                    </a:cubicBezTo>
                    <a:cubicBezTo>
                      <a:pt x="57" y="731"/>
                      <a:pt x="140" y="830"/>
                      <a:pt x="251" y="889"/>
                    </a:cubicBezTo>
                    <a:cubicBezTo>
                      <a:pt x="320" y="926"/>
                      <a:pt x="395" y="944"/>
                      <a:pt x="471" y="944"/>
                    </a:cubicBezTo>
                    <a:cubicBezTo>
                      <a:pt x="518" y="944"/>
                      <a:pt x="565" y="938"/>
                      <a:pt x="609" y="922"/>
                    </a:cubicBezTo>
                    <a:cubicBezTo>
                      <a:pt x="731" y="886"/>
                      <a:pt x="830" y="805"/>
                      <a:pt x="888" y="694"/>
                    </a:cubicBezTo>
                    <a:cubicBezTo>
                      <a:pt x="947" y="582"/>
                      <a:pt x="958" y="454"/>
                      <a:pt x="922" y="334"/>
                    </a:cubicBezTo>
                    <a:cubicBezTo>
                      <a:pt x="885" y="214"/>
                      <a:pt x="804" y="115"/>
                      <a:pt x="692" y="55"/>
                    </a:cubicBezTo>
                    <a:cubicBezTo>
                      <a:pt x="623" y="19"/>
                      <a:pt x="548" y="1"/>
                      <a:pt x="472"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2" name="Google Shape;3254;p39">
                <a:extLst>
                  <a:ext uri="{FF2B5EF4-FFF2-40B4-BE49-F238E27FC236}">
                    <a16:creationId xmlns:a16="http://schemas.microsoft.com/office/drawing/2014/main" id="{7D6FE2B0-5043-C927-1B6D-D6F69AE6C90C}"/>
                  </a:ext>
                </a:extLst>
              </p:cNvPr>
              <p:cNvSpPr/>
              <p:nvPr/>
            </p:nvSpPr>
            <p:spPr>
              <a:xfrm>
                <a:off x="5548225" y="810750"/>
                <a:ext cx="24025" cy="23625"/>
              </a:xfrm>
              <a:custGeom>
                <a:avLst/>
                <a:gdLst/>
                <a:ahLst/>
                <a:cxnLst/>
                <a:rect l="l" t="t" r="r" b="b"/>
                <a:pathLst>
                  <a:path w="961" h="945" extrusionOk="0">
                    <a:moveTo>
                      <a:pt x="473" y="229"/>
                    </a:moveTo>
                    <a:cubicBezTo>
                      <a:pt x="578" y="229"/>
                      <a:pt x="673" y="298"/>
                      <a:pt x="706" y="402"/>
                    </a:cubicBezTo>
                    <a:cubicBezTo>
                      <a:pt x="725" y="464"/>
                      <a:pt x="718" y="529"/>
                      <a:pt x="688" y="587"/>
                    </a:cubicBezTo>
                    <a:cubicBezTo>
                      <a:pt x="658" y="644"/>
                      <a:pt x="606" y="687"/>
                      <a:pt x="544" y="704"/>
                    </a:cubicBezTo>
                    <a:cubicBezTo>
                      <a:pt x="521" y="712"/>
                      <a:pt x="496" y="716"/>
                      <a:pt x="472" y="716"/>
                    </a:cubicBezTo>
                    <a:cubicBezTo>
                      <a:pt x="433" y="716"/>
                      <a:pt x="394" y="706"/>
                      <a:pt x="359" y="688"/>
                    </a:cubicBezTo>
                    <a:cubicBezTo>
                      <a:pt x="302" y="657"/>
                      <a:pt x="259" y="607"/>
                      <a:pt x="241" y="544"/>
                    </a:cubicBezTo>
                    <a:cubicBezTo>
                      <a:pt x="201" y="417"/>
                      <a:pt x="274" y="279"/>
                      <a:pt x="402" y="239"/>
                    </a:cubicBezTo>
                    <a:cubicBezTo>
                      <a:pt x="425" y="233"/>
                      <a:pt x="449" y="229"/>
                      <a:pt x="473" y="229"/>
                    </a:cubicBezTo>
                    <a:close/>
                    <a:moveTo>
                      <a:pt x="474" y="1"/>
                    </a:moveTo>
                    <a:cubicBezTo>
                      <a:pt x="427" y="1"/>
                      <a:pt x="380" y="8"/>
                      <a:pt x="333" y="22"/>
                    </a:cubicBezTo>
                    <a:cubicBezTo>
                      <a:pt x="132" y="83"/>
                      <a:pt x="1" y="271"/>
                      <a:pt x="1" y="472"/>
                    </a:cubicBezTo>
                    <a:lnTo>
                      <a:pt x="1" y="473"/>
                    </a:lnTo>
                    <a:cubicBezTo>
                      <a:pt x="1" y="519"/>
                      <a:pt x="8" y="565"/>
                      <a:pt x="23" y="612"/>
                    </a:cubicBezTo>
                    <a:cubicBezTo>
                      <a:pt x="59" y="731"/>
                      <a:pt x="140" y="830"/>
                      <a:pt x="253" y="890"/>
                    </a:cubicBezTo>
                    <a:cubicBezTo>
                      <a:pt x="320" y="926"/>
                      <a:pt x="396" y="944"/>
                      <a:pt x="473" y="944"/>
                    </a:cubicBezTo>
                    <a:cubicBezTo>
                      <a:pt x="519" y="944"/>
                      <a:pt x="565" y="937"/>
                      <a:pt x="612" y="923"/>
                    </a:cubicBezTo>
                    <a:cubicBezTo>
                      <a:pt x="732" y="887"/>
                      <a:pt x="831" y="805"/>
                      <a:pt x="889" y="693"/>
                    </a:cubicBezTo>
                    <a:cubicBezTo>
                      <a:pt x="949" y="582"/>
                      <a:pt x="961" y="455"/>
                      <a:pt x="924" y="334"/>
                    </a:cubicBezTo>
                    <a:cubicBezTo>
                      <a:pt x="887" y="215"/>
                      <a:pt x="805" y="116"/>
                      <a:pt x="695" y="56"/>
                    </a:cubicBezTo>
                    <a:cubicBezTo>
                      <a:pt x="625" y="19"/>
                      <a:pt x="550" y="1"/>
                      <a:pt x="474"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3" name="Google Shape;3255;p39">
                <a:extLst>
                  <a:ext uri="{FF2B5EF4-FFF2-40B4-BE49-F238E27FC236}">
                    <a16:creationId xmlns:a16="http://schemas.microsoft.com/office/drawing/2014/main" id="{4FAA30E4-AFD0-D6F6-B186-A87A84823759}"/>
                  </a:ext>
                </a:extLst>
              </p:cNvPr>
              <p:cNvSpPr/>
              <p:nvPr/>
            </p:nvSpPr>
            <p:spPr>
              <a:xfrm>
                <a:off x="5565000" y="865250"/>
                <a:ext cx="24975" cy="23625"/>
              </a:xfrm>
              <a:custGeom>
                <a:avLst/>
                <a:gdLst/>
                <a:ahLst/>
                <a:cxnLst/>
                <a:rect l="l" t="t" r="r" b="b"/>
                <a:pathLst>
                  <a:path w="999" h="945" extrusionOk="0">
                    <a:moveTo>
                      <a:pt x="471" y="230"/>
                    </a:moveTo>
                    <a:cubicBezTo>
                      <a:pt x="574" y="230"/>
                      <a:pt x="672" y="297"/>
                      <a:pt x="703" y="402"/>
                    </a:cubicBezTo>
                    <a:cubicBezTo>
                      <a:pt x="743" y="529"/>
                      <a:pt x="670" y="666"/>
                      <a:pt x="543" y="705"/>
                    </a:cubicBezTo>
                    <a:cubicBezTo>
                      <a:pt x="519" y="713"/>
                      <a:pt x="494" y="716"/>
                      <a:pt x="470" y="716"/>
                    </a:cubicBezTo>
                    <a:cubicBezTo>
                      <a:pt x="432" y="716"/>
                      <a:pt x="393" y="707"/>
                      <a:pt x="357" y="689"/>
                    </a:cubicBezTo>
                    <a:cubicBezTo>
                      <a:pt x="300" y="656"/>
                      <a:pt x="258" y="607"/>
                      <a:pt x="238" y="544"/>
                    </a:cubicBezTo>
                    <a:cubicBezTo>
                      <a:pt x="198" y="417"/>
                      <a:pt x="271" y="280"/>
                      <a:pt x="400" y="240"/>
                    </a:cubicBezTo>
                    <a:cubicBezTo>
                      <a:pt x="424" y="233"/>
                      <a:pt x="447" y="230"/>
                      <a:pt x="471" y="230"/>
                    </a:cubicBezTo>
                    <a:close/>
                    <a:moveTo>
                      <a:pt x="471" y="1"/>
                    </a:moveTo>
                    <a:cubicBezTo>
                      <a:pt x="425" y="1"/>
                      <a:pt x="378" y="8"/>
                      <a:pt x="333" y="21"/>
                    </a:cubicBezTo>
                    <a:cubicBezTo>
                      <a:pt x="131" y="84"/>
                      <a:pt x="0" y="271"/>
                      <a:pt x="0" y="473"/>
                    </a:cubicBezTo>
                    <a:cubicBezTo>
                      <a:pt x="0" y="517"/>
                      <a:pt x="7" y="564"/>
                      <a:pt x="20" y="610"/>
                    </a:cubicBezTo>
                    <a:cubicBezTo>
                      <a:pt x="58" y="732"/>
                      <a:pt x="140" y="830"/>
                      <a:pt x="250" y="890"/>
                    </a:cubicBezTo>
                    <a:cubicBezTo>
                      <a:pt x="320" y="926"/>
                      <a:pt x="394" y="945"/>
                      <a:pt x="470" y="945"/>
                    </a:cubicBezTo>
                    <a:cubicBezTo>
                      <a:pt x="516" y="945"/>
                      <a:pt x="564" y="938"/>
                      <a:pt x="609" y="923"/>
                    </a:cubicBezTo>
                    <a:cubicBezTo>
                      <a:pt x="859" y="847"/>
                      <a:pt x="998" y="582"/>
                      <a:pt x="922" y="334"/>
                    </a:cubicBezTo>
                    <a:cubicBezTo>
                      <a:pt x="885" y="213"/>
                      <a:pt x="803" y="115"/>
                      <a:pt x="692" y="57"/>
                    </a:cubicBezTo>
                    <a:cubicBezTo>
                      <a:pt x="622" y="19"/>
                      <a:pt x="547" y="1"/>
                      <a:pt x="471"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4" name="Google Shape;3256;p39">
                <a:extLst>
                  <a:ext uri="{FF2B5EF4-FFF2-40B4-BE49-F238E27FC236}">
                    <a16:creationId xmlns:a16="http://schemas.microsoft.com/office/drawing/2014/main" id="{C3A17269-79BE-E23B-3A13-9C7DFEC3437F}"/>
                  </a:ext>
                </a:extLst>
              </p:cNvPr>
              <p:cNvSpPr/>
              <p:nvPr/>
            </p:nvSpPr>
            <p:spPr>
              <a:xfrm>
                <a:off x="5581700" y="919775"/>
                <a:ext cx="24000" cy="23600"/>
              </a:xfrm>
              <a:custGeom>
                <a:avLst/>
                <a:gdLst/>
                <a:ahLst/>
                <a:cxnLst/>
                <a:rect l="l" t="t" r="r" b="b"/>
                <a:pathLst>
                  <a:path w="960" h="944" extrusionOk="0">
                    <a:moveTo>
                      <a:pt x="473" y="229"/>
                    </a:moveTo>
                    <a:cubicBezTo>
                      <a:pt x="576" y="229"/>
                      <a:pt x="673" y="295"/>
                      <a:pt x="706" y="401"/>
                    </a:cubicBezTo>
                    <a:cubicBezTo>
                      <a:pt x="723" y="463"/>
                      <a:pt x="719" y="528"/>
                      <a:pt x="687" y="587"/>
                    </a:cubicBezTo>
                    <a:cubicBezTo>
                      <a:pt x="657" y="643"/>
                      <a:pt x="606" y="686"/>
                      <a:pt x="543" y="704"/>
                    </a:cubicBezTo>
                    <a:cubicBezTo>
                      <a:pt x="520" y="711"/>
                      <a:pt x="496" y="715"/>
                      <a:pt x="472" y="715"/>
                    </a:cubicBezTo>
                    <a:cubicBezTo>
                      <a:pt x="433" y="715"/>
                      <a:pt x="394" y="706"/>
                      <a:pt x="358" y="687"/>
                    </a:cubicBezTo>
                    <a:cubicBezTo>
                      <a:pt x="301" y="656"/>
                      <a:pt x="258" y="604"/>
                      <a:pt x="241" y="544"/>
                    </a:cubicBezTo>
                    <a:cubicBezTo>
                      <a:pt x="201" y="414"/>
                      <a:pt x="274" y="278"/>
                      <a:pt x="401" y="240"/>
                    </a:cubicBezTo>
                    <a:lnTo>
                      <a:pt x="401" y="239"/>
                    </a:lnTo>
                    <a:cubicBezTo>
                      <a:pt x="424" y="232"/>
                      <a:pt x="449" y="229"/>
                      <a:pt x="473" y="229"/>
                    </a:cubicBezTo>
                    <a:close/>
                    <a:moveTo>
                      <a:pt x="472" y="0"/>
                    </a:moveTo>
                    <a:cubicBezTo>
                      <a:pt x="427" y="0"/>
                      <a:pt x="380" y="7"/>
                      <a:pt x="334" y="21"/>
                    </a:cubicBezTo>
                    <a:cubicBezTo>
                      <a:pt x="214" y="59"/>
                      <a:pt x="115" y="139"/>
                      <a:pt x="57" y="251"/>
                    </a:cubicBezTo>
                    <a:cubicBezTo>
                      <a:pt x="21" y="320"/>
                      <a:pt x="1" y="394"/>
                      <a:pt x="1" y="471"/>
                    </a:cubicBezTo>
                    <a:cubicBezTo>
                      <a:pt x="1" y="518"/>
                      <a:pt x="9" y="565"/>
                      <a:pt x="22" y="610"/>
                    </a:cubicBezTo>
                    <a:cubicBezTo>
                      <a:pt x="58" y="730"/>
                      <a:pt x="141" y="830"/>
                      <a:pt x="252" y="889"/>
                    </a:cubicBezTo>
                    <a:cubicBezTo>
                      <a:pt x="321" y="926"/>
                      <a:pt x="396" y="943"/>
                      <a:pt x="473" y="943"/>
                    </a:cubicBezTo>
                    <a:cubicBezTo>
                      <a:pt x="518" y="943"/>
                      <a:pt x="564" y="937"/>
                      <a:pt x="611" y="922"/>
                    </a:cubicBezTo>
                    <a:cubicBezTo>
                      <a:pt x="732" y="886"/>
                      <a:pt x="829" y="804"/>
                      <a:pt x="889" y="693"/>
                    </a:cubicBezTo>
                    <a:cubicBezTo>
                      <a:pt x="949" y="581"/>
                      <a:pt x="960" y="454"/>
                      <a:pt x="923" y="334"/>
                    </a:cubicBezTo>
                    <a:cubicBezTo>
                      <a:pt x="862" y="131"/>
                      <a:pt x="674" y="0"/>
                      <a:pt x="472"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grpSp>
        <p:nvGrpSpPr>
          <p:cNvPr id="991" name="Google Shape;3411;p42">
            <a:extLst>
              <a:ext uri="{FF2B5EF4-FFF2-40B4-BE49-F238E27FC236}">
                <a16:creationId xmlns:a16="http://schemas.microsoft.com/office/drawing/2014/main" id="{F6F900F2-B347-66CD-D6B0-09F4C084F4BB}"/>
              </a:ext>
            </a:extLst>
          </p:cNvPr>
          <p:cNvGrpSpPr/>
          <p:nvPr/>
        </p:nvGrpSpPr>
        <p:grpSpPr>
          <a:xfrm flipH="1">
            <a:off x="213841" y="2040203"/>
            <a:ext cx="439983" cy="367181"/>
            <a:chOff x="2185750" y="1020150"/>
            <a:chExt cx="561850" cy="524200"/>
          </a:xfrm>
        </p:grpSpPr>
        <p:grpSp>
          <p:nvGrpSpPr>
            <p:cNvPr id="992" name="Google Shape;3412;p42">
              <a:extLst>
                <a:ext uri="{FF2B5EF4-FFF2-40B4-BE49-F238E27FC236}">
                  <a16:creationId xmlns:a16="http://schemas.microsoft.com/office/drawing/2014/main" id="{673A794D-2545-F64B-4DBD-7DDCBB2E4FA6}"/>
                </a:ext>
              </a:extLst>
            </p:cNvPr>
            <p:cNvGrpSpPr/>
            <p:nvPr/>
          </p:nvGrpSpPr>
          <p:grpSpPr>
            <a:xfrm>
              <a:off x="2185750" y="1020150"/>
              <a:ext cx="561850" cy="524200"/>
              <a:chOff x="1394525" y="1230675"/>
              <a:chExt cx="561850" cy="524200"/>
            </a:xfrm>
          </p:grpSpPr>
          <p:sp>
            <p:nvSpPr>
              <p:cNvPr id="994" name="Google Shape;3413;p42">
                <a:extLst>
                  <a:ext uri="{FF2B5EF4-FFF2-40B4-BE49-F238E27FC236}">
                    <a16:creationId xmlns:a16="http://schemas.microsoft.com/office/drawing/2014/main" id="{4AAB26B0-DFB0-7879-12AA-A88FEB1F2F0C}"/>
                  </a:ext>
                </a:extLst>
              </p:cNvPr>
              <p:cNvSpPr/>
              <p:nvPr/>
            </p:nvSpPr>
            <p:spPr>
              <a:xfrm>
                <a:off x="1394525" y="1230675"/>
                <a:ext cx="561850" cy="524200"/>
              </a:xfrm>
              <a:custGeom>
                <a:avLst/>
                <a:gdLst/>
                <a:ahLst/>
                <a:cxnLst/>
                <a:rect l="l" t="t" r="r" b="b"/>
                <a:pathLst>
                  <a:path w="22474" h="20968" extrusionOk="0">
                    <a:moveTo>
                      <a:pt x="15091" y="0"/>
                    </a:moveTo>
                    <a:cubicBezTo>
                      <a:pt x="14893" y="0"/>
                      <a:pt x="14696" y="28"/>
                      <a:pt x="14506" y="84"/>
                    </a:cubicBezTo>
                    <a:cubicBezTo>
                      <a:pt x="12604" y="643"/>
                      <a:pt x="11190" y="1061"/>
                      <a:pt x="9876" y="1457"/>
                    </a:cubicBezTo>
                    <a:cubicBezTo>
                      <a:pt x="9618" y="1398"/>
                      <a:pt x="9349" y="1368"/>
                      <a:pt x="9072" y="1368"/>
                    </a:cubicBezTo>
                    <a:cubicBezTo>
                      <a:pt x="7969" y="1368"/>
                      <a:pt x="6888" y="1838"/>
                      <a:pt x="6161" y="2604"/>
                    </a:cubicBezTo>
                    <a:cubicBezTo>
                      <a:pt x="4898" y="3002"/>
                      <a:pt x="3450" y="3467"/>
                      <a:pt x="1553" y="4081"/>
                    </a:cubicBezTo>
                    <a:cubicBezTo>
                      <a:pt x="615" y="4379"/>
                      <a:pt x="1" y="5281"/>
                      <a:pt x="60" y="6266"/>
                    </a:cubicBezTo>
                    <a:cubicBezTo>
                      <a:pt x="71" y="6469"/>
                      <a:pt x="102" y="6666"/>
                      <a:pt x="234" y="7468"/>
                    </a:cubicBezTo>
                    <a:lnTo>
                      <a:pt x="248" y="7560"/>
                    </a:lnTo>
                    <a:cubicBezTo>
                      <a:pt x="272" y="7700"/>
                      <a:pt x="293" y="7827"/>
                      <a:pt x="319" y="7949"/>
                    </a:cubicBezTo>
                    <a:cubicBezTo>
                      <a:pt x="328" y="8332"/>
                      <a:pt x="349" y="8739"/>
                      <a:pt x="382" y="9151"/>
                    </a:cubicBezTo>
                    <a:cubicBezTo>
                      <a:pt x="394" y="9314"/>
                      <a:pt x="409" y="9484"/>
                      <a:pt x="425" y="9667"/>
                    </a:cubicBezTo>
                    <a:cubicBezTo>
                      <a:pt x="489" y="10319"/>
                      <a:pt x="575" y="10994"/>
                      <a:pt x="684" y="11685"/>
                    </a:cubicBezTo>
                    <a:lnTo>
                      <a:pt x="756" y="12122"/>
                    </a:lnTo>
                    <a:cubicBezTo>
                      <a:pt x="865" y="12772"/>
                      <a:pt x="993" y="13439"/>
                      <a:pt x="1134" y="14094"/>
                    </a:cubicBezTo>
                    <a:cubicBezTo>
                      <a:pt x="1164" y="14237"/>
                      <a:pt x="1195" y="14379"/>
                      <a:pt x="1228" y="14527"/>
                    </a:cubicBezTo>
                    <a:cubicBezTo>
                      <a:pt x="1373" y="15166"/>
                      <a:pt x="1539" y="15829"/>
                      <a:pt x="1723" y="16503"/>
                    </a:cubicBezTo>
                    <a:cubicBezTo>
                      <a:pt x="1761" y="16639"/>
                      <a:pt x="1798" y="16773"/>
                      <a:pt x="1837" y="16907"/>
                    </a:cubicBezTo>
                    <a:cubicBezTo>
                      <a:pt x="1909" y="17157"/>
                      <a:pt x="1987" y="17416"/>
                      <a:pt x="2070" y="17683"/>
                    </a:cubicBezTo>
                    <a:lnTo>
                      <a:pt x="2070" y="17691"/>
                    </a:lnTo>
                    <a:lnTo>
                      <a:pt x="2147" y="17928"/>
                    </a:lnTo>
                    <a:cubicBezTo>
                      <a:pt x="2356" y="18577"/>
                      <a:pt x="2569" y="19165"/>
                      <a:pt x="2775" y="19666"/>
                    </a:cubicBezTo>
                    <a:cubicBezTo>
                      <a:pt x="2965" y="20137"/>
                      <a:pt x="3317" y="20505"/>
                      <a:pt x="3771" y="20704"/>
                    </a:cubicBezTo>
                    <a:cubicBezTo>
                      <a:pt x="3849" y="20739"/>
                      <a:pt x="3929" y="20768"/>
                      <a:pt x="4012" y="20792"/>
                    </a:cubicBezTo>
                    <a:cubicBezTo>
                      <a:pt x="4088" y="20816"/>
                      <a:pt x="4167" y="20833"/>
                      <a:pt x="4246" y="20845"/>
                    </a:cubicBezTo>
                    <a:cubicBezTo>
                      <a:pt x="4275" y="20851"/>
                      <a:pt x="4304" y="20854"/>
                      <a:pt x="4330" y="20859"/>
                    </a:cubicBezTo>
                    <a:lnTo>
                      <a:pt x="4354" y="20862"/>
                    </a:lnTo>
                    <a:cubicBezTo>
                      <a:pt x="4452" y="20876"/>
                      <a:pt x="4551" y="20890"/>
                      <a:pt x="4652" y="20901"/>
                    </a:cubicBezTo>
                    <a:cubicBezTo>
                      <a:pt x="4744" y="20912"/>
                      <a:pt x="4835" y="20920"/>
                      <a:pt x="4927" y="20928"/>
                    </a:cubicBezTo>
                    <a:cubicBezTo>
                      <a:pt x="5020" y="20937"/>
                      <a:pt x="5113" y="20944"/>
                      <a:pt x="5209" y="20949"/>
                    </a:cubicBezTo>
                    <a:cubicBezTo>
                      <a:pt x="5404" y="20961"/>
                      <a:pt x="5612" y="20968"/>
                      <a:pt x="5826" y="20968"/>
                    </a:cubicBezTo>
                    <a:cubicBezTo>
                      <a:pt x="6742" y="20968"/>
                      <a:pt x="7683" y="20850"/>
                      <a:pt x="8636" y="20616"/>
                    </a:cubicBezTo>
                    <a:cubicBezTo>
                      <a:pt x="8685" y="20602"/>
                      <a:pt x="8735" y="20589"/>
                      <a:pt x="8785" y="20578"/>
                    </a:cubicBezTo>
                    <a:lnTo>
                      <a:pt x="8811" y="20573"/>
                    </a:lnTo>
                    <a:lnTo>
                      <a:pt x="8858" y="20559"/>
                    </a:lnTo>
                    <a:cubicBezTo>
                      <a:pt x="8937" y="20538"/>
                      <a:pt x="9017" y="20517"/>
                      <a:pt x="9083" y="20498"/>
                    </a:cubicBezTo>
                    <a:cubicBezTo>
                      <a:pt x="9115" y="20490"/>
                      <a:pt x="9147" y="20481"/>
                      <a:pt x="9179" y="20471"/>
                    </a:cubicBezTo>
                    <a:lnTo>
                      <a:pt x="9203" y="20471"/>
                    </a:lnTo>
                    <a:lnTo>
                      <a:pt x="9442" y="20394"/>
                    </a:lnTo>
                    <a:lnTo>
                      <a:pt x="9559" y="20358"/>
                    </a:lnTo>
                    <a:lnTo>
                      <a:pt x="9571" y="20352"/>
                    </a:lnTo>
                    <a:lnTo>
                      <a:pt x="9625" y="20333"/>
                    </a:lnTo>
                    <a:cubicBezTo>
                      <a:pt x="9719" y="20302"/>
                      <a:pt x="9813" y="20271"/>
                      <a:pt x="9908" y="20238"/>
                    </a:cubicBezTo>
                    <a:lnTo>
                      <a:pt x="10431" y="20040"/>
                    </a:lnTo>
                    <a:cubicBezTo>
                      <a:pt x="10520" y="20005"/>
                      <a:pt x="10608" y="19968"/>
                      <a:pt x="10696" y="19932"/>
                    </a:cubicBezTo>
                    <a:lnTo>
                      <a:pt x="10732" y="19916"/>
                    </a:lnTo>
                    <a:cubicBezTo>
                      <a:pt x="10732" y="19916"/>
                      <a:pt x="10916" y="19836"/>
                      <a:pt x="10969" y="19811"/>
                    </a:cubicBezTo>
                    <a:cubicBezTo>
                      <a:pt x="11079" y="19761"/>
                      <a:pt x="11186" y="19711"/>
                      <a:pt x="11280" y="19664"/>
                    </a:cubicBezTo>
                    <a:cubicBezTo>
                      <a:pt x="11437" y="19588"/>
                      <a:pt x="11591" y="19510"/>
                      <a:pt x="11739" y="19430"/>
                    </a:cubicBezTo>
                    <a:cubicBezTo>
                      <a:pt x="11859" y="19367"/>
                      <a:pt x="11976" y="19302"/>
                      <a:pt x="12088" y="19235"/>
                    </a:cubicBezTo>
                    <a:cubicBezTo>
                      <a:pt x="12183" y="19181"/>
                      <a:pt x="12275" y="19125"/>
                      <a:pt x="12364" y="19069"/>
                    </a:cubicBezTo>
                    <a:lnTo>
                      <a:pt x="12559" y="18944"/>
                    </a:lnTo>
                    <a:cubicBezTo>
                      <a:pt x="12669" y="18871"/>
                      <a:pt x="12771" y="18788"/>
                      <a:pt x="12867" y="18693"/>
                    </a:cubicBezTo>
                    <a:cubicBezTo>
                      <a:pt x="12939" y="18622"/>
                      <a:pt x="13005" y="18544"/>
                      <a:pt x="13063" y="18462"/>
                    </a:cubicBezTo>
                    <a:cubicBezTo>
                      <a:pt x="13270" y="18539"/>
                      <a:pt x="13492" y="18576"/>
                      <a:pt x="13728" y="18576"/>
                    </a:cubicBezTo>
                    <a:cubicBezTo>
                      <a:pt x="13756" y="18576"/>
                      <a:pt x="13783" y="18576"/>
                      <a:pt x="13811" y="18575"/>
                    </a:cubicBezTo>
                    <a:lnTo>
                      <a:pt x="13876" y="18572"/>
                    </a:lnTo>
                    <a:cubicBezTo>
                      <a:pt x="16955" y="18500"/>
                      <a:pt x="20145" y="16970"/>
                      <a:pt x="21594" y="15560"/>
                    </a:cubicBezTo>
                    <a:cubicBezTo>
                      <a:pt x="21611" y="15545"/>
                      <a:pt x="21627" y="15528"/>
                      <a:pt x="21647" y="15508"/>
                    </a:cubicBezTo>
                    <a:cubicBezTo>
                      <a:pt x="21692" y="15465"/>
                      <a:pt x="21736" y="15421"/>
                      <a:pt x="21775" y="15378"/>
                    </a:cubicBezTo>
                    <a:cubicBezTo>
                      <a:pt x="22474" y="14630"/>
                      <a:pt x="22287" y="13785"/>
                      <a:pt x="22225" y="13507"/>
                    </a:cubicBezTo>
                    <a:lnTo>
                      <a:pt x="22188" y="13349"/>
                    </a:lnTo>
                    <a:cubicBezTo>
                      <a:pt x="22181" y="13315"/>
                      <a:pt x="22173" y="13281"/>
                      <a:pt x="22164" y="13247"/>
                    </a:cubicBezTo>
                    <a:cubicBezTo>
                      <a:pt x="22123" y="13085"/>
                      <a:pt x="22082" y="12922"/>
                      <a:pt x="22039" y="12760"/>
                    </a:cubicBezTo>
                    <a:cubicBezTo>
                      <a:pt x="22011" y="12648"/>
                      <a:pt x="21980" y="12536"/>
                      <a:pt x="21947" y="12416"/>
                    </a:cubicBezTo>
                    <a:lnTo>
                      <a:pt x="21784" y="11853"/>
                    </a:lnTo>
                    <a:cubicBezTo>
                      <a:pt x="21689" y="11538"/>
                      <a:pt x="21588" y="11220"/>
                      <a:pt x="21487" y="10919"/>
                    </a:cubicBezTo>
                    <a:cubicBezTo>
                      <a:pt x="21438" y="10771"/>
                      <a:pt x="21389" y="10624"/>
                      <a:pt x="21341" y="10490"/>
                    </a:cubicBezTo>
                    <a:cubicBezTo>
                      <a:pt x="21130" y="9875"/>
                      <a:pt x="20896" y="9242"/>
                      <a:pt x="20648" y="8613"/>
                    </a:cubicBezTo>
                    <a:cubicBezTo>
                      <a:pt x="20591" y="8466"/>
                      <a:pt x="20534" y="8322"/>
                      <a:pt x="20478" y="8186"/>
                    </a:cubicBezTo>
                    <a:cubicBezTo>
                      <a:pt x="20232" y="7579"/>
                      <a:pt x="19968" y="6963"/>
                      <a:pt x="19696" y="6363"/>
                    </a:cubicBezTo>
                    <a:cubicBezTo>
                      <a:pt x="19629" y="6214"/>
                      <a:pt x="19560" y="6065"/>
                      <a:pt x="19495" y="5926"/>
                    </a:cubicBezTo>
                    <a:cubicBezTo>
                      <a:pt x="19199" y="5292"/>
                      <a:pt x="18900" y="4693"/>
                      <a:pt x="18606" y="4146"/>
                    </a:cubicBezTo>
                    <a:cubicBezTo>
                      <a:pt x="18522" y="3984"/>
                      <a:pt x="18436" y="3827"/>
                      <a:pt x="18346" y="3666"/>
                    </a:cubicBezTo>
                    <a:cubicBezTo>
                      <a:pt x="18174" y="3363"/>
                      <a:pt x="18044" y="3142"/>
                      <a:pt x="17928" y="2953"/>
                    </a:cubicBezTo>
                    <a:cubicBezTo>
                      <a:pt x="17824" y="2784"/>
                      <a:pt x="17722" y="2625"/>
                      <a:pt x="17625" y="2477"/>
                    </a:cubicBezTo>
                    <a:cubicBezTo>
                      <a:pt x="17496" y="2186"/>
                      <a:pt x="17128" y="1373"/>
                      <a:pt x="16944" y="1067"/>
                    </a:cubicBezTo>
                    <a:cubicBezTo>
                      <a:pt x="16558" y="409"/>
                      <a:pt x="15847" y="0"/>
                      <a:pt x="15091" y="0"/>
                    </a:cubicBezTo>
                    <a:close/>
                  </a:path>
                </a:pathLst>
              </a:custGeom>
              <a:solidFill>
                <a:schemeClr val="lt1"/>
              </a:solidFill>
              <a:ln w="9525" cap="flat" cmpd="sng">
                <a:solidFill>
                  <a:schemeClr val="dk1"/>
                </a:solidFill>
                <a:prstDash val="solid"/>
                <a:miter lim="1104"/>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95" name="Google Shape;3414;p42">
                <a:extLst>
                  <a:ext uri="{FF2B5EF4-FFF2-40B4-BE49-F238E27FC236}">
                    <a16:creationId xmlns:a16="http://schemas.microsoft.com/office/drawing/2014/main" id="{E7DC913B-4940-8B10-9D6D-26CFF3834C5B}"/>
                  </a:ext>
                </a:extLst>
              </p:cNvPr>
              <p:cNvSpPr/>
              <p:nvPr/>
            </p:nvSpPr>
            <p:spPr>
              <a:xfrm>
                <a:off x="1444625" y="1312000"/>
                <a:ext cx="456600" cy="354125"/>
              </a:xfrm>
              <a:custGeom>
                <a:avLst/>
                <a:gdLst/>
                <a:ahLst/>
                <a:cxnLst/>
                <a:rect l="l" t="t" r="r" b="b"/>
                <a:pathLst>
                  <a:path w="18264" h="14165" extrusionOk="0">
                    <a:moveTo>
                      <a:pt x="14110" y="1"/>
                    </a:moveTo>
                    <a:cubicBezTo>
                      <a:pt x="13788" y="311"/>
                      <a:pt x="53" y="4437"/>
                      <a:pt x="53" y="4437"/>
                    </a:cubicBezTo>
                    <a:cubicBezTo>
                      <a:pt x="44" y="4438"/>
                      <a:pt x="36" y="4439"/>
                      <a:pt x="30" y="4439"/>
                    </a:cubicBezTo>
                    <a:cubicBezTo>
                      <a:pt x="18" y="4439"/>
                      <a:pt x="9" y="4437"/>
                      <a:pt x="1" y="4431"/>
                    </a:cubicBezTo>
                    <a:lnTo>
                      <a:pt x="1" y="4431"/>
                    </a:lnTo>
                    <a:cubicBezTo>
                      <a:pt x="4" y="4854"/>
                      <a:pt x="24" y="5305"/>
                      <a:pt x="61" y="5777"/>
                    </a:cubicBezTo>
                    <a:cubicBezTo>
                      <a:pt x="72" y="5932"/>
                      <a:pt x="86" y="6090"/>
                      <a:pt x="103" y="6249"/>
                    </a:cubicBezTo>
                    <a:cubicBezTo>
                      <a:pt x="161" y="6864"/>
                      <a:pt x="243" y="7506"/>
                      <a:pt x="346" y="8159"/>
                    </a:cubicBezTo>
                    <a:cubicBezTo>
                      <a:pt x="369" y="8302"/>
                      <a:pt x="393" y="8445"/>
                      <a:pt x="416" y="8591"/>
                    </a:cubicBezTo>
                    <a:cubicBezTo>
                      <a:pt x="522" y="9225"/>
                      <a:pt x="646" y="9865"/>
                      <a:pt x="782" y="10497"/>
                    </a:cubicBezTo>
                    <a:cubicBezTo>
                      <a:pt x="812" y="10631"/>
                      <a:pt x="841" y="10767"/>
                      <a:pt x="870" y="10902"/>
                    </a:cubicBezTo>
                    <a:cubicBezTo>
                      <a:pt x="1017" y="11551"/>
                      <a:pt x="1178" y="12189"/>
                      <a:pt x="1345" y="12797"/>
                    </a:cubicBezTo>
                    <a:cubicBezTo>
                      <a:pt x="1382" y="12928"/>
                      <a:pt x="1418" y="13059"/>
                      <a:pt x="1455" y="13184"/>
                    </a:cubicBezTo>
                    <a:cubicBezTo>
                      <a:pt x="1551" y="13520"/>
                      <a:pt x="1649" y="13844"/>
                      <a:pt x="1750" y="14156"/>
                    </a:cubicBezTo>
                    <a:cubicBezTo>
                      <a:pt x="1916" y="14158"/>
                      <a:pt x="2137" y="14164"/>
                      <a:pt x="2409" y="14164"/>
                    </a:cubicBezTo>
                    <a:cubicBezTo>
                      <a:pt x="3021" y="14164"/>
                      <a:pt x="3893" y="14130"/>
                      <a:pt x="4987" y="13932"/>
                    </a:cubicBezTo>
                    <a:cubicBezTo>
                      <a:pt x="4988" y="13932"/>
                      <a:pt x="4989" y="13932"/>
                      <a:pt x="4991" y="13931"/>
                    </a:cubicBezTo>
                    <a:cubicBezTo>
                      <a:pt x="6218" y="13708"/>
                      <a:pt x="7724" y="13279"/>
                      <a:pt x="9456" y="12455"/>
                    </a:cubicBezTo>
                    <a:cubicBezTo>
                      <a:pt x="9383" y="12004"/>
                      <a:pt x="9317" y="11587"/>
                      <a:pt x="9255" y="11206"/>
                    </a:cubicBezTo>
                    <a:cubicBezTo>
                      <a:pt x="9213" y="10950"/>
                      <a:pt x="9174" y="10708"/>
                      <a:pt x="9137" y="10481"/>
                    </a:cubicBezTo>
                    <a:cubicBezTo>
                      <a:pt x="9030" y="9822"/>
                      <a:pt x="8940" y="9287"/>
                      <a:pt x="8869" y="8854"/>
                    </a:cubicBezTo>
                    <a:cubicBezTo>
                      <a:pt x="8819" y="8569"/>
                      <a:pt x="8779" y="8330"/>
                      <a:pt x="8745" y="8128"/>
                    </a:cubicBezTo>
                    <a:cubicBezTo>
                      <a:pt x="8595" y="7261"/>
                      <a:pt x="8555" y="7075"/>
                      <a:pt x="8555" y="7073"/>
                    </a:cubicBezTo>
                    <a:lnTo>
                      <a:pt x="8555" y="7073"/>
                    </a:lnTo>
                    <a:cubicBezTo>
                      <a:pt x="8556" y="7074"/>
                      <a:pt x="8580" y="7128"/>
                      <a:pt x="8626" y="7228"/>
                    </a:cubicBezTo>
                    <a:cubicBezTo>
                      <a:pt x="8701" y="7393"/>
                      <a:pt x="8832" y="7682"/>
                      <a:pt x="8999" y="8050"/>
                    </a:cubicBezTo>
                    <a:cubicBezTo>
                      <a:pt x="9090" y="8253"/>
                      <a:pt x="9192" y="8479"/>
                      <a:pt x="9303" y="8721"/>
                    </a:cubicBezTo>
                    <a:cubicBezTo>
                      <a:pt x="9512" y="9180"/>
                      <a:pt x="9749" y="9697"/>
                      <a:pt x="9990" y="10222"/>
                    </a:cubicBezTo>
                    <a:cubicBezTo>
                      <a:pt x="10093" y="10445"/>
                      <a:pt x="10195" y="10668"/>
                      <a:pt x="10296" y="10890"/>
                    </a:cubicBezTo>
                    <a:cubicBezTo>
                      <a:pt x="10479" y="11287"/>
                      <a:pt x="10661" y="11672"/>
                      <a:pt x="10827" y="12030"/>
                    </a:cubicBezTo>
                    <a:cubicBezTo>
                      <a:pt x="10962" y="12315"/>
                      <a:pt x="11089" y="12580"/>
                      <a:pt x="11201" y="12813"/>
                    </a:cubicBezTo>
                    <a:cubicBezTo>
                      <a:pt x="11090" y="12580"/>
                      <a:pt x="10964" y="12315"/>
                      <a:pt x="10830" y="12030"/>
                    </a:cubicBezTo>
                    <a:cubicBezTo>
                      <a:pt x="11060" y="12001"/>
                      <a:pt x="11434" y="11954"/>
                      <a:pt x="12016" y="11820"/>
                    </a:cubicBezTo>
                    <a:cubicBezTo>
                      <a:pt x="12093" y="11801"/>
                      <a:pt x="12172" y="11784"/>
                      <a:pt x="12245" y="11767"/>
                    </a:cubicBezTo>
                    <a:lnTo>
                      <a:pt x="12245" y="11766"/>
                    </a:lnTo>
                    <a:cubicBezTo>
                      <a:pt x="13270" y="11528"/>
                      <a:pt x="13910" y="11342"/>
                      <a:pt x="15104" y="10839"/>
                    </a:cubicBezTo>
                    <a:cubicBezTo>
                      <a:pt x="16628" y="10194"/>
                      <a:pt x="17659" y="9457"/>
                      <a:pt x="18163" y="9086"/>
                    </a:cubicBezTo>
                    <a:cubicBezTo>
                      <a:pt x="18197" y="9202"/>
                      <a:pt x="18232" y="9316"/>
                      <a:pt x="18263" y="9429"/>
                    </a:cubicBezTo>
                    <a:cubicBezTo>
                      <a:pt x="18232" y="9316"/>
                      <a:pt x="18199" y="9202"/>
                      <a:pt x="18164" y="9086"/>
                    </a:cubicBezTo>
                    <a:lnTo>
                      <a:pt x="18165" y="9086"/>
                    </a:lnTo>
                    <a:cubicBezTo>
                      <a:pt x="18077" y="8793"/>
                      <a:pt x="17982" y="8493"/>
                      <a:pt x="17880" y="8189"/>
                    </a:cubicBezTo>
                    <a:cubicBezTo>
                      <a:pt x="17836" y="8055"/>
                      <a:pt x="17789" y="7920"/>
                      <a:pt x="17742" y="7785"/>
                    </a:cubicBezTo>
                    <a:cubicBezTo>
                      <a:pt x="17539" y="7190"/>
                      <a:pt x="17312" y="6580"/>
                      <a:pt x="17074" y="5973"/>
                    </a:cubicBezTo>
                    <a:cubicBezTo>
                      <a:pt x="17019" y="5837"/>
                      <a:pt x="16965" y="5701"/>
                      <a:pt x="16910" y="5566"/>
                    </a:cubicBezTo>
                    <a:cubicBezTo>
                      <a:pt x="16668" y="4969"/>
                      <a:pt x="16415" y="4375"/>
                      <a:pt x="16154" y="3803"/>
                    </a:cubicBezTo>
                    <a:cubicBezTo>
                      <a:pt x="16091" y="3664"/>
                      <a:pt x="16026" y="3524"/>
                      <a:pt x="15961" y="3385"/>
                    </a:cubicBezTo>
                    <a:cubicBezTo>
                      <a:pt x="15682" y="2782"/>
                      <a:pt x="15395" y="2209"/>
                      <a:pt x="15112" y="1682"/>
                    </a:cubicBezTo>
                    <a:cubicBezTo>
                      <a:pt x="15033" y="1533"/>
                      <a:pt x="14954" y="1388"/>
                      <a:pt x="14876" y="1249"/>
                    </a:cubicBezTo>
                    <a:cubicBezTo>
                      <a:pt x="14744" y="1012"/>
                      <a:pt x="14613" y="789"/>
                      <a:pt x="14484" y="581"/>
                    </a:cubicBezTo>
                    <a:cubicBezTo>
                      <a:pt x="14357" y="374"/>
                      <a:pt x="14232" y="179"/>
                      <a:pt x="14110" y="1"/>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96" name="Google Shape;3415;p42">
                <a:extLst>
                  <a:ext uri="{FF2B5EF4-FFF2-40B4-BE49-F238E27FC236}">
                    <a16:creationId xmlns:a16="http://schemas.microsoft.com/office/drawing/2014/main" id="{AA842660-92C1-1A9E-F6FB-734D5CA87040}"/>
                  </a:ext>
                </a:extLst>
              </p:cNvPr>
              <p:cNvSpPr/>
              <p:nvPr/>
            </p:nvSpPr>
            <p:spPr>
              <a:xfrm>
                <a:off x="1488350" y="1623375"/>
                <a:ext cx="199525" cy="89275"/>
              </a:xfrm>
              <a:custGeom>
                <a:avLst/>
                <a:gdLst/>
                <a:ahLst/>
                <a:cxnLst/>
                <a:rect l="l" t="t" r="r" b="b"/>
                <a:pathLst>
                  <a:path w="7981" h="3571" extrusionOk="0">
                    <a:moveTo>
                      <a:pt x="7706" y="0"/>
                    </a:moveTo>
                    <a:cubicBezTo>
                      <a:pt x="7706" y="1"/>
                      <a:pt x="7706" y="1"/>
                      <a:pt x="7706" y="1"/>
                    </a:cubicBezTo>
                    <a:lnTo>
                      <a:pt x="7706" y="1"/>
                    </a:lnTo>
                    <a:cubicBezTo>
                      <a:pt x="7707" y="1"/>
                      <a:pt x="7707" y="1"/>
                      <a:pt x="7707" y="0"/>
                    </a:cubicBezTo>
                    <a:close/>
                    <a:moveTo>
                      <a:pt x="7706" y="1"/>
                    </a:moveTo>
                    <a:cubicBezTo>
                      <a:pt x="5975" y="825"/>
                      <a:pt x="4469" y="1253"/>
                      <a:pt x="3242" y="1476"/>
                    </a:cubicBezTo>
                    <a:cubicBezTo>
                      <a:pt x="3240" y="1477"/>
                      <a:pt x="3238" y="1478"/>
                      <a:pt x="3237" y="1478"/>
                    </a:cubicBezTo>
                    <a:cubicBezTo>
                      <a:pt x="2149" y="1675"/>
                      <a:pt x="1280" y="1710"/>
                      <a:pt x="669" y="1710"/>
                    </a:cubicBezTo>
                    <a:cubicBezTo>
                      <a:pt x="392" y="1710"/>
                      <a:pt x="168" y="1703"/>
                      <a:pt x="1" y="1701"/>
                    </a:cubicBezTo>
                    <a:lnTo>
                      <a:pt x="1" y="1701"/>
                    </a:lnTo>
                    <a:cubicBezTo>
                      <a:pt x="48" y="1850"/>
                      <a:pt x="97" y="1997"/>
                      <a:pt x="144" y="2139"/>
                    </a:cubicBezTo>
                    <a:cubicBezTo>
                      <a:pt x="194" y="2282"/>
                      <a:pt x="243" y="2421"/>
                      <a:pt x="291" y="2557"/>
                    </a:cubicBezTo>
                    <a:cubicBezTo>
                      <a:pt x="341" y="2693"/>
                      <a:pt x="390" y="2825"/>
                      <a:pt x="438" y="2953"/>
                    </a:cubicBezTo>
                    <a:cubicBezTo>
                      <a:pt x="488" y="3081"/>
                      <a:pt x="537" y="3206"/>
                      <a:pt x="586" y="3327"/>
                    </a:cubicBezTo>
                    <a:cubicBezTo>
                      <a:pt x="592" y="3342"/>
                      <a:pt x="600" y="3357"/>
                      <a:pt x="609" y="3370"/>
                    </a:cubicBezTo>
                    <a:cubicBezTo>
                      <a:pt x="616" y="3382"/>
                      <a:pt x="625" y="3393"/>
                      <a:pt x="635" y="3404"/>
                    </a:cubicBezTo>
                    <a:cubicBezTo>
                      <a:pt x="668" y="3443"/>
                      <a:pt x="711" y="3465"/>
                      <a:pt x="764" y="3473"/>
                    </a:cubicBezTo>
                    <a:cubicBezTo>
                      <a:pt x="786" y="3477"/>
                      <a:pt x="807" y="3479"/>
                      <a:pt x="830" y="3482"/>
                    </a:cubicBezTo>
                    <a:cubicBezTo>
                      <a:pt x="917" y="3495"/>
                      <a:pt x="1004" y="3507"/>
                      <a:pt x="1089" y="3517"/>
                    </a:cubicBezTo>
                    <a:cubicBezTo>
                      <a:pt x="1100" y="3519"/>
                      <a:pt x="1111" y="3520"/>
                      <a:pt x="1122" y="3520"/>
                    </a:cubicBezTo>
                    <a:cubicBezTo>
                      <a:pt x="1141" y="3523"/>
                      <a:pt x="1160" y="3524"/>
                      <a:pt x="1178" y="3527"/>
                    </a:cubicBezTo>
                    <a:cubicBezTo>
                      <a:pt x="1258" y="3534"/>
                      <a:pt x="1339" y="3542"/>
                      <a:pt x="1418" y="3547"/>
                    </a:cubicBezTo>
                    <a:cubicBezTo>
                      <a:pt x="1427" y="3549"/>
                      <a:pt x="1435" y="3549"/>
                      <a:pt x="1444" y="3549"/>
                    </a:cubicBezTo>
                    <a:cubicBezTo>
                      <a:pt x="1515" y="3554"/>
                      <a:pt x="1588" y="3558"/>
                      <a:pt x="1661" y="3561"/>
                    </a:cubicBezTo>
                    <a:cubicBezTo>
                      <a:pt x="1705" y="3564"/>
                      <a:pt x="1748" y="3565"/>
                      <a:pt x="1793" y="3565"/>
                    </a:cubicBezTo>
                    <a:cubicBezTo>
                      <a:pt x="1881" y="3569"/>
                      <a:pt x="1969" y="3571"/>
                      <a:pt x="2058" y="3571"/>
                    </a:cubicBezTo>
                    <a:cubicBezTo>
                      <a:pt x="2152" y="3571"/>
                      <a:pt x="2243" y="3569"/>
                      <a:pt x="2335" y="3565"/>
                    </a:cubicBezTo>
                    <a:cubicBezTo>
                      <a:pt x="2357" y="3565"/>
                      <a:pt x="2381" y="3565"/>
                      <a:pt x="2401" y="3564"/>
                    </a:cubicBezTo>
                    <a:cubicBezTo>
                      <a:pt x="2485" y="3561"/>
                      <a:pt x="2569" y="3558"/>
                      <a:pt x="2651" y="3552"/>
                    </a:cubicBezTo>
                    <a:cubicBezTo>
                      <a:pt x="2662" y="3552"/>
                      <a:pt x="2675" y="3550"/>
                      <a:pt x="2686" y="3550"/>
                    </a:cubicBezTo>
                    <a:cubicBezTo>
                      <a:pt x="2707" y="3549"/>
                      <a:pt x="2727" y="3547"/>
                      <a:pt x="2748" y="3545"/>
                    </a:cubicBezTo>
                    <a:cubicBezTo>
                      <a:pt x="2803" y="3541"/>
                      <a:pt x="2859" y="3536"/>
                      <a:pt x="2916" y="3530"/>
                    </a:cubicBezTo>
                    <a:lnTo>
                      <a:pt x="2917" y="3530"/>
                    </a:lnTo>
                    <a:lnTo>
                      <a:pt x="2918" y="3531"/>
                    </a:lnTo>
                    <a:cubicBezTo>
                      <a:pt x="2943" y="3530"/>
                      <a:pt x="2966" y="3527"/>
                      <a:pt x="2990" y="3523"/>
                    </a:cubicBezTo>
                    <a:cubicBezTo>
                      <a:pt x="3075" y="3516"/>
                      <a:pt x="3163" y="3506"/>
                      <a:pt x="3248" y="3495"/>
                    </a:cubicBezTo>
                    <a:cubicBezTo>
                      <a:pt x="3291" y="3490"/>
                      <a:pt x="3332" y="3486"/>
                      <a:pt x="3375" y="3479"/>
                    </a:cubicBezTo>
                    <a:cubicBezTo>
                      <a:pt x="3398" y="3476"/>
                      <a:pt x="3423" y="3473"/>
                      <a:pt x="3446" y="3468"/>
                    </a:cubicBezTo>
                    <a:cubicBezTo>
                      <a:pt x="3514" y="3458"/>
                      <a:pt x="3578" y="3449"/>
                      <a:pt x="3644" y="3437"/>
                    </a:cubicBezTo>
                    <a:cubicBezTo>
                      <a:pt x="3686" y="3432"/>
                      <a:pt x="3728" y="3425"/>
                      <a:pt x="3770" y="3417"/>
                    </a:cubicBezTo>
                    <a:cubicBezTo>
                      <a:pt x="3866" y="3402"/>
                      <a:pt x="3961" y="3382"/>
                      <a:pt x="4056" y="3363"/>
                    </a:cubicBezTo>
                    <a:cubicBezTo>
                      <a:pt x="4151" y="3344"/>
                      <a:pt x="4244" y="3323"/>
                      <a:pt x="4338" y="3301"/>
                    </a:cubicBezTo>
                    <a:cubicBezTo>
                      <a:pt x="4494" y="3265"/>
                      <a:pt x="4649" y="3227"/>
                      <a:pt x="4803" y="3184"/>
                    </a:cubicBezTo>
                    <a:cubicBezTo>
                      <a:pt x="4925" y="3151"/>
                      <a:pt x="5046" y="3117"/>
                      <a:pt x="5167" y="3080"/>
                    </a:cubicBezTo>
                    <a:lnTo>
                      <a:pt x="5168" y="3080"/>
                    </a:lnTo>
                    <a:cubicBezTo>
                      <a:pt x="5312" y="3034"/>
                      <a:pt x="5454" y="2989"/>
                      <a:pt x="5593" y="2938"/>
                    </a:cubicBezTo>
                    <a:cubicBezTo>
                      <a:pt x="6006" y="2794"/>
                      <a:pt x="6404" y="2627"/>
                      <a:pt x="6778" y="2446"/>
                    </a:cubicBezTo>
                    <a:cubicBezTo>
                      <a:pt x="6837" y="2419"/>
                      <a:pt x="6895" y="2390"/>
                      <a:pt x="6952" y="2359"/>
                    </a:cubicBezTo>
                    <a:cubicBezTo>
                      <a:pt x="6957" y="2359"/>
                      <a:pt x="6961" y="2356"/>
                      <a:pt x="6965" y="2352"/>
                    </a:cubicBezTo>
                    <a:cubicBezTo>
                      <a:pt x="7017" y="2327"/>
                      <a:pt x="7068" y="2300"/>
                      <a:pt x="7119" y="2274"/>
                    </a:cubicBezTo>
                    <a:cubicBezTo>
                      <a:pt x="7185" y="2239"/>
                      <a:pt x="7251" y="2202"/>
                      <a:pt x="7316" y="2166"/>
                    </a:cubicBezTo>
                    <a:cubicBezTo>
                      <a:pt x="7357" y="2144"/>
                      <a:pt x="7397" y="2120"/>
                      <a:pt x="7437" y="2097"/>
                    </a:cubicBezTo>
                    <a:cubicBezTo>
                      <a:pt x="7490" y="2067"/>
                      <a:pt x="7543" y="2036"/>
                      <a:pt x="7595" y="2004"/>
                    </a:cubicBezTo>
                    <a:cubicBezTo>
                      <a:pt x="7610" y="1994"/>
                      <a:pt x="7625" y="1986"/>
                      <a:pt x="7640" y="1976"/>
                    </a:cubicBezTo>
                    <a:cubicBezTo>
                      <a:pt x="7720" y="1928"/>
                      <a:pt x="7797" y="1880"/>
                      <a:pt x="7873" y="1829"/>
                    </a:cubicBezTo>
                    <a:cubicBezTo>
                      <a:pt x="7954" y="1777"/>
                      <a:pt x="7980" y="1718"/>
                      <a:pt x="7966" y="1631"/>
                    </a:cubicBezTo>
                    <a:cubicBezTo>
                      <a:pt x="7873" y="1040"/>
                      <a:pt x="7786" y="499"/>
                      <a:pt x="7706" y="1"/>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97" name="Google Shape;3416;p42">
                <a:extLst>
                  <a:ext uri="{FF2B5EF4-FFF2-40B4-BE49-F238E27FC236}">
                    <a16:creationId xmlns:a16="http://schemas.microsoft.com/office/drawing/2014/main" id="{5236C15D-17D3-44E7-3D30-FE3553176972}"/>
                  </a:ext>
                </a:extLst>
              </p:cNvPr>
              <p:cNvSpPr/>
              <p:nvPr/>
            </p:nvSpPr>
            <p:spPr>
              <a:xfrm>
                <a:off x="1715350" y="1539125"/>
                <a:ext cx="194350" cy="113800"/>
              </a:xfrm>
              <a:custGeom>
                <a:avLst/>
                <a:gdLst/>
                <a:ahLst/>
                <a:cxnLst/>
                <a:rect l="l" t="t" r="r" b="b"/>
                <a:pathLst>
                  <a:path w="7774" h="4552" extrusionOk="0">
                    <a:moveTo>
                      <a:pt x="7334" y="1"/>
                    </a:moveTo>
                    <a:cubicBezTo>
                      <a:pt x="6830" y="371"/>
                      <a:pt x="5799" y="1109"/>
                      <a:pt x="4275" y="1754"/>
                    </a:cubicBezTo>
                    <a:cubicBezTo>
                      <a:pt x="3081" y="2257"/>
                      <a:pt x="2441" y="2443"/>
                      <a:pt x="1416" y="2681"/>
                    </a:cubicBezTo>
                    <a:lnTo>
                      <a:pt x="1416" y="2682"/>
                    </a:lnTo>
                    <a:cubicBezTo>
                      <a:pt x="1343" y="2698"/>
                      <a:pt x="1264" y="2715"/>
                      <a:pt x="1187" y="2735"/>
                    </a:cubicBezTo>
                    <a:cubicBezTo>
                      <a:pt x="605" y="2869"/>
                      <a:pt x="231" y="2916"/>
                      <a:pt x="1" y="2945"/>
                    </a:cubicBezTo>
                    <a:cubicBezTo>
                      <a:pt x="135" y="3230"/>
                      <a:pt x="261" y="3495"/>
                      <a:pt x="372" y="3728"/>
                    </a:cubicBezTo>
                    <a:cubicBezTo>
                      <a:pt x="433" y="3851"/>
                      <a:pt x="488" y="3967"/>
                      <a:pt x="539" y="4070"/>
                    </a:cubicBezTo>
                    <a:cubicBezTo>
                      <a:pt x="554" y="4099"/>
                      <a:pt x="568" y="4129"/>
                      <a:pt x="583" y="4158"/>
                    </a:cubicBezTo>
                    <a:cubicBezTo>
                      <a:pt x="600" y="4192"/>
                      <a:pt x="617" y="4227"/>
                      <a:pt x="634" y="4257"/>
                    </a:cubicBezTo>
                    <a:cubicBezTo>
                      <a:pt x="642" y="4278"/>
                      <a:pt x="653" y="4298"/>
                      <a:pt x="663" y="4318"/>
                    </a:cubicBezTo>
                    <a:lnTo>
                      <a:pt x="663" y="4319"/>
                    </a:lnTo>
                    <a:cubicBezTo>
                      <a:pt x="670" y="4331"/>
                      <a:pt x="676" y="4346"/>
                      <a:pt x="684" y="4357"/>
                    </a:cubicBezTo>
                    <a:cubicBezTo>
                      <a:pt x="686" y="4359"/>
                      <a:pt x="686" y="4360"/>
                      <a:pt x="686" y="4362"/>
                    </a:cubicBezTo>
                    <a:cubicBezTo>
                      <a:pt x="708" y="4407"/>
                      <a:pt x="729" y="4444"/>
                      <a:pt x="747" y="4479"/>
                    </a:cubicBezTo>
                    <a:cubicBezTo>
                      <a:pt x="752" y="4487"/>
                      <a:pt x="755" y="4493"/>
                      <a:pt x="760" y="4499"/>
                    </a:cubicBezTo>
                    <a:cubicBezTo>
                      <a:pt x="765" y="4506"/>
                      <a:pt x="769" y="4510"/>
                      <a:pt x="774" y="4516"/>
                    </a:cubicBezTo>
                    <a:cubicBezTo>
                      <a:pt x="778" y="4520"/>
                      <a:pt x="784" y="4525"/>
                      <a:pt x="788" y="4528"/>
                    </a:cubicBezTo>
                    <a:cubicBezTo>
                      <a:pt x="799" y="4536"/>
                      <a:pt x="813" y="4541"/>
                      <a:pt x="826" y="4544"/>
                    </a:cubicBezTo>
                    <a:cubicBezTo>
                      <a:pt x="845" y="4550"/>
                      <a:pt x="867" y="4552"/>
                      <a:pt x="892" y="4552"/>
                    </a:cubicBezTo>
                    <a:cubicBezTo>
                      <a:pt x="921" y="4552"/>
                      <a:pt x="955" y="4549"/>
                      <a:pt x="993" y="4547"/>
                    </a:cubicBezTo>
                    <a:lnTo>
                      <a:pt x="994" y="4547"/>
                    </a:lnTo>
                    <a:cubicBezTo>
                      <a:pt x="3550" y="4492"/>
                      <a:pt x="6466" y="3209"/>
                      <a:pt x="7705" y="1891"/>
                    </a:cubicBezTo>
                    <a:cubicBezTo>
                      <a:pt x="7739" y="1855"/>
                      <a:pt x="7759" y="1824"/>
                      <a:pt x="7769" y="1780"/>
                    </a:cubicBezTo>
                    <a:cubicBezTo>
                      <a:pt x="7774" y="1747"/>
                      <a:pt x="7774" y="1711"/>
                      <a:pt x="7767" y="1662"/>
                    </a:cubicBezTo>
                    <a:cubicBezTo>
                      <a:pt x="7757" y="1585"/>
                      <a:pt x="7734" y="1480"/>
                      <a:pt x="7696" y="1325"/>
                    </a:cubicBezTo>
                    <a:cubicBezTo>
                      <a:pt x="7620" y="1012"/>
                      <a:pt x="7533" y="683"/>
                      <a:pt x="7434" y="344"/>
                    </a:cubicBezTo>
                    <a:cubicBezTo>
                      <a:pt x="7403" y="231"/>
                      <a:pt x="7368" y="117"/>
                      <a:pt x="7334" y="1"/>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98" name="Google Shape;3417;p42">
                <a:extLst>
                  <a:ext uri="{FF2B5EF4-FFF2-40B4-BE49-F238E27FC236}">
                    <a16:creationId xmlns:a16="http://schemas.microsoft.com/office/drawing/2014/main" id="{5EFD5657-BBD9-385E-6CD3-BD92FF4297E2}"/>
                  </a:ext>
                </a:extLst>
              </p:cNvPr>
              <p:cNvSpPr/>
              <p:nvPr/>
            </p:nvSpPr>
            <p:spPr>
              <a:xfrm>
                <a:off x="1437775" y="1272850"/>
                <a:ext cx="359775" cy="150125"/>
              </a:xfrm>
              <a:custGeom>
                <a:avLst/>
                <a:gdLst/>
                <a:ahLst/>
                <a:cxnLst/>
                <a:rect l="l" t="t" r="r" b="b"/>
                <a:pathLst>
                  <a:path w="14391" h="6005" extrusionOk="0">
                    <a:moveTo>
                      <a:pt x="13363" y="0"/>
                    </a:moveTo>
                    <a:cubicBezTo>
                      <a:pt x="13325" y="0"/>
                      <a:pt x="13288" y="6"/>
                      <a:pt x="13251" y="17"/>
                    </a:cubicBezTo>
                    <a:cubicBezTo>
                      <a:pt x="7962" y="1571"/>
                      <a:pt x="6067" y="2145"/>
                      <a:pt x="335" y="4001"/>
                    </a:cubicBezTo>
                    <a:cubicBezTo>
                      <a:pt x="129" y="4068"/>
                      <a:pt x="1" y="4273"/>
                      <a:pt x="13" y="4489"/>
                    </a:cubicBezTo>
                    <a:cubicBezTo>
                      <a:pt x="21" y="4597"/>
                      <a:pt x="53" y="4801"/>
                      <a:pt x="167" y="5504"/>
                    </a:cubicBezTo>
                    <a:cubicBezTo>
                      <a:pt x="226" y="5873"/>
                      <a:pt x="241" y="5972"/>
                      <a:pt x="274" y="5998"/>
                    </a:cubicBezTo>
                    <a:cubicBezTo>
                      <a:pt x="282" y="6003"/>
                      <a:pt x="291" y="6005"/>
                      <a:pt x="302" y="6005"/>
                    </a:cubicBezTo>
                    <a:cubicBezTo>
                      <a:pt x="309" y="6005"/>
                      <a:pt x="317" y="6004"/>
                      <a:pt x="327" y="6003"/>
                    </a:cubicBezTo>
                    <a:cubicBezTo>
                      <a:pt x="327" y="6003"/>
                      <a:pt x="14061" y="1877"/>
                      <a:pt x="14382" y="1567"/>
                    </a:cubicBezTo>
                    <a:cubicBezTo>
                      <a:pt x="14389" y="1562"/>
                      <a:pt x="14390" y="1559"/>
                      <a:pt x="14389" y="1555"/>
                    </a:cubicBezTo>
                    <a:cubicBezTo>
                      <a:pt x="14292" y="1337"/>
                      <a:pt x="13899" y="467"/>
                      <a:pt x="13760" y="236"/>
                    </a:cubicBezTo>
                    <a:cubicBezTo>
                      <a:pt x="13676" y="94"/>
                      <a:pt x="13521" y="0"/>
                      <a:pt x="13363" y="0"/>
                    </a:cubicBezTo>
                    <a:close/>
                  </a:path>
                </a:pathLst>
              </a:cu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99" name="Google Shape;3418;p42">
                <a:extLst>
                  <a:ext uri="{FF2B5EF4-FFF2-40B4-BE49-F238E27FC236}">
                    <a16:creationId xmlns:a16="http://schemas.microsoft.com/office/drawing/2014/main" id="{3F0C4708-022C-4782-B6D1-115468383506}"/>
                  </a:ext>
                </a:extLst>
              </p:cNvPr>
              <p:cNvSpPr/>
              <p:nvPr/>
            </p:nvSpPr>
            <p:spPr>
              <a:xfrm>
                <a:off x="1446125" y="1343200"/>
                <a:ext cx="376275" cy="125025"/>
              </a:xfrm>
              <a:custGeom>
                <a:avLst/>
                <a:gdLst/>
                <a:ahLst/>
                <a:cxnLst/>
                <a:rect l="l" t="t" r="r" b="b"/>
                <a:pathLst>
                  <a:path w="15051" h="5001" extrusionOk="0">
                    <a:moveTo>
                      <a:pt x="14815" y="1"/>
                    </a:moveTo>
                    <a:lnTo>
                      <a:pt x="11835" y="944"/>
                    </a:lnTo>
                    <a:lnTo>
                      <a:pt x="9635" y="1635"/>
                    </a:lnTo>
                    <a:cubicBezTo>
                      <a:pt x="8903" y="1865"/>
                      <a:pt x="8169" y="2092"/>
                      <a:pt x="7433" y="2314"/>
                    </a:cubicBezTo>
                    <a:cubicBezTo>
                      <a:pt x="6700" y="2543"/>
                      <a:pt x="5963" y="2763"/>
                      <a:pt x="5227" y="2983"/>
                    </a:cubicBezTo>
                    <a:lnTo>
                      <a:pt x="3018" y="3641"/>
                    </a:lnTo>
                    <a:lnTo>
                      <a:pt x="1" y="4529"/>
                    </a:lnTo>
                    <a:cubicBezTo>
                      <a:pt x="12" y="4684"/>
                      <a:pt x="26" y="4842"/>
                      <a:pt x="41" y="5001"/>
                    </a:cubicBezTo>
                    <a:cubicBezTo>
                      <a:pt x="1095" y="4777"/>
                      <a:pt x="2145" y="4529"/>
                      <a:pt x="3188" y="4262"/>
                    </a:cubicBezTo>
                    <a:cubicBezTo>
                      <a:pt x="3937" y="4074"/>
                      <a:pt x="4680" y="3869"/>
                      <a:pt x="5425" y="3663"/>
                    </a:cubicBezTo>
                    <a:cubicBezTo>
                      <a:pt x="6166" y="3455"/>
                      <a:pt x="6907" y="3237"/>
                      <a:pt x="7646" y="3015"/>
                    </a:cubicBezTo>
                    <a:cubicBezTo>
                      <a:pt x="8383" y="2788"/>
                      <a:pt x="9120" y="2556"/>
                      <a:pt x="9854" y="2316"/>
                    </a:cubicBezTo>
                    <a:cubicBezTo>
                      <a:pt x="10585" y="2071"/>
                      <a:pt x="11318" y="1827"/>
                      <a:pt x="12043" y="1566"/>
                    </a:cubicBezTo>
                    <a:cubicBezTo>
                      <a:pt x="12771" y="1309"/>
                      <a:pt x="13494" y="1039"/>
                      <a:pt x="14214" y="764"/>
                    </a:cubicBezTo>
                    <a:cubicBezTo>
                      <a:pt x="14494" y="653"/>
                      <a:pt x="14771" y="544"/>
                      <a:pt x="15050" y="433"/>
                    </a:cubicBezTo>
                    <a:cubicBezTo>
                      <a:pt x="14972" y="285"/>
                      <a:pt x="14894" y="140"/>
                      <a:pt x="14815" y="1"/>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0" name="Google Shape;3419;p42">
                <a:extLst>
                  <a:ext uri="{FF2B5EF4-FFF2-40B4-BE49-F238E27FC236}">
                    <a16:creationId xmlns:a16="http://schemas.microsoft.com/office/drawing/2014/main" id="{8BADC803-0591-5C36-52DD-6BBABAFED2BB}"/>
                  </a:ext>
                </a:extLst>
              </p:cNvPr>
              <p:cNvSpPr/>
              <p:nvPr/>
            </p:nvSpPr>
            <p:spPr>
              <a:xfrm>
                <a:off x="1453250" y="1396625"/>
                <a:ext cx="395225" cy="130150"/>
              </a:xfrm>
              <a:custGeom>
                <a:avLst/>
                <a:gdLst/>
                <a:ahLst/>
                <a:cxnLst/>
                <a:rect l="l" t="t" r="r" b="b"/>
                <a:pathLst>
                  <a:path w="15809" h="5206" extrusionOk="0">
                    <a:moveTo>
                      <a:pt x="15616" y="0"/>
                    </a:moveTo>
                    <a:lnTo>
                      <a:pt x="12240" y="1071"/>
                    </a:lnTo>
                    <a:lnTo>
                      <a:pt x="10039" y="1761"/>
                    </a:lnTo>
                    <a:cubicBezTo>
                      <a:pt x="9308" y="1990"/>
                      <a:pt x="8575" y="2219"/>
                      <a:pt x="7839" y="2440"/>
                    </a:cubicBezTo>
                    <a:cubicBezTo>
                      <a:pt x="7104" y="2668"/>
                      <a:pt x="6368" y="2888"/>
                      <a:pt x="5633" y="3108"/>
                    </a:cubicBezTo>
                    <a:lnTo>
                      <a:pt x="3423" y="3766"/>
                    </a:lnTo>
                    <a:lnTo>
                      <a:pt x="1" y="4774"/>
                    </a:lnTo>
                    <a:cubicBezTo>
                      <a:pt x="24" y="4918"/>
                      <a:pt x="47" y="5061"/>
                      <a:pt x="70" y="5206"/>
                    </a:cubicBezTo>
                    <a:cubicBezTo>
                      <a:pt x="1251" y="4961"/>
                      <a:pt x="2426" y="4687"/>
                      <a:pt x="3593" y="4386"/>
                    </a:cubicBezTo>
                    <a:cubicBezTo>
                      <a:pt x="4342" y="4201"/>
                      <a:pt x="5085" y="3994"/>
                      <a:pt x="5830" y="3790"/>
                    </a:cubicBezTo>
                    <a:lnTo>
                      <a:pt x="5829" y="3790"/>
                    </a:lnTo>
                    <a:cubicBezTo>
                      <a:pt x="6572" y="3581"/>
                      <a:pt x="7312" y="3362"/>
                      <a:pt x="8052" y="3141"/>
                    </a:cubicBezTo>
                    <a:cubicBezTo>
                      <a:pt x="8789" y="2914"/>
                      <a:pt x="9526" y="2683"/>
                      <a:pt x="10259" y="2442"/>
                    </a:cubicBezTo>
                    <a:cubicBezTo>
                      <a:pt x="10991" y="2198"/>
                      <a:pt x="11723" y="1954"/>
                      <a:pt x="12449" y="1692"/>
                    </a:cubicBezTo>
                    <a:cubicBezTo>
                      <a:pt x="13177" y="1434"/>
                      <a:pt x="13898" y="1166"/>
                      <a:pt x="14620" y="890"/>
                    </a:cubicBezTo>
                    <a:cubicBezTo>
                      <a:pt x="15015" y="732"/>
                      <a:pt x="15413" y="577"/>
                      <a:pt x="15808" y="418"/>
                    </a:cubicBezTo>
                    <a:cubicBezTo>
                      <a:pt x="15745" y="278"/>
                      <a:pt x="15681" y="139"/>
                      <a:pt x="15616" y="0"/>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1" name="Google Shape;3420;p42">
                <a:extLst>
                  <a:ext uri="{FF2B5EF4-FFF2-40B4-BE49-F238E27FC236}">
                    <a16:creationId xmlns:a16="http://schemas.microsoft.com/office/drawing/2014/main" id="{575FF49D-8694-D88F-CFD8-5BAD85CF4491}"/>
                  </a:ext>
                </a:extLst>
              </p:cNvPr>
              <p:cNvSpPr/>
              <p:nvPr/>
            </p:nvSpPr>
            <p:spPr>
              <a:xfrm>
                <a:off x="1464175" y="1515200"/>
                <a:ext cx="202150" cy="69375"/>
              </a:xfrm>
              <a:custGeom>
                <a:avLst/>
                <a:gdLst/>
                <a:ahLst/>
                <a:cxnLst/>
                <a:rect l="l" t="t" r="r" b="b"/>
                <a:pathLst>
                  <a:path w="8086" h="2775" extrusionOk="0">
                    <a:moveTo>
                      <a:pt x="7962" y="0"/>
                    </a:moveTo>
                    <a:cubicBezTo>
                      <a:pt x="7271" y="214"/>
                      <a:pt x="6579" y="421"/>
                      <a:pt x="5886" y="629"/>
                    </a:cubicBezTo>
                    <a:lnTo>
                      <a:pt x="3677" y="1286"/>
                    </a:lnTo>
                    <a:lnTo>
                      <a:pt x="0" y="2369"/>
                    </a:lnTo>
                    <a:cubicBezTo>
                      <a:pt x="29" y="2505"/>
                      <a:pt x="59" y="2639"/>
                      <a:pt x="88" y="2774"/>
                    </a:cubicBezTo>
                    <a:cubicBezTo>
                      <a:pt x="1348" y="2516"/>
                      <a:pt x="2601" y="2226"/>
                      <a:pt x="3847" y="1907"/>
                    </a:cubicBezTo>
                    <a:cubicBezTo>
                      <a:pt x="4595" y="1719"/>
                      <a:pt x="5338" y="1514"/>
                      <a:pt x="6083" y="1310"/>
                    </a:cubicBezTo>
                    <a:cubicBezTo>
                      <a:pt x="6751" y="1122"/>
                      <a:pt x="7419" y="925"/>
                      <a:pt x="8086" y="726"/>
                    </a:cubicBezTo>
                    <a:cubicBezTo>
                      <a:pt x="8037" y="442"/>
                      <a:pt x="7997" y="202"/>
                      <a:pt x="7962" y="0"/>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2" name="Google Shape;3421;p42">
                <a:extLst>
                  <a:ext uri="{FF2B5EF4-FFF2-40B4-BE49-F238E27FC236}">
                    <a16:creationId xmlns:a16="http://schemas.microsoft.com/office/drawing/2014/main" id="{96D0AD08-0175-9219-79D3-66BC28D6928C}"/>
                  </a:ext>
                </a:extLst>
              </p:cNvPr>
              <p:cNvSpPr/>
              <p:nvPr/>
            </p:nvSpPr>
            <p:spPr>
              <a:xfrm>
                <a:off x="1669600" y="1451150"/>
                <a:ext cx="201850" cy="78900"/>
              </a:xfrm>
              <a:custGeom>
                <a:avLst/>
                <a:gdLst/>
                <a:ahLst/>
                <a:cxnLst/>
                <a:rect l="l" t="t" r="r" b="b"/>
                <a:pathLst>
                  <a:path w="8074" h="3156" extrusionOk="0">
                    <a:moveTo>
                      <a:pt x="7911" y="0"/>
                    </a:moveTo>
                    <a:lnTo>
                      <a:pt x="4276" y="1151"/>
                    </a:lnTo>
                    <a:lnTo>
                      <a:pt x="2076" y="1843"/>
                    </a:lnTo>
                    <a:cubicBezTo>
                      <a:pt x="1385" y="2058"/>
                      <a:pt x="693" y="2275"/>
                      <a:pt x="0" y="2484"/>
                    </a:cubicBezTo>
                    <a:cubicBezTo>
                      <a:pt x="91" y="2686"/>
                      <a:pt x="193" y="2913"/>
                      <a:pt x="304" y="3155"/>
                    </a:cubicBezTo>
                    <a:cubicBezTo>
                      <a:pt x="969" y="2950"/>
                      <a:pt x="1633" y="2740"/>
                      <a:pt x="2295" y="2523"/>
                    </a:cubicBezTo>
                    <a:cubicBezTo>
                      <a:pt x="3026" y="2278"/>
                      <a:pt x="3759" y="2035"/>
                      <a:pt x="4485" y="1773"/>
                    </a:cubicBezTo>
                    <a:cubicBezTo>
                      <a:pt x="5212" y="1516"/>
                      <a:pt x="5935" y="1247"/>
                      <a:pt x="6655" y="971"/>
                    </a:cubicBezTo>
                    <a:cubicBezTo>
                      <a:pt x="7128" y="783"/>
                      <a:pt x="7602" y="599"/>
                      <a:pt x="8073" y="407"/>
                    </a:cubicBezTo>
                    <a:cubicBezTo>
                      <a:pt x="8020" y="271"/>
                      <a:pt x="7966" y="135"/>
                      <a:pt x="7911" y="0"/>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3" name="Google Shape;3422;p42">
                <a:extLst>
                  <a:ext uri="{FF2B5EF4-FFF2-40B4-BE49-F238E27FC236}">
                    <a16:creationId xmlns:a16="http://schemas.microsoft.com/office/drawing/2014/main" id="{43A4F365-3E6B-7103-B4CA-B10182EFBB4A}"/>
                  </a:ext>
                </a:extLst>
              </p:cNvPr>
              <p:cNvSpPr/>
              <p:nvPr/>
            </p:nvSpPr>
            <p:spPr>
              <a:xfrm>
                <a:off x="1478225" y="1574025"/>
                <a:ext cx="197800" cy="67625"/>
              </a:xfrm>
              <a:custGeom>
                <a:avLst/>
                <a:gdLst/>
                <a:ahLst/>
                <a:cxnLst/>
                <a:rect l="l" t="t" r="r" b="b"/>
                <a:pathLst>
                  <a:path w="7912" h="2705" extrusionOk="0">
                    <a:moveTo>
                      <a:pt x="7792" y="0"/>
                    </a:moveTo>
                    <a:cubicBezTo>
                      <a:pt x="7200" y="182"/>
                      <a:pt x="6607" y="359"/>
                      <a:pt x="6013" y="538"/>
                    </a:cubicBezTo>
                    <a:lnTo>
                      <a:pt x="3805" y="1196"/>
                    </a:lnTo>
                    <a:lnTo>
                      <a:pt x="0" y="2317"/>
                    </a:lnTo>
                    <a:cubicBezTo>
                      <a:pt x="37" y="2447"/>
                      <a:pt x="73" y="2576"/>
                      <a:pt x="111" y="2705"/>
                    </a:cubicBezTo>
                    <a:cubicBezTo>
                      <a:pt x="1406" y="2442"/>
                      <a:pt x="2695" y="2144"/>
                      <a:pt x="3975" y="1816"/>
                    </a:cubicBezTo>
                    <a:cubicBezTo>
                      <a:pt x="4723" y="1629"/>
                      <a:pt x="5467" y="1424"/>
                      <a:pt x="6211" y="1219"/>
                    </a:cubicBezTo>
                    <a:cubicBezTo>
                      <a:pt x="6779" y="1060"/>
                      <a:pt x="7346" y="894"/>
                      <a:pt x="7911" y="726"/>
                    </a:cubicBezTo>
                    <a:cubicBezTo>
                      <a:pt x="7868" y="469"/>
                      <a:pt x="7830" y="227"/>
                      <a:pt x="7792" y="0"/>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4" name="Google Shape;3423;p42">
                <a:extLst>
                  <a:ext uri="{FF2B5EF4-FFF2-40B4-BE49-F238E27FC236}">
                    <a16:creationId xmlns:a16="http://schemas.microsoft.com/office/drawing/2014/main" id="{4EBF1913-ED43-D07A-26DE-AC411D0E7D7B}"/>
                  </a:ext>
                </a:extLst>
              </p:cNvPr>
              <p:cNvSpPr/>
              <p:nvPr/>
            </p:nvSpPr>
            <p:spPr>
              <a:xfrm>
                <a:off x="1694325" y="1506625"/>
                <a:ext cx="197275" cy="77625"/>
              </a:xfrm>
              <a:custGeom>
                <a:avLst/>
                <a:gdLst/>
                <a:ahLst/>
                <a:cxnLst/>
                <a:rect l="l" t="t" r="r" b="b"/>
                <a:pathLst>
                  <a:path w="7891" h="3105" extrusionOk="0">
                    <a:moveTo>
                      <a:pt x="7753" y="1"/>
                    </a:moveTo>
                    <a:lnTo>
                      <a:pt x="3978" y="1196"/>
                    </a:lnTo>
                    <a:lnTo>
                      <a:pt x="1777" y="1886"/>
                    </a:lnTo>
                    <a:cubicBezTo>
                      <a:pt x="1186" y="2071"/>
                      <a:pt x="595" y="2255"/>
                      <a:pt x="1" y="2437"/>
                    </a:cubicBezTo>
                    <a:cubicBezTo>
                      <a:pt x="104" y="2660"/>
                      <a:pt x="206" y="2884"/>
                      <a:pt x="309" y="3105"/>
                    </a:cubicBezTo>
                    <a:cubicBezTo>
                      <a:pt x="873" y="2929"/>
                      <a:pt x="1436" y="2751"/>
                      <a:pt x="1996" y="2567"/>
                    </a:cubicBezTo>
                    <a:cubicBezTo>
                      <a:pt x="2727" y="2323"/>
                      <a:pt x="3461" y="2079"/>
                      <a:pt x="4187" y="1818"/>
                    </a:cubicBezTo>
                    <a:cubicBezTo>
                      <a:pt x="4914" y="1559"/>
                      <a:pt x="5636" y="1291"/>
                      <a:pt x="6356" y="1015"/>
                    </a:cubicBezTo>
                    <a:cubicBezTo>
                      <a:pt x="6868" y="811"/>
                      <a:pt x="7381" y="612"/>
                      <a:pt x="7891" y="404"/>
                    </a:cubicBezTo>
                    <a:cubicBezTo>
                      <a:pt x="7847" y="269"/>
                      <a:pt x="7801" y="135"/>
                      <a:pt x="7754" y="1"/>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5" name="Google Shape;3424;p42">
                <a:extLst>
                  <a:ext uri="{FF2B5EF4-FFF2-40B4-BE49-F238E27FC236}">
                    <a16:creationId xmlns:a16="http://schemas.microsoft.com/office/drawing/2014/main" id="{E00FAC4D-BB4A-1E18-4D24-145F1EE9C499}"/>
                  </a:ext>
                </a:extLst>
              </p:cNvPr>
              <p:cNvSpPr/>
              <p:nvPr/>
            </p:nvSpPr>
            <p:spPr>
              <a:xfrm>
                <a:off x="1608375" y="1366725"/>
                <a:ext cx="52675" cy="102425"/>
              </a:xfrm>
              <a:custGeom>
                <a:avLst/>
                <a:gdLst/>
                <a:ahLst/>
                <a:cxnLst/>
                <a:rect l="l" t="t" r="r" b="b"/>
                <a:pathLst>
                  <a:path w="2107" h="4097" extrusionOk="0">
                    <a:moveTo>
                      <a:pt x="1099" y="0"/>
                    </a:moveTo>
                    <a:lnTo>
                      <a:pt x="1" y="339"/>
                    </a:lnTo>
                    <a:lnTo>
                      <a:pt x="1161" y="4096"/>
                    </a:lnTo>
                    <a:cubicBezTo>
                      <a:pt x="1767" y="3910"/>
                      <a:pt x="2107" y="3267"/>
                      <a:pt x="1920" y="2660"/>
                    </a:cubicBezTo>
                    <a:lnTo>
                      <a:pt x="1099" y="0"/>
                    </a:ln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6" name="Google Shape;3425;p42">
                <a:extLst>
                  <a:ext uri="{FF2B5EF4-FFF2-40B4-BE49-F238E27FC236}">
                    <a16:creationId xmlns:a16="http://schemas.microsoft.com/office/drawing/2014/main" id="{4E435F54-1F75-6D6B-1193-3D24E260D871}"/>
                  </a:ext>
                </a:extLst>
              </p:cNvPr>
              <p:cNvSpPr/>
              <p:nvPr/>
            </p:nvSpPr>
            <p:spPr>
              <a:xfrm>
                <a:off x="1567375" y="1307050"/>
                <a:ext cx="95925" cy="79050"/>
              </a:xfrm>
              <a:custGeom>
                <a:avLst/>
                <a:gdLst/>
                <a:ahLst/>
                <a:cxnLst/>
                <a:rect l="l" t="t" r="r" b="b"/>
                <a:pathLst>
                  <a:path w="3837" h="3162" extrusionOk="0">
                    <a:moveTo>
                      <a:pt x="2097" y="879"/>
                    </a:moveTo>
                    <a:cubicBezTo>
                      <a:pt x="2251" y="879"/>
                      <a:pt x="2387" y="910"/>
                      <a:pt x="2498" y="971"/>
                    </a:cubicBezTo>
                    <a:cubicBezTo>
                      <a:pt x="2577" y="1012"/>
                      <a:pt x="2642" y="1067"/>
                      <a:pt x="2693" y="1132"/>
                    </a:cubicBezTo>
                    <a:cubicBezTo>
                      <a:pt x="2715" y="1160"/>
                      <a:pt x="2734" y="1191"/>
                      <a:pt x="2749" y="1224"/>
                    </a:cubicBezTo>
                    <a:lnTo>
                      <a:pt x="1501" y="1609"/>
                    </a:lnTo>
                    <a:cubicBezTo>
                      <a:pt x="1445" y="1625"/>
                      <a:pt x="1416" y="1686"/>
                      <a:pt x="1431" y="1741"/>
                    </a:cubicBezTo>
                    <a:cubicBezTo>
                      <a:pt x="1445" y="1785"/>
                      <a:pt x="1488" y="1815"/>
                      <a:pt x="1533" y="1815"/>
                    </a:cubicBezTo>
                    <a:cubicBezTo>
                      <a:pt x="1544" y="1815"/>
                      <a:pt x="1554" y="1814"/>
                      <a:pt x="1565" y="1810"/>
                    </a:cubicBezTo>
                    <a:lnTo>
                      <a:pt x="2806" y="1427"/>
                    </a:lnTo>
                    <a:lnTo>
                      <a:pt x="2806" y="1427"/>
                    </a:lnTo>
                    <a:cubicBezTo>
                      <a:pt x="2830" y="1704"/>
                      <a:pt x="2657" y="2073"/>
                      <a:pt x="2086" y="2257"/>
                    </a:cubicBezTo>
                    <a:cubicBezTo>
                      <a:pt x="1950" y="2302"/>
                      <a:pt x="1818" y="2324"/>
                      <a:pt x="1696" y="2324"/>
                    </a:cubicBezTo>
                    <a:cubicBezTo>
                      <a:pt x="1251" y="2324"/>
                      <a:pt x="1041" y="2041"/>
                      <a:pt x="997" y="1798"/>
                    </a:cubicBezTo>
                    <a:cubicBezTo>
                      <a:pt x="987" y="1748"/>
                      <a:pt x="984" y="1703"/>
                      <a:pt x="987" y="1659"/>
                    </a:cubicBezTo>
                    <a:cubicBezTo>
                      <a:pt x="988" y="1570"/>
                      <a:pt x="1011" y="1491"/>
                      <a:pt x="1045" y="1418"/>
                    </a:cubicBezTo>
                    <a:cubicBezTo>
                      <a:pt x="1145" y="1210"/>
                      <a:pt x="1356" y="1066"/>
                      <a:pt x="1554" y="990"/>
                    </a:cubicBezTo>
                    <a:cubicBezTo>
                      <a:pt x="1748" y="916"/>
                      <a:pt x="1931" y="879"/>
                      <a:pt x="2097" y="879"/>
                    </a:cubicBezTo>
                    <a:close/>
                    <a:moveTo>
                      <a:pt x="2158" y="1"/>
                    </a:moveTo>
                    <a:cubicBezTo>
                      <a:pt x="1206" y="1"/>
                      <a:pt x="125" y="653"/>
                      <a:pt x="35" y="1624"/>
                    </a:cubicBezTo>
                    <a:cubicBezTo>
                      <a:pt x="0" y="1990"/>
                      <a:pt x="132" y="2367"/>
                      <a:pt x="394" y="2655"/>
                    </a:cubicBezTo>
                    <a:cubicBezTo>
                      <a:pt x="690" y="2982"/>
                      <a:pt x="1120" y="3161"/>
                      <a:pt x="1606" y="3161"/>
                    </a:cubicBezTo>
                    <a:cubicBezTo>
                      <a:pt x="1838" y="3161"/>
                      <a:pt x="2082" y="3121"/>
                      <a:pt x="2330" y="3040"/>
                    </a:cubicBezTo>
                    <a:cubicBezTo>
                      <a:pt x="3118" y="2785"/>
                      <a:pt x="3634" y="2291"/>
                      <a:pt x="3744" y="1684"/>
                    </a:cubicBezTo>
                    <a:cubicBezTo>
                      <a:pt x="3836" y="1186"/>
                      <a:pt x="3638" y="685"/>
                      <a:pt x="3216" y="345"/>
                    </a:cubicBezTo>
                    <a:cubicBezTo>
                      <a:pt x="2935" y="119"/>
                      <a:pt x="2569" y="1"/>
                      <a:pt x="2158" y="1"/>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7" name="Google Shape;3426;p42">
                <a:extLst>
                  <a:ext uri="{FF2B5EF4-FFF2-40B4-BE49-F238E27FC236}">
                    <a16:creationId xmlns:a16="http://schemas.microsoft.com/office/drawing/2014/main" id="{8D92EAAB-6C9C-2EFD-8AE6-D7AA4623B3BE}"/>
                  </a:ext>
                </a:extLst>
              </p:cNvPr>
              <p:cNvSpPr/>
              <p:nvPr/>
            </p:nvSpPr>
            <p:spPr>
              <a:xfrm>
                <a:off x="1455675" y="1360950"/>
                <a:ext cx="104425" cy="35850"/>
              </a:xfrm>
              <a:custGeom>
                <a:avLst/>
                <a:gdLst/>
                <a:ahLst/>
                <a:cxnLst/>
                <a:rect l="l" t="t" r="r" b="b"/>
                <a:pathLst>
                  <a:path w="4177" h="1434" extrusionOk="0">
                    <a:moveTo>
                      <a:pt x="4070" y="1"/>
                    </a:moveTo>
                    <a:cubicBezTo>
                      <a:pt x="4067" y="1"/>
                      <a:pt x="4065" y="1"/>
                      <a:pt x="4062" y="1"/>
                    </a:cubicBezTo>
                    <a:cubicBezTo>
                      <a:pt x="3707" y="29"/>
                      <a:pt x="3360" y="97"/>
                      <a:pt x="3019" y="177"/>
                    </a:cubicBezTo>
                    <a:cubicBezTo>
                      <a:pt x="2677" y="256"/>
                      <a:pt x="2341" y="357"/>
                      <a:pt x="2006" y="462"/>
                    </a:cubicBezTo>
                    <a:cubicBezTo>
                      <a:pt x="1673" y="570"/>
                      <a:pt x="1344" y="687"/>
                      <a:pt x="1019" y="818"/>
                    </a:cubicBezTo>
                    <a:cubicBezTo>
                      <a:pt x="695" y="948"/>
                      <a:pt x="374" y="1086"/>
                      <a:pt x="62" y="1250"/>
                    </a:cubicBezTo>
                    <a:cubicBezTo>
                      <a:pt x="23" y="1269"/>
                      <a:pt x="1" y="1315"/>
                      <a:pt x="12" y="1359"/>
                    </a:cubicBezTo>
                    <a:cubicBezTo>
                      <a:pt x="22" y="1403"/>
                      <a:pt x="63" y="1433"/>
                      <a:pt x="107" y="1433"/>
                    </a:cubicBezTo>
                    <a:cubicBezTo>
                      <a:pt x="114" y="1433"/>
                      <a:pt x="122" y="1432"/>
                      <a:pt x="129" y="1431"/>
                    </a:cubicBezTo>
                    <a:cubicBezTo>
                      <a:pt x="810" y="1268"/>
                      <a:pt x="1471" y="1060"/>
                      <a:pt x="2132" y="852"/>
                    </a:cubicBezTo>
                    <a:cubicBezTo>
                      <a:pt x="2791" y="639"/>
                      <a:pt x="3447" y="423"/>
                      <a:pt x="4102" y="202"/>
                    </a:cubicBezTo>
                    <a:lnTo>
                      <a:pt x="4103" y="202"/>
                    </a:lnTo>
                    <a:cubicBezTo>
                      <a:pt x="4147" y="188"/>
                      <a:pt x="4177" y="145"/>
                      <a:pt x="4173" y="96"/>
                    </a:cubicBezTo>
                    <a:cubicBezTo>
                      <a:pt x="4169" y="42"/>
                      <a:pt x="4124" y="1"/>
                      <a:pt x="4070" y="1"/>
                    </a:cubicBezTo>
                    <a:close/>
                  </a:path>
                </a:pathLst>
              </a:cu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8" name="Google Shape;3427;p42">
                <a:extLst>
                  <a:ext uri="{FF2B5EF4-FFF2-40B4-BE49-F238E27FC236}">
                    <a16:creationId xmlns:a16="http://schemas.microsoft.com/office/drawing/2014/main" id="{D818E805-5716-EC38-11D3-6E95AD60ABA3}"/>
                  </a:ext>
                </a:extLst>
              </p:cNvPr>
              <p:cNvSpPr/>
              <p:nvPr/>
            </p:nvSpPr>
            <p:spPr>
              <a:xfrm>
                <a:off x="1471200" y="1429350"/>
                <a:ext cx="50050" cy="86925"/>
              </a:xfrm>
              <a:custGeom>
                <a:avLst/>
                <a:gdLst/>
                <a:ahLst/>
                <a:cxnLst/>
                <a:rect l="l" t="t" r="r" b="b"/>
                <a:pathLst>
                  <a:path w="2002" h="3477" extrusionOk="0">
                    <a:moveTo>
                      <a:pt x="1555" y="0"/>
                    </a:moveTo>
                    <a:cubicBezTo>
                      <a:pt x="1548" y="0"/>
                      <a:pt x="1540" y="1"/>
                      <a:pt x="1533" y="3"/>
                    </a:cubicBezTo>
                    <a:cubicBezTo>
                      <a:pt x="1476" y="14"/>
                      <a:pt x="1438" y="69"/>
                      <a:pt x="1449" y="125"/>
                    </a:cubicBezTo>
                    <a:cubicBezTo>
                      <a:pt x="1682" y="1313"/>
                      <a:pt x="1348" y="2747"/>
                      <a:pt x="80" y="3274"/>
                    </a:cubicBezTo>
                    <a:cubicBezTo>
                      <a:pt x="26" y="3296"/>
                      <a:pt x="1" y="3358"/>
                      <a:pt x="23" y="3411"/>
                    </a:cubicBezTo>
                    <a:cubicBezTo>
                      <a:pt x="40" y="3452"/>
                      <a:pt x="79" y="3476"/>
                      <a:pt x="120" y="3476"/>
                    </a:cubicBezTo>
                    <a:cubicBezTo>
                      <a:pt x="134" y="3476"/>
                      <a:pt x="148" y="3474"/>
                      <a:pt x="161" y="3468"/>
                    </a:cubicBezTo>
                    <a:cubicBezTo>
                      <a:pt x="1154" y="3056"/>
                      <a:pt x="2001" y="1850"/>
                      <a:pt x="1656" y="86"/>
                    </a:cubicBezTo>
                    <a:cubicBezTo>
                      <a:pt x="1646" y="35"/>
                      <a:pt x="1603" y="0"/>
                      <a:pt x="1555"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9" name="Google Shape;3428;p42">
                <a:extLst>
                  <a:ext uri="{FF2B5EF4-FFF2-40B4-BE49-F238E27FC236}">
                    <a16:creationId xmlns:a16="http://schemas.microsoft.com/office/drawing/2014/main" id="{B1A2976C-DD41-B9ED-C7CD-5DD751FCE31A}"/>
                  </a:ext>
                </a:extLst>
              </p:cNvPr>
              <p:cNvSpPr/>
              <p:nvPr/>
            </p:nvSpPr>
            <p:spPr>
              <a:xfrm>
                <a:off x="1746075" y="1355550"/>
                <a:ext cx="81550" cy="53750"/>
              </a:xfrm>
              <a:custGeom>
                <a:avLst/>
                <a:gdLst/>
                <a:ahLst/>
                <a:cxnLst/>
                <a:rect l="l" t="t" r="r" b="b"/>
                <a:pathLst>
                  <a:path w="3262" h="2150" extrusionOk="0">
                    <a:moveTo>
                      <a:pt x="120" y="1"/>
                    </a:moveTo>
                    <a:cubicBezTo>
                      <a:pt x="108" y="1"/>
                      <a:pt x="95" y="3"/>
                      <a:pt x="82" y="8"/>
                    </a:cubicBezTo>
                    <a:cubicBezTo>
                      <a:pt x="28" y="29"/>
                      <a:pt x="0" y="90"/>
                      <a:pt x="22" y="144"/>
                    </a:cubicBezTo>
                    <a:cubicBezTo>
                      <a:pt x="559" y="1513"/>
                      <a:pt x="1711" y="2149"/>
                      <a:pt x="2723" y="2149"/>
                    </a:cubicBezTo>
                    <a:cubicBezTo>
                      <a:pt x="2876" y="2149"/>
                      <a:pt x="3024" y="2135"/>
                      <a:pt x="3167" y="2106"/>
                    </a:cubicBezTo>
                    <a:cubicBezTo>
                      <a:pt x="3224" y="2095"/>
                      <a:pt x="3261" y="2040"/>
                      <a:pt x="3250" y="1983"/>
                    </a:cubicBezTo>
                    <a:cubicBezTo>
                      <a:pt x="3240" y="1932"/>
                      <a:pt x="3196" y="1898"/>
                      <a:pt x="3147" y="1898"/>
                    </a:cubicBezTo>
                    <a:cubicBezTo>
                      <a:pt x="3140" y="1898"/>
                      <a:pt x="3133" y="1898"/>
                      <a:pt x="3126" y="1900"/>
                    </a:cubicBezTo>
                    <a:cubicBezTo>
                      <a:pt x="2996" y="1926"/>
                      <a:pt x="2860" y="1939"/>
                      <a:pt x="2722" y="1939"/>
                    </a:cubicBezTo>
                    <a:cubicBezTo>
                      <a:pt x="1787" y="1939"/>
                      <a:pt x="719" y="1345"/>
                      <a:pt x="218" y="68"/>
                    </a:cubicBezTo>
                    <a:cubicBezTo>
                      <a:pt x="202" y="27"/>
                      <a:pt x="162" y="1"/>
                      <a:pt x="120"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10" name="Google Shape;3429;p42">
                <a:extLst>
                  <a:ext uri="{FF2B5EF4-FFF2-40B4-BE49-F238E27FC236}">
                    <a16:creationId xmlns:a16="http://schemas.microsoft.com/office/drawing/2014/main" id="{0CE88721-5D0C-F6C8-EA63-E39E42A6FB51}"/>
                  </a:ext>
                </a:extLst>
              </p:cNvPr>
              <p:cNvSpPr/>
              <p:nvPr/>
            </p:nvSpPr>
            <p:spPr>
              <a:xfrm>
                <a:off x="1586700" y="1323700"/>
                <a:ext cx="65275" cy="46750"/>
              </a:xfrm>
              <a:custGeom>
                <a:avLst/>
                <a:gdLst/>
                <a:ahLst/>
                <a:cxnLst/>
                <a:rect l="l" t="t" r="r" b="b"/>
                <a:pathLst>
                  <a:path w="2611" h="1870" extrusionOk="0">
                    <a:moveTo>
                      <a:pt x="1324" y="213"/>
                    </a:moveTo>
                    <a:cubicBezTo>
                      <a:pt x="1478" y="213"/>
                      <a:pt x="1614" y="244"/>
                      <a:pt x="1724" y="305"/>
                    </a:cubicBezTo>
                    <a:cubicBezTo>
                      <a:pt x="1804" y="346"/>
                      <a:pt x="1869" y="401"/>
                      <a:pt x="1920" y="466"/>
                    </a:cubicBezTo>
                    <a:cubicBezTo>
                      <a:pt x="1942" y="494"/>
                      <a:pt x="1961" y="525"/>
                      <a:pt x="1976" y="558"/>
                    </a:cubicBezTo>
                    <a:lnTo>
                      <a:pt x="728" y="943"/>
                    </a:lnTo>
                    <a:cubicBezTo>
                      <a:pt x="672" y="959"/>
                      <a:pt x="643" y="1020"/>
                      <a:pt x="658" y="1075"/>
                    </a:cubicBezTo>
                    <a:cubicBezTo>
                      <a:pt x="672" y="1119"/>
                      <a:pt x="715" y="1149"/>
                      <a:pt x="760" y="1149"/>
                    </a:cubicBezTo>
                    <a:cubicBezTo>
                      <a:pt x="771" y="1149"/>
                      <a:pt x="781" y="1148"/>
                      <a:pt x="792" y="1144"/>
                    </a:cubicBezTo>
                    <a:lnTo>
                      <a:pt x="2033" y="761"/>
                    </a:lnTo>
                    <a:lnTo>
                      <a:pt x="2033" y="761"/>
                    </a:lnTo>
                    <a:cubicBezTo>
                      <a:pt x="2057" y="1038"/>
                      <a:pt x="1884" y="1407"/>
                      <a:pt x="1313" y="1591"/>
                    </a:cubicBezTo>
                    <a:cubicBezTo>
                      <a:pt x="1177" y="1636"/>
                      <a:pt x="1045" y="1658"/>
                      <a:pt x="923" y="1658"/>
                    </a:cubicBezTo>
                    <a:cubicBezTo>
                      <a:pt x="478" y="1658"/>
                      <a:pt x="268" y="1375"/>
                      <a:pt x="224" y="1132"/>
                    </a:cubicBezTo>
                    <a:cubicBezTo>
                      <a:pt x="214" y="1082"/>
                      <a:pt x="211" y="1037"/>
                      <a:pt x="214" y="993"/>
                    </a:cubicBezTo>
                    <a:cubicBezTo>
                      <a:pt x="215" y="904"/>
                      <a:pt x="238" y="825"/>
                      <a:pt x="272" y="752"/>
                    </a:cubicBezTo>
                    <a:cubicBezTo>
                      <a:pt x="372" y="544"/>
                      <a:pt x="583" y="400"/>
                      <a:pt x="781" y="324"/>
                    </a:cubicBezTo>
                    <a:cubicBezTo>
                      <a:pt x="975" y="250"/>
                      <a:pt x="1158" y="213"/>
                      <a:pt x="1324" y="213"/>
                    </a:cubicBezTo>
                    <a:close/>
                    <a:moveTo>
                      <a:pt x="1324" y="1"/>
                    </a:moveTo>
                    <a:cubicBezTo>
                      <a:pt x="1142" y="1"/>
                      <a:pt x="935" y="38"/>
                      <a:pt x="706" y="126"/>
                    </a:cubicBezTo>
                    <a:cubicBezTo>
                      <a:pt x="307" y="277"/>
                      <a:pt x="90" y="547"/>
                      <a:pt x="24" y="829"/>
                    </a:cubicBezTo>
                    <a:cubicBezTo>
                      <a:pt x="6" y="906"/>
                      <a:pt x="1" y="981"/>
                      <a:pt x="4" y="1057"/>
                    </a:cubicBezTo>
                    <a:cubicBezTo>
                      <a:pt x="23" y="1481"/>
                      <a:pt x="361" y="1869"/>
                      <a:pt x="921" y="1869"/>
                    </a:cubicBezTo>
                    <a:lnTo>
                      <a:pt x="922" y="1869"/>
                    </a:lnTo>
                    <a:cubicBezTo>
                      <a:pt x="1061" y="1869"/>
                      <a:pt x="1214" y="1845"/>
                      <a:pt x="1379" y="1792"/>
                    </a:cubicBezTo>
                    <a:cubicBezTo>
                      <a:pt x="1533" y="1742"/>
                      <a:pt x="1664" y="1677"/>
                      <a:pt x="1775" y="1605"/>
                    </a:cubicBezTo>
                    <a:cubicBezTo>
                      <a:pt x="2142" y="1361"/>
                      <a:pt x="2283" y="1010"/>
                      <a:pt x="2239" y="698"/>
                    </a:cubicBezTo>
                    <a:lnTo>
                      <a:pt x="2523" y="610"/>
                    </a:lnTo>
                    <a:cubicBezTo>
                      <a:pt x="2578" y="592"/>
                      <a:pt x="2610" y="533"/>
                      <a:pt x="2592" y="477"/>
                    </a:cubicBezTo>
                    <a:lnTo>
                      <a:pt x="2594" y="477"/>
                    </a:lnTo>
                    <a:cubicBezTo>
                      <a:pt x="2579" y="432"/>
                      <a:pt x="2538" y="403"/>
                      <a:pt x="2493" y="403"/>
                    </a:cubicBezTo>
                    <a:cubicBezTo>
                      <a:pt x="2483" y="403"/>
                      <a:pt x="2472" y="404"/>
                      <a:pt x="2462" y="407"/>
                    </a:cubicBezTo>
                    <a:lnTo>
                      <a:pt x="2180" y="494"/>
                    </a:lnTo>
                    <a:cubicBezTo>
                      <a:pt x="2166" y="463"/>
                      <a:pt x="2148" y="431"/>
                      <a:pt x="2130" y="401"/>
                    </a:cubicBezTo>
                    <a:cubicBezTo>
                      <a:pt x="2090" y="336"/>
                      <a:pt x="2041" y="277"/>
                      <a:pt x="1980" y="226"/>
                    </a:cubicBezTo>
                    <a:cubicBezTo>
                      <a:pt x="1825" y="87"/>
                      <a:pt x="1603" y="1"/>
                      <a:pt x="1324" y="1"/>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993" name="Google Shape;3430;p42">
              <a:extLst>
                <a:ext uri="{FF2B5EF4-FFF2-40B4-BE49-F238E27FC236}">
                  <a16:creationId xmlns:a16="http://schemas.microsoft.com/office/drawing/2014/main" id="{93735B83-460C-00C5-5F14-6FF4FDE19055}"/>
                </a:ext>
              </a:extLst>
            </p:cNvPr>
            <p:cNvSpPr/>
            <p:nvPr/>
          </p:nvSpPr>
          <p:spPr>
            <a:xfrm>
              <a:off x="2226300" y="1059700"/>
              <a:ext cx="477725" cy="445125"/>
            </a:xfrm>
            <a:custGeom>
              <a:avLst/>
              <a:gdLst/>
              <a:ahLst/>
              <a:cxnLst/>
              <a:rect l="l" t="t" r="r" b="b"/>
              <a:pathLst>
                <a:path w="19109" h="17805" extrusionOk="0">
                  <a:moveTo>
                    <a:pt x="13472" y="211"/>
                  </a:moveTo>
                  <a:cubicBezTo>
                    <a:pt x="13590" y="211"/>
                    <a:pt x="13711" y="281"/>
                    <a:pt x="13779" y="396"/>
                  </a:cubicBezTo>
                  <a:cubicBezTo>
                    <a:pt x="13831" y="482"/>
                    <a:pt x="13924" y="671"/>
                    <a:pt x="14023" y="883"/>
                  </a:cubicBezTo>
                  <a:cubicBezTo>
                    <a:pt x="14147" y="1141"/>
                    <a:pt x="14282" y="1437"/>
                    <a:pt x="14366" y="1624"/>
                  </a:cubicBezTo>
                  <a:cubicBezTo>
                    <a:pt x="14358" y="1627"/>
                    <a:pt x="14348" y="1632"/>
                    <a:pt x="14338" y="1637"/>
                  </a:cubicBezTo>
                  <a:cubicBezTo>
                    <a:pt x="13875" y="1843"/>
                    <a:pt x="11755" y="2525"/>
                    <a:pt x="9095" y="3355"/>
                  </a:cubicBezTo>
                  <a:cubicBezTo>
                    <a:pt x="9114" y="3297"/>
                    <a:pt x="9129" y="3236"/>
                    <a:pt x="9140" y="3176"/>
                  </a:cubicBezTo>
                  <a:cubicBezTo>
                    <a:pt x="9195" y="2870"/>
                    <a:pt x="9151" y="2564"/>
                    <a:pt x="9019" y="2290"/>
                  </a:cubicBezTo>
                  <a:cubicBezTo>
                    <a:pt x="8989" y="2227"/>
                    <a:pt x="8954" y="2163"/>
                    <a:pt x="8912" y="2103"/>
                  </a:cubicBezTo>
                  <a:cubicBezTo>
                    <a:pt x="8822" y="1969"/>
                    <a:pt x="8708" y="1846"/>
                    <a:pt x="8575" y="1737"/>
                  </a:cubicBezTo>
                  <a:cubicBezTo>
                    <a:pt x="8547" y="1715"/>
                    <a:pt x="8520" y="1695"/>
                    <a:pt x="8492" y="1676"/>
                  </a:cubicBezTo>
                  <a:cubicBezTo>
                    <a:pt x="9909" y="1247"/>
                    <a:pt x="11415" y="802"/>
                    <a:pt x="13389" y="223"/>
                  </a:cubicBezTo>
                  <a:lnTo>
                    <a:pt x="13389" y="222"/>
                  </a:lnTo>
                  <a:cubicBezTo>
                    <a:pt x="13417" y="214"/>
                    <a:pt x="13443" y="211"/>
                    <a:pt x="13472" y="211"/>
                  </a:cubicBezTo>
                  <a:close/>
                  <a:moveTo>
                    <a:pt x="7450" y="1578"/>
                  </a:moveTo>
                  <a:lnTo>
                    <a:pt x="7450" y="1579"/>
                  </a:lnTo>
                  <a:cubicBezTo>
                    <a:pt x="7602" y="1579"/>
                    <a:pt x="7755" y="1595"/>
                    <a:pt x="7901" y="1635"/>
                  </a:cubicBezTo>
                  <a:cubicBezTo>
                    <a:pt x="8012" y="1662"/>
                    <a:pt x="8121" y="1704"/>
                    <a:pt x="8221" y="1757"/>
                  </a:cubicBezTo>
                  <a:cubicBezTo>
                    <a:pt x="8298" y="1796"/>
                    <a:pt x="8374" y="1845"/>
                    <a:pt x="8443" y="1901"/>
                  </a:cubicBezTo>
                  <a:cubicBezTo>
                    <a:pt x="8543" y="1982"/>
                    <a:pt x="8628" y="2070"/>
                    <a:pt x="8701" y="2166"/>
                  </a:cubicBezTo>
                  <a:cubicBezTo>
                    <a:pt x="8744" y="2225"/>
                    <a:pt x="8783" y="2287"/>
                    <a:pt x="8814" y="2352"/>
                  </a:cubicBezTo>
                  <a:cubicBezTo>
                    <a:pt x="8986" y="2683"/>
                    <a:pt x="9003" y="3072"/>
                    <a:pt x="8839" y="3434"/>
                  </a:cubicBezTo>
                  <a:cubicBezTo>
                    <a:pt x="8799" y="3525"/>
                    <a:pt x="8745" y="3616"/>
                    <a:pt x="8677" y="3702"/>
                  </a:cubicBezTo>
                  <a:cubicBezTo>
                    <a:pt x="8564" y="3854"/>
                    <a:pt x="8411" y="3997"/>
                    <a:pt x="8219" y="4122"/>
                  </a:cubicBezTo>
                  <a:cubicBezTo>
                    <a:pt x="8161" y="4158"/>
                    <a:pt x="8102" y="4195"/>
                    <a:pt x="8037" y="4226"/>
                  </a:cubicBezTo>
                  <a:cubicBezTo>
                    <a:pt x="7904" y="4297"/>
                    <a:pt x="7755" y="4358"/>
                    <a:pt x="7590" y="4412"/>
                  </a:cubicBezTo>
                  <a:cubicBezTo>
                    <a:pt x="7426" y="4467"/>
                    <a:pt x="7268" y="4500"/>
                    <a:pt x="7117" y="4517"/>
                  </a:cubicBezTo>
                  <a:cubicBezTo>
                    <a:pt x="7061" y="4523"/>
                    <a:pt x="7004" y="4528"/>
                    <a:pt x="6950" y="4528"/>
                  </a:cubicBezTo>
                  <a:cubicBezTo>
                    <a:pt x="6933" y="4529"/>
                    <a:pt x="6915" y="4529"/>
                    <a:pt x="6898" y="4529"/>
                  </a:cubicBezTo>
                  <a:cubicBezTo>
                    <a:pt x="6685" y="4529"/>
                    <a:pt x="6491" y="4493"/>
                    <a:pt x="6320" y="4430"/>
                  </a:cubicBezTo>
                  <a:cubicBezTo>
                    <a:pt x="6220" y="4394"/>
                    <a:pt x="6131" y="4347"/>
                    <a:pt x="6047" y="4295"/>
                  </a:cubicBezTo>
                  <a:cubicBezTo>
                    <a:pt x="5708" y="4082"/>
                    <a:pt x="5497" y="3746"/>
                    <a:pt x="5440" y="3394"/>
                  </a:cubicBezTo>
                  <a:cubicBezTo>
                    <a:pt x="5429" y="3321"/>
                    <a:pt x="5425" y="3248"/>
                    <a:pt x="5428" y="3175"/>
                  </a:cubicBezTo>
                  <a:cubicBezTo>
                    <a:pt x="5428" y="3152"/>
                    <a:pt x="5429" y="3128"/>
                    <a:pt x="5432" y="3105"/>
                  </a:cubicBezTo>
                  <a:cubicBezTo>
                    <a:pt x="5448" y="2913"/>
                    <a:pt x="5512" y="2731"/>
                    <a:pt x="5608" y="2565"/>
                  </a:cubicBezTo>
                  <a:lnTo>
                    <a:pt x="5608" y="2563"/>
                  </a:lnTo>
                  <a:cubicBezTo>
                    <a:pt x="5668" y="2460"/>
                    <a:pt x="5741" y="2364"/>
                    <a:pt x="5824" y="2276"/>
                  </a:cubicBezTo>
                  <a:cubicBezTo>
                    <a:pt x="6219" y="1847"/>
                    <a:pt x="6852" y="1578"/>
                    <a:pt x="7450" y="1578"/>
                  </a:cubicBezTo>
                  <a:close/>
                  <a:moveTo>
                    <a:pt x="5330" y="2653"/>
                  </a:moveTo>
                  <a:cubicBezTo>
                    <a:pt x="5271" y="2788"/>
                    <a:pt x="5235" y="2934"/>
                    <a:pt x="5221" y="3088"/>
                  </a:cubicBezTo>
                  <a:cubicBezTo>
                    <a:pt x="5216" y="3140"/>
                    <a:pt x="5214" y="3192"/>
                    <a:pt x="5214" y="3242"/>
                  </a:cubicBezTo>
                  <a:cubicBezTo>
                    <a:pt x="5216" y="3315"/>
                    <a:pt x="5224" y="3386"/>
                    <a:pt x="5236" y="3458"/>
                  </a:cubicBezTo>
                  <a:cubicBezTo>
                    <a:pt x="5286" y="3726"/>
                    <a:pt x="5412" y="3986"/>
                    <a:pt x="5606" y="4199"/>
                  </a:cubicBezTo>
                  <a:cubicBezTo>
                    <a:pt x="5664" y="4262"/>
                    <a:pt x="5727" y="4321"/>
                    <a:pt x="5793" y="4374"/>
                  </a:cubicBezTo>
                  <a:cubicBezTo>
                    <a:pt x="3970" y="4932"/>
                    <a:pt x="2107" y="5496"/>
                    <a:pt x="485" y="5983"/>
                  </a:cubicBezTo>
                  <a:cubicBezTo>
                    <a:pt x="472" y="5987"/>
                    <a:pt x="461" y="5991"/>
                    <a:pt x="448" y="5994"/>
                  </a:cubicBezTo>
                  <a:cubicBezTo>
                    <a:pt x="434" y="5933"/>
                    <a:pt x="415" y="5813"/>
                    <a:pt x="388" y="5650"/>
                  </a:cubicBezTo>
                  <a:lnTo>
                    <a:pt x="379" y="5591"/>
                  </a:lnTo>
                  <a:cubicBezTo>
                    <a:pt x="348" y="5400"/>
                    <a:pt x="322" y="5245"/>
                    <a:pt x="301" y="5119"/>
                  </a:cubicBezTo>
                  <a:cubicBezTo>
                    <a:pt x="250" y="4799"/>
                    <a:pt x="232" y="4663"/>
                    <a:pt x="227" y="4587"/>
                  </a:cubicBezTo>
                  <a:cubicBezTo>
                    <a:pt x="216" y="4412"/>
                    <a:pt x="319" y="4257"/>
                    <a:pt x="476" y="4206"/>
                  </a:cubicBezTo>
                  <a:cubicBezTo>
                    <a:pt x="2444" y="3568"/>
                    <a:pt x="3967" y="3081"/>
                    <a:pt x="5330" y="2653"/>
                  </a:cubicBezTo>
                  <a:close/>
                  <a:moveTo>
                    <a:pt x="8100" y="4430"/>
                  </a:moveTo>
                  <a:lnTo>
                    <a:pt x="8606" y="6083"/>
                  </a:lnTo>
                  <a:lnTo>
                    <a:pt x="8692" y="6357"/>
                  </a:lnTo>
                  <a:cubicBezTo>
                    <a:pt x="8718" y="6447"/>
                    <a:pt x="8751" y="6543"/>
                    <a:pt x="8769" y="6624"/>
                  </a:cubicBezTo>
                  <a:cubicBezTo>
                    <a:pt x="8811" y="6793"/>
                    <a:pt x="8803" y="6972"/>
                    <a:pt x="8758" y="7140"/>
                  </a:cubicBezTo>
                  <a:cubicBezTo>
                    <a:pt x="8714" y="7308"/>
                    <a:pt x="8620" y="7461"/>
                    <a:pt x="8502" y="7587"/>
                  </a:cubicBezTo>
                  <a:cubicBezTo>
                    <a:pt x="8403" y="7687"/>
                    <a:pt x="8286" y="7767"/>
                    <a:pt x="8157" y="7822"/>
                  </a:cubicBezTo>
                  <a:cubicBezTo>
                    <a:pt x="7832" y="6789"/>
                    <a:pt x="7511" y="5755"/>
                    <a:pt x="7183" y="4722"/>
                  </a:cubicBezTo>
                  <a:cubicBezTo>
                    <a:pt x="7337" y="4701"/>
                    <a:pt x="7495" y="4666"/>
                    <a:pt x="7655" y="4613"/>
                  </a:cubicBezTo>
                  <a:cubicBezTo>
                    <a:pt x="7815" y="4562"/>
                    <a:pt x="7964" y="4500"/>
                    <a:pt x="8100" y="4430"/>
                  </a:cubicBezTo>
                  <a:close/>
                  <a:moveTo>
                    <a:pt x="18487" y="10931"/>
                  </a:moveTo>
                  <a:cubicBezTo>
                    <a:pt x="18516" y="11028"/>
                    <a:pt x="18545" y="11126"/>
                    <a:pt x="18571" y="11224"/>
                  </a:cubicBezTo>
                  <a:cubicBezTo>
                    <a:pt x="18595" y="11306"/>
                    <a:pt x="18617" y="11389"/>
                    <a:pt x="18641" y="11471"/>
                  </a:cubicBezTo>
                  <a:cubicBezTo>
                    <a:pt x="18697" y="11683"/>
                    <a:pt x="18754" y="11895"/>
                    <a:pt x="18803" y="12107"/>
                  </a:cubicBezTo>
                  <a:cubicBezTo>
                    <a:pt x="18817" y="12160"/>
                    <a:pt x="18828" y="12207"/>
                    <a:pt x="18838" y="12247"/>
                  </a:cubicBezTo>
                  <a:cubicBezTo>
                    <a:pt x="18865" y="12371"/>
                    <a:pt x="18878" y="12438"/>
                    <a:pt x="18878" y="12484"/>
                  </a:cubicBezTo>
                  <a:lnTo>
                    <a:pt x="18875" y="12513"/>
                  </a:lnTo>
                  <a:cubicBezTo>
                    <a:pt x="18873" y="12520"/>
                    <a:pt x="18872" y="12527"/>
                    <a:pt x="18871" y="12532"/>
                  </a:cubicBezTo>
                  <a:cubicBezTo>
                    <a:pt x="18862" y="12548"/>
                    <a:pt x="18851" y="12561"/>
                    <a:pt x="18839" y="12575"/>
                  </a:cubicBezTo>
                  <a:cubicBezTo>
                    <a:pt x="18831" y="12584"/>
                    <a:pt x="18821" y="12594"/>
                    <a:pt x="18812" y="12604"/>
                  </a:cubicBezTo>
                  <a:lnTo>
                    <a:pt x="18726" y="12689"/>
                  </a:lnTo>
                  <a:cubicBezTo>
                    <a:pt x="18649" y="12766"/>
                    <a:pt x="18564" y="12843"/>
                    <a:pt x="18473" y="12920"/>
                  </a:cubicBezTo>
                  <a:cubicBezTo>
                    <a:pt x="18443" y="12945"/>
                    <a:pt x="18413" y="12971"/>
                    <a:pt x="18382" y="12996"/>
                  </a:cubicBezTo>
                  <a:cubicBezTo>
                    <a:pt x="18319" y="13047"/>
                    <a:pt x="18256" y="13097"/>
                    <a:pt x="18190" y="13146"/>
                  </a:cubicBezTo>
                  <a:cubicBezTo>
                    <a:pt x="18022" y="13271"/>
                    <a:pt x="17840" y="13394"/>
                    <a:pt x="17646" y="13518"/>
                  </a:cubicBezTo>
                  <a:cubicBezTo>
                    <a:pt x="17542" y="13583"/>
                    <a:pt x="17433" y="13648"/>
                    <a:pt x="17323" y="13711"/>
                  </a:cubicBezTo>
                  <a:cubicBezTo>
                    <a:pt x="17322" y="13711"/>
                    <a:pt x="17322" y="13711"/>
                    <a:pt x="17322" y="13712"/>
                  </a:cubicBezTo>
                  <a:cubicBezTo>
                    <a:pt x="17227" y="13766"/>
                    <a:pt x="17129" y="13820"/>
                    <a:pt x="17030" y="13872"/>
                  </a:cubicBezTo>
                  <a:cubicBezTo>
                    <a:pt x="16931" y="13926"/>
                    <a:pt x="16828" y="13976"/>
                    <a:pt x="16725" y="14027"/>
                  </a:cubicBezTo>
                  <a:cubicBezTo>
                    <a:pt x="16239" y="14266"/>
                    <a:pt x="15710" y="14483"/>
                    <a:pt x="15157" y="14664"/>
                  </a:cubicBezTo>
                  <a:cubicBezTo>
                    <a:pt x="15068" y="14693"/>
                    <a:pt x="14978" y="14722"/>
                    <a:pt x="14887" y="14748"/>
                  </a:cubicBezTo>
                  <a:cubicBezTo>
                    <a:pt x="14707" y="14802"/>
                    <a:pt x="14525" y="14853"/>
                    <a:pt x="14341" y="14899"/>
                  </a:cubicBezTo>
                  <a:cubicBezTo>
                    <a:pt x="13882" y="15012"/>
                    <a:pt x="13413" y="15100"/>
                    <a:pt x="12945" y="15150"/>
                  </a:cubicBezTo>
                  <a:cubicBezTo>
                    <a:pt x="12696" y="15177"/>
                    <a:pt x="12448" y="15192"/>
                    <a:pt x="12201" y="15199"/>
                  </a:cubicBezTo>
                  <a:lnTo>
                    <a:pt x="12157" y="15200"/>
                  </a:lnTo>
                  <a:cubicBezTo>
                    <a:pt x="12136" y="15202"/>
                    <a:pt x="12119" y="15202"/>
                    <a:pt x="12106" y="15202"/>
                  </a:cubicBezTo>
                  <a:cubicBezTo>
                    <a:pt x="12087" y="15202"/>
                    <a:pt x="12076" y="15201"/>
                    <a:pt x="12069" y="15199"/>
                  </a:cubicBezTo>
                  <a:cubicBezTo>
                    <a:pt x="12063" y="15199"/>
                    <a:pt x="12061" y="15198"/>
                    <a:pt x="12058" y="15196"/>
                  </a:cubicBezTo>
                  <a:cubicBezTo>
                    <a:pt x="12055" y="15195"/>
                    <a:pt x="12052" y="15191"/>
                    <a:pt x="12051" y="15188"/>
                  </a:cubicBezTo>
                  <a:lnTo>
                    <a:pt x="12040" y="15166"/>
                  </a:lnTo>
                  <a:lnTo>
                    <a:pt x="12026" y="15139"/>
                  </a:lnTo>
                  <a:cubicBezTo>
                    <a:pt x="12019" y="15128"/>
                    <a:pt x="12014" y="15117"/>
                    <a:pt x="12007" y="15104"/>
                  </a:cubicBezTo>
                  <a:cubicBezTo>
                    <a:pt x="12000" y="15092"/>
                    <a:pt x="11994" y="15078"/>
                    <a:pt x="11986" y="15063"/>
                  </a:cubicBezTo>
                  <a:lnTo>
                    <a:pt x="11972" y="15038"/>
                  </a:lnTo>
                  <a:cubicBezTo>
                    <a:pt x="11972" y="15034"/>
                    <a:pt x="11969" y="15030"/>
                    <a:pt x="11967" y="15027"/>
                  </a:cubicBezTo>
                  <a:cubicBezTo>
                    <a:pt x="11916" y="14928"/>
                    <a:pt x="11860" y="14813"/>
                    <a:pt x="11798" y="14686"/>
                  </a:cubicBezTo>
                  <a:cubicBezTo>
                    <a:pt x="11762" y="14610"/>
                    <a:pt x="11724" y="14532"/>
                    <a:pt x="11684" y="14451"/>
                  </a:cubicBezTo>
                  <a:cubicBezTo>
                    <a:pt x="11641" y="14364"/>
                    <a:pt x="11597" y="14273"/>
                    <a:pt x="11554" y="14182"/>
                  </a:cubicBezTo>
                  <a:cubicBezTo>
                    <a:pt x="11510" y="14088"/>
                    <a:pt x="11462" y="13987"/>
                    <a:pt x="11413" y="13881"/>
                  </a:cubicBezTo>
                  <a:cubicBezTo>
                    <a:pt x="11396" y="13850"/>
                    <a:pt x="11382" y="13818"/>
                    <a:pt x="11367" y="13788"/>
                  </a:cubicBezTo>
                  <a:cubicBezTo>
                    <a:pt x="11586" y="13760"/>
                    <a:pt x="11935" y="13705"/>
                    <a:pt x="12422" y="13594"/>
                  </a:cubicBezTo>
                  <a:cubicBezTo>
                    <a:pt x="12495" y="13576"/>
                    <a:pt x="12568" y="13561"/>
                    <a:pt x="12637" y="13544"/>
                  </a:cubicBezTo>
                  <a:lnTo>
                    <a:pt x="12649" y="13541"/>
                  </a:lnTo>
                  <a:cubicBezTo>
                    <a:pt x="12655" y="13540"/>
                    <a:pt x="12662" y="13539"/>
                    <a:pt x="12667" y="13535"/>
                  </a:cubicBezTo>
                  <a:cubicBezTo>
                    <a:pt x="13681" y="13299"/>
                    <a:pt x="14337" y="13108"/>
                    <a:pt x="15527" y="12606"/>
                  </a:cubicBezTo>
                  <a:cubicBezTo>
                    <a:pt x="16986" y="11990"/>
                    <a:pt x="18011" y="11276"/>
                    <a:pt x="18487" y="10931"/>
                  </a:cubicBezTo>
                  <a:close/>
                  <a:moveTo>
                    <a:pt x="14455" y="1807"/>
                  </a:moveTo>
                  <a:cubicBezTo>
                    <a:pt x="14560" y="1961"/>
                    <a:pt x="14666" y="2128"/>
                    <a:pt x="14775" y="2306"/>
                  </a:cubicBezTo>
                  <a:cubicBezTo>
                    <a:pt x="14889" y="2489"/>
                    <a:pt x="15012" y="2701"/>
                    <a:pt x="15165" y="2972"/>
                  </a:cubicBezTo>
                  <a:cubicBezTo>
                    <a:pt x="15243" y="3110"/>
                    <a:pt x="15321" y="3254"/>
                    <a:pt x="15400" y="3403"/>
                  </a:cubicBezTo>
                  <a:cubicBezTo>
                    <a:pt x="15679" y="3923"/>
                    <a:pt x="15964" y="4495"/>
                    <a:pt x="16248" y="5103"/>
                  </a:cubicBezTo>
                  <a:cubicBezTo>
                    <a:pt x="16312" y="5239"/>
                    <a:pt x="16377" y="5378"/>
                    <a:pt x="16439" y="5519"/>
                  </a:cubicBezTo>
                  <a:cubicBezTo>
                    <a:pt x="16692" y="6074"/>
                    <a:pt x="16946" y="6666"/>
                    <a:pt x="17195" y="7278"/>
                  </a:cubicBezTo>
                  <a:cubicBezTo>
                    <a:pt x="17249" y="7412"/>
                    <a:pt x="17303" y="7547"/>
                    <a:pt x="17356" y="7682"/>
                  </a:cubicBezTo>
                  <a:cubicBezTo>
                    <a:pt x="17608" y="8323"/>
                    <a:pt x="17832" y="8932"/>
                    <a:pt x="18023" y="9492"/>
                  </a:cubicBezTo>
                  <a:cubicBezTo>
                    <a:pt x="18071" y="9626"/>
                    <a:pt x="18117" y="9759"/>
                    <a:pt x="18160" y="9894"/>
                  </a:cubicBezTo>
                  <a:cubicBezTo>
                    <a:pt x="18253" y="10171"/>
                    <a:pt x="18340" y="10448"/>
                    <a:pt x="18422" y="10717"/>
                  </a:cubicBezTo>
                  <a:cubicBezTo>
                    <a:pt x="17983" y="11040"/>
                    <a:pt x="16946" y="11778"/>
                    <a:pt x="15444" y="12413"/>
                  </a:cubicBezTo>
                  <a:cubicBezTo>
                    <a:pt x="14256" y="12913"/>
                    <a:pt x="13633" y="13096"/>
                    <a:pt x="12602" y="13334"/>
                  </a:cubicBezTo>
                  <a:cubicBezTo>
                    <a:pt x="12597" y="13336"/>
                    <a:pt x="12591" y="13338"/>
                    <a:pt x="12586" y="13341"/>
                  </a:cubicBezTo>
                  <a:cubicBezTo>
                    <a:pt x="12517" y="13355"/>
                    <a:pt x="12444" y="13373"/>
                    <a:pt x="12374" y="13389"/>
                  </a:cubicBezTo>
                  <a:cubicBezTo>
                    <a:pt x="11842" y="13512"/>
                    <a:pt x="11488" y="13561"/>
                    <a:pt x="11275" y="13587"/>
                  </a:cubicBezTo>
                  <a:cubicBezTo>
                    <a:pt x="11117" y="13250"/>
                    <a:pt x="10946" y="12889"/>
                    <a:pt x="10774" y="12518"/>
                  </a:cubicBezTo>
                  <a:lnTo>
                    <a:pt x="10468" y="11849"/>
                  </a:lnTo>
                  <a:cubicBezTo>
                    <a:pt x="10227" y="11324"/>
                    <a:pt x="9990" y="10807"/>
                    <a:pt x="9781" y="10348"/>
                  </a:cubicBezTo>
                  <a:cubicBezTo>
                    <a:pt x="9670" y="10106"/>
                    <a:pt x="9568" y="9880"/>
                    <a:pt x="9476" y="9678"/>
                  </a:cubicBezTo>
                  <a:lnTo>
                    <a:pt x="9319" y="9331"/>
                  </a:lnTo>
                  <a:cubicBezTo>
                    <a:pt x="9226" y="9126"/>
                    <a:pt x="9153" y="8965"/>
                    <a:pt x="9103" y="8855"/>
                  </a:cubicBezTo>
                  <a:cubicBezTo>
                    <a:pt x="9062" y="8766"/>
                    <a:pt x="9040" y="8714"/>
                    <a:pt x="9034" y="8704"/>
                  </a:cubicBezTo>
                  <a:cubicBezTo>
                    <a:pt x="9018" y="8666"/>
                    <a:pt x="8980" y="8639"/>
                    <a:pt x="8939" y="8639"/>
                  </a:cubicBezTo>
                  <a:cubicBezTo>
                    <a:pt x="8936" y="8639"/>
                    <a:pt x="8934" y="8639"/>
                    <a:pt x="8931" y="8639"/>
                  </a:cubicBezTo>
                  <a:cubicBezTo>
                    <a:pt x="8881" y="8641"/>
                    <a:pt x="8842" y="8679"/>
                    <a:pt x="8834" y="8726"/>
                  </a:cubicBezTo>
                  <a:cubicBezTo>
                    <a:pt x="8831" y="8745"/>
                    <a:pt x="8832" y="8755"/>
                    <a:pt x="8839" y="8789"/>
                  </a:cubicBezTo>
                  <a:cubicBezTo>
                    <a:pt x="8879" y="9006"/>
                    <a:pt x="8941" y="9352"/>
                    <a:pt x="9022" y="9817"/>
                  </a:cubicBezTo>
                  <a:cubicBezTo>
                    <a:pt x="9043" y="9935"/>
                    <a:pt x="9064" y="10064"/>
                    <a:pt x="9088" y="10209"/>
                  </a:cubicBezTo>
                  <a:lnTo>
                    <a:pt x="9145" y="10543"/>
                  </a:lnTo>
                  <a:cubicBezTo>
                    <a:pt x="9218" y="10976"/>
                    <a:pt x="9306" y="11510"/>
                    <a:pt x="9414" y="12170"/>
                  </a:cubicBezTo>
                  <a:lnTo>
                    <a:pt x="9719" y="14067"/>
                  </a:lnTo>
                  <a:cubicBezTo>
                    <a:pt x="8250" y="14758"/>
                    <a:pt x="6780" y="15240"/>
                    <a:pt x="5353" y="15500"/>
                  </a:cubicBezTo>
                  <a:cubicBezTo>
                    <a:pt x="5350" y="15500"/>
                    <a:pt x="5345" y="15502"/>
                    <a:pt x="5342" y="15502"/>
                  </a:cubicBezTo>
                  <a:cubicBezTo>
                    <a:pt x="4265" y="15696"/>
                    <a:pt x="3395" y="15730"/>
                    <a:pt x="2791" y="15730"/>
                  </a:cubicBezTo>
                  <a:cubicBezTo>
                    <a:pt x="2606" y="15730"/>
                    <a:pt x="2446" y="15726"/>
                    <a:pt x="2313" y="15724"/>
                  </a:cubicBezTo>
                  <a:cubicBezTo>
                    <a:pt x="2276" y="15724"/>
                    <a:pt x="2242" y="15724"/>
                    <a:pt x="2209" y="15723"/>
                  </a:cubicBezTo>
                  <a:cubicBezTo>
                    <a:pt x="2114" y="15427"/>
                    <a:pt x="2022" y="15125"/>
                    <a:pt x="1937" y="14828"/>
                  </a:cubicBezTo>
                  <a:cubicBezTo>
                    <a:pt x="1901" y="14701"/>
                    <a:pt x="1864" y="14572"/>
                    <a:pt x="1828" y="14440"/>
                  </a:cubicBezTo>
                  <a:cubicBezTo>
                    <a:pt x="1659" y="13828"/>
                    <a:pt x="1500" y="13192"/>
                    <a:pt x="1355" y="12551"/>
                  </a:cubicBezTo>
                  <a:cubicBezTo>
                    <a:pt x="1324" y="12417"/>
                    <a:pt x="1297" y="12280"/>
                    <a:pt x="1268" y="12144"/>
                  </a:cubicBezTo>
                  <a:cubicBezTo>
                    <a:pt x="1129" y="11504"/>
                    <a:pt x="1005" y="10865"/>
                    <a:pt x="901" y="10245"/>
                  </a:cubicBezTo>
                  <a:lnTo>
                    <a:pt x="831" y="9813"/>
                  </a:lnTo>
                  <a:cubicBezTo>
                    <a:pt x="729" y="9163"/>
                    <a:pt x="648" y="8522"/>
                    <a:pt x="587" y="7910"/>
                  </a:cubicBezTo>
                  <a:cubicBezTo>
                    <a:pt x="572" y="7752"/>
                    <a:pt x="560" y="7594"/>
                    <a:pt x="546" y="7440"/>
                  </a:cubicBezTo>
                  <a:cubicBezTo>
                    <a:pt x="512" y="7001"/>
                    <a:pt x="492" y="6587"/>
                    <a:pt x="487" y="6203"/>
                  </a:cubicBezTo>
                  <a:cubicBezTo>
                    <a:pt x="746" y="6125"/>
                    <a:pt x="3229" y="5378"/>
                    <a:pt x="6018" y="4522"/>
                  </a:cubicBezTo>
                  <a:lnTo>
                    <a:pt x="6019" y="4522"/>
                  </a:lnTo>
                  <a:cubicBezTo>
                    <a:pt x="6278" y="4665"/>
                    <a:pt x="6576" y="4740"/>
                    <a:pt x="6898" y="4740"/>
                  </a:cubicBezTo>
                  <a:cubicBezTo>
                    <a:pt x="6935" y="4740"/>
                    <a:pt x="6974" y="4738"/>
                    <a:pt x="7011" y="4737"/>
                  </a:cubicBezTo>
                  <a:cubicBezTo>
                    <a:pt x="7335" y="5822"/>
                    <a:pt x="7668" y="6902"/>
                    <a:pt x="7996" y="7986"/>
                  </a:cubicBezTo>
                  <a:lnTo>
                    <a:pt x="7996" y="7987"/>
                  </a:lnTo>
                  <a:cubicBezTo>
                    <a:pt x="8009" y="8031"/>
                    <a:pt x="8049" y="8059"/>
                    <a:pt x="8092" y="8059"/>
                  </a:cubicBezTo>
                  <a:cubicBezTo>
                    <a:pt x="8103" y="8059"/>
                    <a:pt x="8113" y="8057"/>
                    <a:pt x="8124" y="8054"/>
                  </a:cubicBezTo>
                  <a:cubicBezTo>
                    <a:pt x="8322" y="7993"/>
                    <a:pt x="8505" y="7881"/>
                    <a:pt x="8652" y="7733"/>
                  </a:cubicBezTo>
                  <a:cubicBezTo>
                    <a:pt x="8796" y="7583"/>
                    <a:pt x="8906" y="7397"/>
                    <a:pt x="8961" y="7197"/>
                  </a:cubicBezTo>
                  <a:cubicBezTo>
                    <a:pt x="9015" y="6996"/>
                    <a:pt x="9025" y="6781"/>
                    <a:pt x="8974" y="6577"/>
                  </a:cubicBezTo>
                  <a:cubicBezTo>
                    <a:pt x="8950" y="6473"/>
                    <a:pt x="8920" y="6389"/>
                    <a:pt x="8892" y="6295"/>
                  </a:cubicBezTo>
                  <a:lnTo>
                    <a:pt x="8809" y="6022"/>
                  </a:lnTo>
                  <a:lnTo>
                    <a:pt x="8283" y="4327"/>
                  </a:lnTo>
                  <a:cubicBezTo>
                    <a:pt x="8600" y="4134"/>
                    <a:pt x="8840" y="3888"/>
                    <a:pt x="8989" y="3606"/>
                  </a:cubicBezTo>
                  <a:cubicBezTo>
                    <a:pt x="13026" y="2352"/>
                    <a:pt x="14136" y="1957"/>
                    <a:pt x="14455" y="1807"/>
                  </a:cubicBezTo>
                  <a:close/>
                  <a:moveTo>
                    <a:pt x="9754" y="14282"/>
                  </a:moveTo>
                  <a:lnTo>
                    <a:pt x="9838" y="14797"/>
                  </a:lnTo>
                  <a:cubicBezTo>
                    <a:pt x="9842" y="14817"/>
                    <a:pt x="9845" y="14836"/>
                    <a:pt x="9848" y="14855"/>
                  </a:cubicBezTo>
                  <a:cubicBezTo>
                    <a:pt x="9865" y="14964"/>
                    <a:pt x="9883" y="15075"/>
                    <a:pt x="9900" y="15188"/>
                  </a:cubicBezTo>
                  <a:cubicBezTo>
                    <a:pt x="9905" y="15217"/>
                    <a:pt x="9910" y="15245"/>
                    <a:pt x="9915" y="15273"/>
                  </a:cubicBezTo>
                  <a:cubicBezTo>
                    <a:pt x="9930" y="15371"/>
                    <a:pt x="9946" y="15473"/>
                    <a:pt x="9962" y="15576"/>
                  </a:cubicBezTo>
                  <a:lnTo>
                    <a:pt x="9961" y="15576"/>
                  </a:lnTo>
                  <a:cubicBezTo>
                    <a:pt x="9972" y="15641"/>
                    <a:pt x="9982" y="15707"/>
                    <a:pt x="9993" y="15775"/>
                  </a:cubicBezTo>
                  <a:cubicBezTo>
                    <a:pt x="9997" y="15807"/>
                    <a:pt x="9997" y="15825"/>
                    <a:pt x="9971" y="15850"/>
                  </a:cubicBezTo>
                  <a:cubicBezTo>
                    <a:pt x="9967" y="15854"/>
                    <a:pt x="9961" y="15857"/>
                    <a:pt x="9957" y="15861"/>
                  </a:cubicBezTo>
                  <a:cubicBezTo>
                    <a:pt x="9953" y="15864"/>
                    <a:pt x="9950" y="15865"/>
                    <a:pt x="9948" y="15869"/>
                  </a:cubicBezTo>
                  <a:cubicBezTo>
                    <a:pt x="9858" y="15927"/>
                    <a:pt x="9769" y="15983"/>
                    <a:pt x="9675" y="16038"/>
                  </a:cubicBezTo>
                  <a:cubicBezTo>
                    <a:pt x="9601" y="16084"/>
                    <a:pt x="9524" y="16129"/>
                    <a:pt x="9444" y="16173"/>
                  </a:cubicBezTo>
                  <a:cubicBezTo>
                    <a:pt x="9379" y="16212"/>
                    <a:pt x="9313" y="16247"/>
                    <a:pt x="9246" y="16282"/>
                  </a:cubicBezTo>
                  <a:cubicBezTo>
                    <a:pt x="9208" y="16304"/>
                    <a:pt x="9168" y="16324"/>
                    <a:pt x="9128" y="16345"/>
                  </a:cubicBezTo>
                  <a:cubicBezTo>
                    <a:pt x="9073" y="16374"/>
                    <a:pt x="9018" y="16403"/>
                    <a:pt x="8962" y="16430"/>
                  </a:cubicBezTo>
                  <a:cubicBezTo>
                    <a:pt x="8915" y="16454"/>
                    <a:pt x="8867" y="16476"/>
                    <a:pt x="8820" y="16498"/>
                  </a:cubicBezTo>
                  <a:cubicBezTo>
                    <a:pt x="8814" y="16503"/>
                    <a:pt x="8809" y="16505"/>
                    <a:pt x="8802" y="16506"/>
                  </a:cubicBezTo>
                  <a:cubicBezTo>
                    <a:pt x="8733" y="16539"/>
                    <a:pt x="8663" y="16572"/>
                    <a:pt x="8592" y="16604"/>
                  </a:cubicBezTo>
                  <a:cubicBezTo>
                    <a:pt x="8505" y="16643"/>
                    <a:pt x="8417" y="16683"/>
                    <a:pt x="8327" y="16719"/>
                  </a:cubicBezTo>
                  <a:cubicBezTo>
                    <a:pt x="8315" y="16724"/>
                    <a:pt x="8303" y="16730"/>
                    <a:pt x="8291" y="16736"/>
                  </a:cubicBezTo>
                  <a:cubicBezTo>
                    <a:pt x="8193" y="16774"/>
                    <a:pt x="8095" y="16814"/>
                    <a:pt x="7996" y="16853"/>
                  </a:cubicBezTo>
                  <a:cubicBezTo>
                    <a:pt x="7895" y="16892"/>
                    <a:pt x="7795" y="16930"/>
                    <a:pt x="7690" y="16964"/>
                  </a:cubicBezTo>
                  <a:cubicBezTo>
                    <a:pt x="7622" y="16989"/>
                    <a:pt x="7554" y="17012"/>
                    <a:pt x="7484" y="17036"/>
                  </a:cubicBezTo>
                  <a:cubicBezTo>
                    <a:pt x="7417" y="17058"/>
                    <a:pt x="7347" y="17080"/>
                    <a:pt x="7278" y="17104"/>
                  </a:cubicBezTo>
                  <a:lnTo>
                    <a:pt x="7275" y="17104"/>
                  </a:lnTo>
                  <a:cubicBezTo>
                    <a:pt x="7272" y="17104"/>
                    <a:pt x="7269" y="17106"/>
                    <a:pt x="7267" y="17106"/>
                  </a:cubicBezTo>
                  <a:cubicBezTo>
                    <a:pt x="6898" y="17217"/>
                    <a:pt x="6528" y="17312"/>
                    <a:pt x="6166" y="17386"/>
                  </a:cubicBezTo>
                  <a:cubicBezTo>
                    <a:pt x="5952" y="17432"/>
                    <a:pt x="5725" y="17469"/>
                    <a:pt x="5491" y="17501"/>
                  </a:cubicBezTo>
                  <a:cubicBezTo>
                    <a:pt x="5348" y="17520"/>
                    <a:pt x="5199" y="17537"/>
                    <a:pt x="5050" y="17551"/>
                  </a:cubicBezTo>
                  <a:lnTo>
                    <a:pt x="5036" y="17551"/>
                  </a:lnTo>
                  <a:cubicBezTo>
                    <a:pt x="4961" y="17560"/>
                    <a:pt x="4886" y="17564"/>
                    <a:pt x="4810" y="17571"/>
                  </a:cubicBezTo>
                  <a:cubicBezTo>
                    <a:pt x="4626" y="17584"/>
                    <a:pt x="4445" y="17589"/>
                    <a:pt x="4266" y="17591"/>
                  </a:cubicBezTo>
                  <a:lnTo>
                    <a:pt x="4085" y="17591"/>
                  </a:lnTo>
                  <a:cubicBezTo>
                    <a:pt x="4077" y="17590"/>
                    <a:pt x="4069" y="17590"/>
                    <a:pt x="4062" y="17590"/>
                  </a:cubicBezTo>
                  <a:cubicBezTo>
                    <a:pt x="4046" y="17590"/>
                    <a:pt x="4030" y="17591"/>
                    <a:pt x="4014" y="17591"/>
                  </a:cubicBezTo>
                  <a:cubicBezTo>
                    <a:pt x="3957" y="17589"/>
                    <a:pt x="3900" y="17586"/>
                    <a:pt x="3842" y="17583"/>
                  </a:cubicBezTo>
                  <a:cubicBezTo>
                    <a:pt x="3715" y="17579"/>
                    <a:pt x="3590" y="17572"/>
                    <a:pt x="3463" y="17561"/>
                  </a:cubicBezTo>
                  <a:cubicBezTo>
                    <a:pt x="3392" y="17558"/>
                    <a:pt x="3323" y="17550"/>
                    <a:pt x="3252" y="17540"/>
                  </a:cubicBezTo>
                  <a:cubicBezTo>
                    <a:pt x="3245" y="17540"/>
                    <a:pt x="3239" y="17539"/>
                    <a:pt x="3232" y="17539"/>
                  </a:cubicBezTo>
                  <a:cubicBezTo>
                    <a:pt x="3166" y="17531"/>
                    <a:pt x="3100" y="17521"/>
                    <a:pt x="3030" y="17512"/>
                  </a:cubicBezTo>
                  <a:cubicBezTo>
                    <a:pt x="3012" y="17509"/>
                    <a:pt x="2993" y="17507"/>
                    <a:pt x="2975" y="17505"/>
                  </a:cubicBezTo>
                  <a:cubicBezTo>
                    <a:pt x="2954" y="17501"/>
                    <a:pt x="2935" y="17499"/>
                    <a:pt x="2912" y="17495"/>
                  </a:cubicBezTo>
                  <a:cubicBezTo>
                    <a:pt x="2890" y="17491"/>
                    <a:pt x="2871" y="17481"/>
                    <a:pt x="2854" y="17469"/>
                  </a:cubicBezTo>
                  <a:cubicBezTo>
                    <a:pt x="2847" y="17465"/>
                    <a:pt x="2839" y="17455"/>
                    <a:pt x="2832" y="17446"/>
                  </a:cubicBezTo>
                  <a:cubicBezTo>
                    <a:pt x="2827" y="17436"/>
                    <a:pt x="2820" y="17425"/>
                    <a:pt x="2816" y="17412"/>
                  </a:cubicBezTo>
                  <a:cubicBezTo>
                    <a:pt x="2791" y="17352"/>
                    <a:pt x="2766" y="17293"/>
                    <a:pt x="2740" y="17231"/>
                  </a:cubicBezTo>
                  <a:cubicBezTo>
                    <a:pt x="2679" y="17074"/>
                    <a:pt x="2618" y="16911"/>
                    <a:pt x="2556" y="16741"/>
                  </a:cubicBezTo>
                  <a:cubicBezTo>
                    <a:pt x="2462" y="16487"/>
                    <a:pt x="2369" y="16217"/>
                    <a:pt x="2278" y="15935"/>
                  </a:cubicBezTo>
                  <a:cubicBezTo>
                    <a:pt x="2289" y="15935"/>
                    <a:pt x="2297" y="15935"/>
                    <a:pt x="2311" y="15936"/>
                  </a:cubicBezTo>
                  <a:cubicBezTo>
                    <a:pt x="2440" y="15939"/>
                    <a:pt x="2597" y="15941"/>
                    <a:pt x="2777" y="15941"/>
                  </a:cubicBezTo>
                  <a:cubicBezTo>
                    <a:pt x="3389" y="15941"/>
                    <a:pt x="4280" y="15908"/>
                    <a:pt x="5387" y="15708"/>
                  </a:cubicBezTo>
                  <a:cubicBezTo>
                    <a:pt x="5391" y="15707"/>
                    <a:pt x="5394" y="15707"/>
                    <a:pt x="5396" y="15705"/>
                  </a:cubicBezTo>
                  <a:cubicBezTo>
                    <a:pt x="6824" y="15445"/>
                    <a:pt x="8288" y="14967"/>
                    <a:pt x="9754" y="14282"/>
                  </a:cubicBezTo>
                  <a:close/>
                  <a:moveTo>
                    <a:pt x="13468" y="0"/>
                  </a:moveTo>
                  <a:cubicBezTo>
                    <a:pt x="13421" y="0"/>
                    <a:pt x="13375" y="7"/>
                    <a:pt x="13329" y="20"/>
                  </a:cubicBezTo>
                  <a:cubicBezTo>
                    <a:pt x="11267" y="625"/>
                    <a:pt x="9714" y="1085"/>
                    <a:pt x="8239" y="1532"/>
                  </a:cubicBezTo>
                  <a:cubicBezTo>
                    <a:pt x="8003" y="1423"/>
                    <a:pt x="7737" y="1368"/>
                    <a:pt x="7450" y="1368"/>
                  </a:cubicBezTo>
                  <a:cubicBezTo>
                    <a:pt x="6700" y="1368"/>
                    <a:pt x="5872" y="1759"/>
                    <a:pt x="5468" y="2389"/>
                  </a:cubicBezTo>
                  <a:cubicBezTo>
                    <a:pt x="4052" y="2833"/>
                    <a:pt x="2476" y="3337"/>
                    <a:pt x="411" y="4006"/>
                  </a:cubicBezTo>
                  <a:cubicBezTo>
                    <a:pt x="162" y="4085"/>
                    <a:pt x="1" y="4331"/>
                    <a:pt x="16" y="4599"/>
                  </a:cubicBezTo>
                  <a:cubicBezTo>
                    <a:pt x="23" y="4716"/>
                    <a:pt x="56" y="4924"/>
                    <a:pt x="172" y="5626"/>
                  </a:cubicBezTo>
                  <a:lnTo>
                    <a:pt x="181" y="5683"/>
                  </a:lnTo>
                  <a:cubicBezTo>
                    <a:pt x="221" y="5925"/>
                    <a:pt x="242" y="6060"/>
                    <a:pt x="276" y="6134"/>
                  </a:cubicBezTo>
                  <a:cubicBezTo>
                    <a:pt x="279" y="6543"/>
                    <a:pt x="300" y="6985"/>
                    <a:pt x="338" y="7456"/>
                  </a:cubicBezTo>
                  <a:cubicBezTo>
                    <a:pt x="349" y="7612"/>
                    <a:pt x="363" y="7771"/>
                    <a:pt x="377" y="7931"/>
                  </a:cubicBezTo>
                  <a:cubicBezTo>
                    <a:pt x="437" y="8546"/>
                    <a:pt x="520" y="9191"/>
                    <a:pt x="623" y="9847"/>
                  </a:cubicBezTo>
                  <a:lnTo>
                    <a:pt x="693" y="10280"/>
                  </a:lnTo>
                  <a:cubicBezTo>
                    <a:pt x="798" y="10903"/>
                    <a:pt x="921" y="11546"/>
                    <a:pt x="1060" y="12189"/>
                  </a:cubicBezTo>
                  <a:cubicBezTo>
                    <a:pt x="1089" y="12325"/>
                    <a:pt x="1119" y="12462"/>
                    <a:pt x="1149" y="12597"/>
                  </a:cubicBezTo>
                  <a:cubicBezTo>
                    <a:pt x="1294" y="13240"/>
                    <a:pt x="1456" y="13880"/>
                    <a:pt x="1625" y="14499"/>
                  </a:cubicBezTo>
                  <a:cubicBezTo>
                    <a:pt x="1661" y="14630"/>
                    <a:pt x="1698" y="14759"/>
                    <a:pt x="1734" y="14886"/>
                  </a:cubicBezTo>
                  <a:cubicBezTo>
                    <a:pt x="1828" y="15209"/>
                    <a:pt x="1927" y="15535"/>
                    <a:pt x="2030" y="15857"/>
                  </a:cubicBezTo>
                  <a:lnTo>
                    <a:pt x="2030" y="15861"/>
                  </a:lnTo>
                  <a:cubicBezTo>
                    <a:pt x="2225" y="16463"/>
                    <a:pt x="2422" y="17012"/>
                    <a:pt x="2620" y="17492"/>
                  </a:cubicBezTo>
                  <a:cubicBezTo>
                    <a:pt x="2657" y="17583"/>
                    <a:pt x="2716" y="17646"/>
                    <a:pt x="2795" y="17678"/>
                  </a:cubicBezTo>
                  <a:cubicBezTo>
                    <a:pt x="2807" y="17684"/>
                    <a:pt x="2821" y="17689"/>
                    <a:pt x="2835" y="17692"/>
                  </a:cubicBezTo>
                  <a:cubicBezTo>
                    <a:pt x="2848" y="17697"/>
                    <a:pt x="2861" y="17700"/>
                    <a:pt x="2875" y="17701"/>
                  </a:cubicBezTo>
                  <a:cubicBezTo>
                    <a:pt x="2901" y="17706"/>
                    <a:pt x="2924" y="17709"/>
                    <a:pt x="2946" y="17712"/>
                  </a:cubicBezTo>
                  <a:cubicBezTo>
                    <a:pt x="3033" y="17726"/>
                    <a:pt x="3119" y="17738"/>
                    <a:pt x="3209" y="17748"/>
                  </a:cubicBezTo>
                  <a:cubicBezTo>
                    <a:pt x="3287" y="17757"/>
                    <a:pt x="3367" y="17764"/>
                    <a:pt x="3445" y="17771"/>
                  </a:cubicBezTo>
                  <a:cubicBezTo>
                    <a:pt x="3526" y="17779"/>
                    <a:pt x="3607" y="17784"/>
                    <a:pt x="3687" y="17789"/>
                  </a:cubicBezTo>
                  <a:cubicBezTo>
                    <a:pt x="3861" y="17800"/>
                    <a:pt x="4033" y="17804"/>
                    <a:pt x="4203" y="17804"/>
                  </a:cubicBezTo>
                  <a:cubicBezTo>
                    <a:pt x="5035" y="17804"/>
                    <a:pt x="5854" y="17690"/>
                    <a:pt x="6623" y="17500"/>
                  </a:cubicBezTo>
                  <a:cubicBezTo>
                    <a:pt x="6683" y="17485"/>
                    <a:pt x="6745" y="17469"/>
                    <a:pt x="6807" y="17455"/>
                  </a:cubicBezTo>
                  <a:cubicBezTo>
                    <a:pt x="6884" y="17434"/>
                    <a:pt x="6962" y="17414"/>
                    <a:pt x="7040" y="17392"/>
                  </a:cubicBezTo>
                  <a:cubicBezTo>
                    <a:pt x="7132" y="17367"/>
                    <a:pt x="7225" y="17339"/>
                    <a:pt x="7318" y="17311"/>
                  </a:cubicBezTo>
                  <a:cubicBezTo>
                    <a:pt x="7321" y="17309"/>
                    <a:pt x="7326" y="17308"/>
                    <a:pt x="7331" y="17308"/>
                  </a:cubicBezTo>
                  <a:cubicBezTo>
                    <a:pt x="7389" y="17289"/>
                    <a:pt x="7447" y="17269"/>
                    <a:pt x="7503" y="17251"/>
                  </a:cubicBezTo>
                  <a:cubicBezTo>
                    <a:pt x="7589" y="17223"/>
                    <a:pt x="7674" y="17194"/>
                    <a:pt x="7759" y="17164"/>
                  </a:cubicBezTo>
                  <a:lnTo>
                    <a:pt x="8235" y="16983"/>
                  </a:lnTo>
                  <a:cubicBezTo>
                    <a:pt x="8313" y="16953"/>
                    <a:pt x="8389" y="16921"/>
                    <a:pt x="8465" y="16890"/>
                  </a:cubicBezTo>
                  <a:cubicBezTo>
                    <a:pt x="8539" y="16857"/>
                    <a:pt x="8613" y="16825"/>
                    <a:pt x="8686" y="16792"/>
                  </a:cubicBezTo>
                  <a:cubicBezTo>
                    <a:pt x="8783" y="16748"/>
                    <a:pt x="8877" y="16704"/>
                    <a:pt x="8971" y="16657"/>
                  </a:cubicBezTo>
                  <a:cubicBezTo>
                    <a:pt x="9109" y="16591"/>
                    <a:pt x="9245" y="16521"/>
                    <a:pt x="9376" y="16451"/>
                  </a:cubicBezTo>
                  <a:cubicBezTo>
                    <a:pt x="9474" y="16400"/>
                    <a:pt x="9571" y="16346"/>
                    <a:pt x="9664" y="16289"/>
                  </a:cubicBezTo>
                  <a:cubicBezTo>
                    <a:pt x="9748" y="16242"/>
                    <a:pt x="9828" y="16192"/>
                    <a:pt x="9908" y="16144"/>
                  </a:cubicBezTo>
                  <a:lnTo>
                    <a:pt x="10063" y="16044"/>
                  </a:lnTo>
                  <a:cubicBezTo>
                    <a:pt x="10086" y="16028"/>
                    <a:pt x="10108" y="16010"/>
                    <a:pt x="10126" y="15993"/>
                  </a:cubicBezTo>
                  <a:cubicBezTo>
                    <a:pt x="10153" y="15966"/>
                    <a:pt x="10173" y="15936"/>
                    <a:pt x="10186" y="15905"/>
                  </a:cubicBezTo>
                  <a:cubicBezTo>
                    <a:pt x="10206" y="15855"/>
                    <a:pt x="10211" y="15801"/>
                    <a:pt x="10202" y="15740"/>
                  </a:cubicBezTo>
                  <a:cubicBezTo>
                    <a:pt x="10187" y="15654"/>
                    <a:pt x="10175" y="15570"/>
                    <a:pt x="10162" y="15487"/>
                  </a:cubicBezTo>
                  <a:cubicBezTo>
                    <a:pt x="10151" y="15418"/>
                    <a:pt x="10140" y="15349"/>
                    <a:pt x="10129" y="15281"/>
                  </a:cubicBezTo>
                  <a:cubicBezTo>
                    <a:pt x="10111" y="15166"/>
                    <a:pt x="10092" y="15052"/>
                    <a:pt x="10075" y="14939"/>
                  </a:cubicBezTo>
                  <a:cubicBezTo>
                    <a:pt x="10062" y="14854"/>
                    <a:pt x="10047" y="14772"/>
                    <a:pt x="10034" y="14690"/>
                  </a:cubicBezTo>
                  <a:cubicBezTo>
                    <a:pt x="10014" y="14557"/>
                    <a:pt x="9993" y="14426"/>
                    <a:pt x="9972" y="14299"/>
                  </a:cubicBezTo>
                  <a:cubicBezTo>
                    <a:pt x="9963" y="14236"/>
                    <a:pt x="9952" y="14173"/>
                    <a:pt x="9942" y="14111"/>
                  </a:cubicBezTo>
                  <a:cubicBezTo>
                    <a:pt x="9942" y="14108"/>
                    <a:pt x="9941" y="14104"/>
                    <a:pt x="9939" y="14101"/>
                  </a:cubicBezTo>
                  <a:lnTo>
                    <a:pt x="9623" y="12136"/>
                  </a:lnTo>
                  <a:cubicBezTo>
                    <a:pt x="9514" y="11475"/>
                    <a:pt x="9426" y="10941"/>
                    <a:pt x="9352" y="10507"/>
                  </a:cubicBezTo>
                  <a:lnTo>
                    <a:pt x="9297" y="10174"/>
                  </a:lnTo>
                  <a:cubicBezTo>
                    <a:pt x="9272" y="10030"/>
                    <a:pt x="9250" y="9899"/>
                    <a:pt x="9229" y="9781"/>
                  </a:cubicBezTo>
                  <a:cubicBezTo>
                    <a:pt x="9216" y="9704"/>
                    <a:pt x="9203" y="9629"/>
                    <a:pt x="9191" y="9559"/>
                  </a:cubicBezTo>
                  <a:lnTo>
                    <a:pt x="9191" y="9559"/>
                  </a:lnTo>
                  <a:lnTo>
                    <a:pt x="9284" y="9764"/>
                  </a:lnTo>
                  <a:cubicBezTo>
                    <a:pt x="9376" y="9966"/>
                    <a:pt x="9477" y="10195"/>
                    <a:pt x="9588" y="10437"/>
                  </a:cubicBezTo>
                  <a:cubicBezTo>
                    <a:pt x="9799" y="10895"/>
                    <a:pt x="10034" y="11412"/>
                    <a:pt x="10276" y="11938"/>
                  </a:cubicBezTo>
                  <a:lnTo>
                    <a:pt x="10583" y="12605"/>
                  </a:lnTo>
                  <a:cubicBezTo>
                    <a:pt x="10766" y="13002"/>
                    <a:pt x="10946" y="13389"/>
                    <a:pt x="11114" y="13745"/>
                  </a:cubicBezTo>
                  <a:cubicBezTo>
                    <a:pt x="11149" y="13819"/>
                    <a:pt x="11185" y="13898"/>
                    <a:pt x="11224" y="13976"/>
                  </a:cubicBezTo>
                  <a:cubicBezTo>
                    <a:pt x="11255" y="14045"/>
                    <a:pt x="11288" y="14112"/>
                    <a:pt x="11320" y="14180"/>
                  </a:cubicBezTo>
                  <a:cubicBezTo>
                    <a:pt x="11366" y="14277"/>
                    <a:pt x="11412" y="14374"/>
                    <a:pt x="11458" y="14469"/>
                  </a:cubicBezTo>
                  <a:cubicBezTo>
                    <a:pt x="11499" y="14555"/>
                    <a:pt x="11540" y="14639"/>
                    <a:pt x="11579" y="14720"/>
                  </a:cubicBezTo>
                  <a:cubicBezTo>
                    <a:pt x="11581" y="14724"/>
                    <a:pt x="11583" y="14727"/>
                    <a:pt x="11584" y="14731"/>
                  </a:cubicBezTo>
                  <a:cubicBezTo>
                    <a:pt x="11600" y="14759"/>
                    <a:pt x="11613" y="14788"/>
                    <a:pt x="11625" y="14815"/>
                  </a:cubicBezTo>
                  <a:cubicBezTo>
                    <a:pt x="11679" y="14923"/>
                    <a:pt x="11730" y="15023"/>
                    <a:pt x="11774" y="15111"/>
                  </a:cubicBezTo>
                  <a:cubicBezTo>
                    <a:pt x="11775" y="15117"/>
                    <a:pt x="11778" y="15122"/>
                    <a:pt x="11782" y="15126"/>
                  </a:cubicBezTo>
                  <a:lnTo>
                    <a:pt x="11799" y="15161"/>
                  </a:lnTo>
                  <a:cubicBezTo>
                    <a:pt x="11814" y="15189"/>
                    <a:pt x="11826" y="15213"/>
                    <a:pt x="11839" y="15237"/>
                  </a:cubicBezTo>
                  <a:lnTo>
                    <a:pt x="11864" y="15284"/>
                  </a:lnTo>
                  <a:cubicBezTo>
                    <a:pt x="11878" y="15312"/>
                    <a:pt x="11895" y="15334"/>
                    <a:pt x="11914" y="15351"/>
                  </a:cubicBezTo>
                  <a:cubicBezTo>
                    <a:pt x="11923" y="15360"/>
                    <a:pt x="11934" y="15367"/>
                    <a:pt x="11943" y="15374"/>
                  </a:cubicBezTo>
                  <a:cubicBezTo>
                    <a:pt x="11993" y="15407"/>
                    <a:pt x="12051" y="15412"/>
                    <a:pt x="12106" y="15412"/>
                  </a:cubicBezTo>
                  <a:cubicBezTo>
                    <a:pt x="12126" y="15412"/>
                    <a:pt x="12147" y="15411"/>
                    <a:pt x="12166" y="15411"/>
                  </a:cubicBezTo>
                  <a:lnTo>
                    <a:pt x="12206" y="15410"/>
                  </a:lnTo>
                  <a:cubicBezTo>
                    <a:pt x="14806" y="15353"/>
                    <a:pt x="17635" y="14052"/>
                    <a:pt x="18876" y="12837"/>
                  </a:cubicBezTo>
                  <a:cubicBezTo>
                    <a:pt x="18897" y="12818"/>
                    <a:pt x="18916" y="12798"/>
                    <a:pt x="18936" y="12779"/>
                  </a:cubicBezTo>
                  <a:cubicBezTo>
                    <a:pt x="18957" y="12760"/>
                    <a:pt x="18976" y="12740"/>
                    <a:pt x="18993" y="12720"/>
                  </a:cubicBezTo>
                  <a:cubicBezTo>
                    <a:pt x="19105" y="12602"/>
                    <a:pt x="19108" y="12496"/>
                    <a:pt x="19059" y="12266"/>
                  </a:cubicBezTo>
                  <a:cubicBezTo>
                    <a:pt x="19057" y="12258"/>
                    <a:pt x="19054" y="12249"/>
                    <a:pt x="19052" y="12242"/>
                  </a:cubicBezTo>
                  <a:cubicBezTo>
                    <a:pt x="19045" y="12211"/>
                    <a:pt x="19038" y="12178"/>
                    <a:pt x="19030" y="12143"/>
                  </a:cubicBezTo>
                  <a:cubicBezTo>
                    <a:pt x="19024" y="12116"/>
                    <a:pt x="19018" y="12086"/>
                    <a:pt x="19010" y="12056"/>
                  </a:cubicBezTo>
                  <a:cubicBezTo>
                    <a:pt x="18970" y="11898"/>
                    <a:pt x="18930" y="11740"/>
                    <a:pt x="18887" y="11582"/>
                  </a:cubicBezTo>
                  <a:cubicBezTo>
                    <a:pt x="18861" y="11477"/>
                    <a:pt x="18832" y="11373"/>
                    <a:pt x="18802" y="11265"/>
                  </a:cubicBezTo>
                  <a:cubicBezTo>
                    <a:pt x="18779" y="11181"/>
                    <a:pt x="18755" y="11099"/>
                    <a:pt x="18732" y="11017"/>
                  </a:cubicBezTo>
                  <a:cubicBezTo>
                    <a:pt x="18704" y="10923"/>
                    <a:pt x="18675" y="10825"/>
                    <a:pt x="18648" y="10727"/>
                  </a:cubicBezTo>
                  <a:cubicBezTo>
                    <a:pt x="18559" y="10433"/>
                    <a:pt x="18462" y="10129"/>
                    <a:pt x="18361" y="9828"/>
                  </a:cubicBezTo>
                  <a:cubicBezTo>
                    <a:pt x="18316" y="9692"/>
                    <a:pt x="18271" y="9557"/>
                    <a:pt x="18223" y="9422"/>
                  </a:cubicBezTo>
                  <a:cubicBezTo>
                    <a:pt x="18030" y="8861"/>
                    <a:pt x="17806" y="8249"/>
                    <a:pt x="17553" y="7606"/>
                  </a:cubicBezTo>
                  <a:cubicBezTo>
                    <a:pt x="17499" y="7469"/>
                    <a:pt x="17445" y="7333"/>
                    <a:pt x="17389" y="7199"/>
                  </a:cubicBezTo>
                  <a:cubicBezTo>
                    <a:pt x="17142" y="6584"/>
                    <a:pt x="16886" y="5990"/>
                    <a:pt x="16631" y="5432"/>
                  </a:cubicBezTo>
                  <a:cubicBezTo>
                    <a:pt x="16568" y="5291"/>
                    <a:pt x="16503" y="5150"/>
                    <a:pt x="16439" y="5012"/>
                  </a:cubicBezTo>
                  <a:cubicBezTo>
                    <a:pt x="16154" y="4401"/>
                    <a:pt x="15866" y="3826"/>
                    <a:pt x="15585" y="3304"/>
                  </a:cubicBezTo>
                  <a:cubicBezTo>
                    <a:pt x="15508" y="3154"/>
                    <a:pt x="15428" y="3008"/>
                    <a:pt x="15349" y="2868"/>
                  </a:cubicBezTo>
                  <a:cubicBezTo>
                    <a:pt x="15194" y="2595"/>
                    <a:pt x="15069" y="2382"/>
                    <a:pt x="14956" y="2196"/>
                  </a:cubicBezTo>
                  <a:cubicBezTo>
                    <a:pt x="14834" y="1997"/>
                    <a:pt x="14715" y="1812"/>
                    <a:pt x="14600" y="1643"/>
                  </a:cubicBezTo>
                  <a:cubicBezTo>
                    <a:pt x="14598" y="1634"/>
                    <a:pt x="14597" y="1625"/>
                    <a:pt x="14593" y="1617"/>
                  </a:cubicBezTo>
                  <a:cubicBezTo>
                    <a:pt x="14589" y="1606"/>
                    <a:pt x="14118" y="555"/>
                    <a:pt x="13959" y="287"/>
                  </a:cubicBezTo>
                  <a:cubicBezTo>
                    <a:pt x="13853" y="108"/>
                    <a:pt x="13660" y="0"/>
                    <a:pt x="13468" y="0"/>
                  </a:cubicBezTo>
                  <a:close/>
                </a:path>
              </a:pathLst>
            </a:custGeom>
            <a:solidFill>
              <a:schemeClr val="dk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1016" name="TextBox 1015">
            <a:extLst>
              <a:ext uri="{FF2B5EF4-FFF2-40B4-BE49-F238E27FC236}">
                <a16:creationId xmlns:a16="http://schemas.microsoft.com/office/drawing/2014/main" id="{2A71DD33-EE1B-BDE2-530B-E6F9259AC407}"/>
              </a:ext>
            </a:extLst>
          </p:cNvPr>
          <p:cNvSpPr txBox="1"/>
          <p:nvPr/>
        </p:nvSpPr>
        <p:spPr>
          <a:xfrm>
            <a:off x="2542896" y="3475923"/>
            <a:ext cx="637200"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3000" b="0" i="0" u="none" strike="noStrike" kern="0" cap="none" spc="0" normalizeH="0" baseline="0" noProof="0" dirty="0">
                <a:ln>
                  <a:noFill/>
                </a:ln>
                <a:solidFill>
                  <a:srgbClr val="972CB4"/>
                </a:solidFill>
                <a:effectLst/>
                <a:uLnTx/>
                <a:uFillTx/>
                <a:latin typeface="Oswald"/>
                <a:cs typeface="Arial"/>
                <a:sym typeface="Oswald"/>
              </a:rPr>
              <a:t>08</a:t>
            </a:r>
          </a:p>
        </p:txBody>
      </p:sp>
      <p:sp>
        <p:nvSpPr>
          <p:cNvPr id="1018" name="TextBox 1017">
            <a:extLst>
              <a:ext uri="{FF2B5EF4-FFF2-40B4-BE49-F238E27FC236}">
                <a16:creationId xmlns:a16="http://schemas.microsoft.com/office/drawing/2014/main" id="{E4308AAA-48DA-09B0-D189-B1A67B72A43F}"/>
              </a:ext>
            </a:extLst>
          </p:cNvPr>
          <p:cNvSpPr txBox="1"/>
          <p:nvPr/>
        </p:nvSpPr>
        <p:spPr>
          <a:xfrm>
            <a:off x="3067011" y="3536126"/>
            <a:ext cx="5831622" cy="1292662"/>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lang="en-US" sz="1300" dirty="0">
                <a:solidFill>
                  <a:srgbClr val="CEF3F5"/>
                </a:solidFill>
                <a:latin typeface="Roboto"/>
                <a:ea typeface="Roboto"/>
                <a:cs typeface="Roboto"/>
                <a:sym typeface="Roboto"/>
              </a:rPr>
              <a:t>After training the model the </a:t>
            </a:r>
            <a:r>
              <a:rPr lang="en-US" sz="1300" b="1" dirty="0" err="1">
                <a:solidFill>
                  <a:schemeClr val="accent5">
                    <a:lumMod val="60000"/>
                    <a:lumOff val="40000"/>
                  </a:schemeClr>
                </a:solidFill>
                <a:latin typeface="Roboto"/>
                <a:ea typeface="Roboto"/>
                <a:cs typeface="Roboto"/>
                <a:sym typeface="Roboto"/>
              </a:rPr>
              <a:t>EarlyStopping</a:t>
            </a:r>
            <a:r>
              <a:rPr lang="en-US" sz="1300" dirty="0">
                <a:solidFill>
                  <a:srgbClr val="CEF3F5"/>
                </a:solidFill>
                <a:latin typeface="Roboto"/>
                <a:ea typeface="Roboto"/>
                <a:cs typeface="Roboto"/>
                <a:sym typeface="Roboto"/>
              </a:rPr>
              <a:t> function is called to prevent overfitting. Followed by this the model is evaluated upon the testing images, where the model shows and </a:t>
            </a:r>
            <a:r>
              <a:rPr lang="en-US" sz="1300" b="1" dirty="0">
                <a:solidFill>
                  <a:schemeClr val="accent5">
                    <a:lumMod val="60000"/>
                    <a:lumOff val="40000"/>
                  </a:schemeClr>
                </a:solidFill>
                <a:latin typeface="Roboto"/>
                <a:ea typeface="Roboto"/>
                <a:cs typeface="Roboto"/>
                <a:sym typeface="Roboto"/>
              </a:rPr>
              <a:t>accuracy of around 92.36% </a:t>
            </a:r>
            <a:r>
              <a:rPr lang="en-US" sz="1300" dirty="0">
                <a:solidFill>
                  <a:srgbClr val="CEF3F5"/>
                </a:solidFill>
                <a:latin typeface="Roboto"/>
                <a:ea typeface="Roboto"/>
                <a:cs typeface="Roboto"/>
                <a:sym typeface="Roboto"/>
              </a:rPr>
              <a:t>using the Intel Optimization for </a:t>
            </a:r>
            <a:r>
              <a:rPr lang="en-US" sz="1300" dirty="0" err="1">
                <a:solidFill>
                  <a:srgbClr val="CEF3F5"/>
                </a:solidFill>
                <a:latin typeface="Roboto"/>
                <a:ea typeface="Roboto"/>
                <a:cs typeface="Roboto"/>
                <a:sym typeface="Roboto"/>
              </a:rPr>
              <a:t>Tensorflow</a:t>
            </a:r>
            <a:r>
              <a:rPr lang="en-US" sz="1300" dirty="0">
                <a:solidFill>
                  <a:srgbClr val="CEF3F5"/>
                </a:solidFill>
                <a:latin typeface="Roboto"/>
                <a:ea typeface="Roboto"/>
                <a:cs typeface="Roboto"/>
                <a:sym typeface="Roboto"/>
              </a:rPr>
              <a:t>. Using the </a:t>
            </a:r>
            <a:r>
              <a:rPr lang="en-US" sz="1300" b="1" dirty="0">
                <a:solidFill>
                  <a:schemeClr val="accent5">
                    <a:lumMod val="60000"/>
                    <a:lumOff val="40000"/>
                  </a:schemeClr>
                </a:solidFill>
                <a:latin typeface="Roboto"/>
                <a:ea typeface="Roboto"/>
                <a:cs typeface="Roboto"/>
                <a:sym typeface="Roboto"/>
              </a:rPr>
              <a:t>time library </a:t>
            </a:r>
            <a:r>
              <a:rPr lang="en-US" sz="1300" dirty="0">
                <a:solidFill>
                  <a:srgbClr val="CEF3F5"/>
                </a:solidFill>
                <a:latin typeface="Roboto"/>
                <a:ea typeface="Roboto"/>
                <a:cs typeface="Roboto"/>
                <a:sym typeface="Roboto"/>
              </a:rPr>
              <a:t>of Python the </a:t>
            </a:r>
            <a:r>
              <a:rPr lang="en-US" sz="1300" b="1" dirty="0">
                <a:solidFill>
                  <a:schemeClr val="accent5">
                    <a:lumMod val="60000"/>
                    <a:lumOff val="40000"/>
                  </a:schemeClr>
                </a:solidFill>
                <a:latin typeface="Roboto"/>
                <a:ea typeface="Roboto"/>
                <a:cs typeface="Roboto"/>
                <a:sym typeface="Roboto"/>
              </a:rPr>
              <a:t>baseline inference latency for 1000 images </a:t>
            </a:r>
            <a:r>
              <a:rPr lang="en-US" sz="1300" dirty="0">
                <a:solidFill>
                  <a:srgbClr val="CEF3F5"/>
                </a:solidFill>
                <a:latin typeface="Roboto"/>
                <a:ea typeface="Roboto"/>
                <a:cs typeface="Roboto"/>
                <a:sym typeface="Roboto"/>
              </a:rPr>
              <a:t>is calculated which comes out to be </a:t>
            </a:r>
            <a:r>
              <a:rPr lang="en-US" sz="1300" b="1" dirty="0">
                <a:solidFill>
                  <a:schemeClr val="accent5">
                    <a:lumMod val="60000"/>
                    <a:lumOff val="40000"/>
                  </a:schemeClr>
                </a:solidFill>
                <a:latin typeface="Roboto"/>
                <a:ea typeface="Roboto"/>
                <a:cs typeface="Roboto"/>
                <a:sym typeface="Roboto"/>
              </a:rPr>
              <a:t>0.0764 seconds per image</a:t>
            </a:r>
            <a:r>
              <a:rPr lang="en-US" sz="1300" dirty="0">
                <a:solidFill>
                  <a:srgbClr val="CEF3F5"/>
                </a:solidFill>
                <a:latin typeface="Roboto"/>
                <a:ea typeface="Roboto"/>
                <a:cs typeface="Roboto"/>
                <a:sym typeface="Roboto"/>
              </a:rPr>
              <a:t>.</a:t>
            </a:r>
            <a:endParaRPr kumimoji="0" lang="en-US" sz="1300" b="0" i="0" u="none" strike="noStrike" kern="0" cap="none" spc="0" normalizeH="0" baseline="0" noProof="0" dirty="0">
              <a:ln>
                <a:noFill/>
              </a:ln>
              <a:solidFill>
                <a:srgbClr val="CEF3F5"/>
              </a:solidFill>
              <a:effectLst/>
              <a:uLnTx/>
              <a:uFillTx/>
              <a:latin typeface="Roboto"/>
              <a:ea typeface="Roboto"/>
              <a:cs typeface="Roboto"/>
              <a:sym typeface="Roboto"/>
            </a:endParaRPr>
          </a:p>
        </p:txBody>
      </p:sp>
    </p:spTree>
    <p:extLst>
      <p:ext uri="{BB962C8B-B14F-4D97-AF65-F5344CB8AC3E}">
        <p14:creationId xmlns:p14="http://schemas.microsoft.com/office/powerpoint/2010/main" val="4151232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62"/>
        <p:cNvGrpSpPr/>
        <p:nvPr/>
      </p:nvGrpSpPr>
      <p:grpSpPr>
        <a:xfrm>
          <a:off x="0" y="0"/>
          <a:ext cx="0" cy="0"/>
          <a:chOff x="0" y="0"/>
          <a:chExt cx="0" cy="0"/>
        </a:xfrm>
      </p:grpSpPr>
      <p:sp>
        <p:nvSpPr>
          <p:cNvPr id="863" name="Google Shape;863;p37"/>
          <p:cNvSpPr txBox="1">
            <a:spLocks noGrp="1"/>
          </p:cNvSpPr>
          <p:nvPr>
            <p:ph type="title"/>
          </p:nvPr>
        </p:nvSpPr>
        <p:spPr>
          <a:xfrm>
            <a:off x="5074719" y="950970"/>
            <a:ext cx="3215251"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dirty="0"/>
              <a:t>w</a:t>
            </a:r>
            <a:r>
              <a:rPr lang="en" dirty="0"/>
              <a:t>ithout optimization</a:t>
            </a:r>
            <a:endParaRPr dirty="0"/>
          </a:p>
        </p:txBody>
      </p:sp>
      <p:sp>
        <p:nvSpPr>
          <p:cNvPr id="864" name="Google Shape;864;p37"/>
          <p:cNvSpPr txBox="1">
            <a:spLocks noGrp="1"/>
          </p:cNvSpPr>
          <p:nvPr>
            <p:ph type="body" idx="1"/>
          </p:nvPr>
        </p:nvSpPr>
        <p:spPr>
          <a:xfrm>
            <a:off x="815658" y="2028677"/>
            <a:ext cx="2649622" cy="59245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Training Accuracy     : </a:t>
            </a:r>
            <a:r>
              <a:rPr lang="en" b="1" dirty="0"/>
              <a:t>0.9961</a:t>
            </a:r>
          </a:p>
          <a:p>
            <a:pPr marL="0" lvl="0" indent="0" algn="ctr" rtl="0">
              <a:spcBef>
                <a:spcPts val="0"/>
              </a:spcBef>
              <a:spcAft>
                <a:spcPts val="0"/>
              </a:spcAft>
              <a:buClr>
                <a:schemeClr val="dk1"/>
              </a:buClr>
              <a:buSzPts val="1100"/>
              <a:buFont typeface="Arial"/>
              <a:buNone/>
            </a:pPr>
            <a:r>
              <a:rPr lang="en" dirty="0"/>
              <a:t>Evaluation Accuracy : </a:t>
            </a:r>
            <a:r>
              <a:rPr lang="en" b="1" dirty="0"/>
              <a:t>0.9213</a:t>
            </a:r>
            <a:endParaRPr b="1" dirty="0"/>
          </a:p>
        </p:txBody>
      </p:sp>
      <p:sp>
        <p:nvSpPr>
          <p:cNvPr id="865" name="Google Shape;865;p37"/>
          <p:cNvSpPr txBox="1">
            <a:spLocks noGrp="1"/>
          </p:cNvSpPr>
          <p:nvPr>
            <p:ph type="body" idx="2"/>
          </p:nvPr>
        </p:nvSpPr>
        <p:spPr>
          <a:xfrm>
            <a:off x="1122318" y="1566915"/>
            <a:ext cx="2946963" cy="35093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TF_ENABLE_ONEDNN_OPTS=1</a:t>
            </a:r>
            <a:endParaRPr dirty="0"/>
          </a:p>
        </p:txBody>
      </p:sp>
      <p:sp>
        <p:nvSpPr>
          <p:cNvPr id="866" name="Google Shape;866;p37"/>
          <p:cNvSpPr txBox="1">
            <a:spLocks noGrp="1"/>
          </p:cNvSpPr>
          <p:nvPr>
            <p:ph type="title" idx="3"/>
          </p:nvPr>
        </p:nvSpPr>
        <p:spPr>
          <a:xfrm>
            <a:off x="1219795" y="950970"/>
            <a:ext cx="2849486"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dirty="0"/>
              <a:t>w</a:t>
            </a:r>
            <a:r>
              <a:rPr lang="en" dirty="0"/>
              <a:t>ith optimization</a:t>
            </a:r>
            <a:endParaRPr dirty="0"/>
          </a:p>
        </p:txBody>
      </p:sp>
      <p:sp>
        <p:nvSpPr>
          <p:cNvPr id="867" name="Google Shape;867;p37"/>
          <p:cNvSpPr txBox="1">
            <a:spLocks noGrp="1"/>
          </p:cNvSpPr>
          <p:nvPr>
            <p:ph type="title" idx="4"/>
          </p:nvPr>
        </p:nvSpPr>
        <p:spPr>
          <a:xfrm>
            <a:off x="1730326" y="43160"/>
            <a:ext cx="5929533"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Results with and without</a:t>
            </a:r>
            <a:br>
              <a:rPr lang="en" sz="2400" dirty="0"/>
            </a:br>
            <a:r>
              <a:rPr lang="en" sz="2400" dirty="0"/>
              <a:t>INTEL OPTIMIZATION FOR TENSORFLOW</a:t>
            </a:r>
            <a:endParaRPr sz="2400" dirty="0"/>
          </a:p>
        </p:txBody>
      </p:sp>
      <p:grpSp>
        <p:nvGrpSpPr>
          <p:cNvPr id="868" name="Google Shape;868;p37"/>
          <p:cNvGrpSpPr/>
          <p:nvPr/>
        </p:nvGrpSpPr>
        <p:grpSpPr>
          <a:xfrm>
            <a:off x="922739" y="950957"/>
            <a:ext cx="469887" cy="469887"/>
            <a:chOff x="1487200" y="4993750"/>
            <a:chExt cx="483125" cy="483125"/>
          </a:xfrm>
        </p:grpSpPr>
        <p:sp>
          <p:nvSpPr>
            <p:cNvPr id="869" name="Google Shape;869;p37"/>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870" name="Google Shape;870;p37"/>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grpSp>
        <p:nvGrpSpPr>
          <p:cNvPr id="871" name="Google Shape;871;p37"/>
          <p:cNvGrpSpPr/>
          <p:nvPr/>
        </p:nvGrpSpPr>
        <p:grpSpPr>
          <a:xfrm>
            <a:off x="8159149" y="950969"/>
            <a:ext cx="469887" cy="469887"/>
            <a:chOff x="2081650" y="4993750"/>
            <a:chExt cx="483125" cy="483125"/>
          </a:xfrm>
        </p:grpSpPr>
        <p:sp>
          <p:nvSpPr>
            <p:cNvPr id="872" name="Google Shape;872;p37"/>
            <p:cNvSpPr/>
            <p:nvPr/>
          </p:nvSpPr>
          <p:spPr>
            <a:xfrm>
              <a:off x="2081650" y="4993750"/>
              <a:ext cx="483125" cy="483125"/>
            </a:xfrm>
            <a:custGeom>
              <a:avLst/>
              <a:gdLst/>
              <a:ahLst/>
              <a:cxnLst/>
              <a:rect l="l" t="t" r="r" b="b"/>
              <a:pathLst>
                <a:path w="19325" h="19325" extrusionOk="0">
                  <a:moveTo>
                    <a:pt x="9663" y="1133"/>
                  </a:moveTo>
                  <a:cubicBezTo>
                    <a:pt x="11824" y="1133"/>
                    <a:pt x="13983" y="1975"/>
                    <a:pt x="15668" y="3657"/>
                  </a:cubicBezTo>
                  <a:cubicBezTo>
                    <a:pt x="19035" y="7027"/>
                    <a:pt x="19035" y="12302"/>
                    <a:pt x="15668" y="15668"/>
                  </a:cubicBezTo>
                  <a:cubicBezTo>
                    <a:pt x="13983" y="17350"/>
                    <a:pt x="11824" y="18193"/>
                    <a:pt x="9663" y="18193"/>
                  </a:cubicBezTo>
                  <a:cubicBezTo>
                    <a:pt x="7501" y="18193"/>
                    <a:pt x="5342" y="17350"/>
                    <a:pt x="3657" y="15668"/>
                  </a:cubicBezTo>
                  <a:cubicBezTo>
                    <a:pt x="290" y="12302"/>
                    <a:pt x="290" y="7024"/>
                    <a:pt x="3657" y="3657"/>
                  </a:cubicBezTo>
                  <a:cubicBezTo>
                    <a:pt x="5342" y="1975"/>
                    <a:pt x="7501" y="1133"/>
                    <a:pt x="9663" y="1133"/>
                  </a:cubicBezTo>
                  <a:close/>
                  <a:moveTo>
                    <a:pt x="9663" y="1"/>
                  </a:moveTo>
                  <a:cubicBezTo>
                    <a:pt x="7117" y="1"/>
                    <a:pt x="4699" y="1015"/>
                    <a:pt x="2857" y="2857"/>
                  </a:cubicBezTo>
                  <a:cubicBezTo>
                    <a:pt x="1015" y="4699"/>
                    <a:pt x="0" y="7117"/>
                    <a:pt x="0" y="9663"/>
                  </a:cubicBezTo>
                  <a:cubicBezTo>
                    <a:pt x="0" y="12208"/>
                    <a:pt x="1015" y="14627"/>
                    <a:pt x="2857" y="16469"/>
                  </a:cubicBezTo>
                  <a:cubicBezTo>
                    <a:pt x="4699" y="18310"/>
                    <a:pt x="7117" y="19325"/>
                    <a:pt x="9663"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73" name="Google Shape;873;p37"/>
            <p:cNvSpPr/>
            <p:nvPr/>
          </p:nvSpPr>
          <p:spPr>
            <a:xfrm>
              <a:off x="2209375" y="5125625"/>
              <a:ext cx="227600" cy="219350"/>
            </a:xfrm>
            <a:custGeom>
              <a:avLst/>
              <a:gdLst/>
              <a:ahLst/>
              <a:cxnLst/>
              <a:rect l="l" t="t" r="r" b="b"/>
              <a:pathLst>
                <a:path w="9104" h="8774" extrusionOk="0">
                  <a:moveTo>
                    <a:pt x="7232" y="1143"/>
                  </a:moveTo>
                  <a:cubicBezTo>
                    <a:pt x="7377" y="1143"/>
                    <a:pt x="7522" y="1198"/>
                    <a:pt x="7633" y="1308"/>
                  </a:cubicBezTo>
                  <a:cubicBezTo>
                    <a:pt x="7851" y="1528"/>
                    <a:pt x="7854" y="1882"/>
                    <a:pt x="7639" y="2102"/>
                  </a:cubicBezTo>
                  <a:lnTo>
                    <a:pt x="5755" y="3986"/>
                  </a:lnTo>
                  <a:cubicBezTo>
                    <a:pt x="5532" y="4210"/>
                    <a:pt x="5532" y="4566"/>
                    <a:pt x="5755" y="4789"/>
                  </a:cubicBezTo>
                  <a:lnTo>
                    <a:pt x="7639" y="6673"/>
                  </a:lnTo>
                  <a:cubicBezTo>
                    <a:pt x="7854" y="6894"/>
                    <a:pt x="7851" y="7247"/>
                    <a:pt x="7633" y="7468"/>
                  </a:cubicBezTo>
                  <a:cubicBezTo>
                    <a:pt x="7522" y="7577"/>
                    <a:pt x="7377" y="7633"/>
                    <a:pt x="7232" y="7633"/>
                  </a:cubicBezTo>
                  <a:cubicBezTo>
                    <a:pt x="7090" y="7633"/>
                    <a:pt x="6948" y="7580"/>
                    <a:pt x="6839" y="7474"/>
                  </a:cubicBezTo>
                  <a:lnTo>
                    <a:pt x="6830" y="7468"/>
                  </a:lnTo>
                  <a:lnTo>
                    <a:pt x="4946" y="5650"/>
                  </a:lnTo>
                  <a:cubicBezTo>
                    <a:pt x="4836" y="5544"/>
                    <a:pt x="4695" y="5491"/>
                    <a:pt x="4554" y="5491"/>
                  </a:cubicBezTo>
                  <a:cubicBezTo>
                    <a:pt x="4412" y="5491"/>
                    <a:pt x="4271" y="5544"/>
                    <a:pt x="4161" y="5650"/>
                  </a:cubicBezTo>
                  <a:lnTo>
                    <a:pt x="2277" y="7468"/>
                  </a:lnTo>
                  <a:lnTo>
                    <a:pt x="2268" y="7474"/>
                  </a:lnTo>
                  <a:cubicBezTo>
                    <a:pt x="2159" y="7580"/>
                    <a:pt x="2017" y="7633"/>
                    <a:pt x="1875" y="7633"/>
                  </a:cubicBezTo>
                  <a:cubicBezTo>
                    <a:pt x="1730" y="7633"/>
                    <a:pt x="1585" y="7577"/>
                    <a:pt x="1474" y="7468"/>
                  </a:cubicBezTo>
                  <a:cubicBezTo>
                    <a:pt x="1256" y="7247"/>
                    <a:pt x="1253" y="6894"/>
                    <a:pt x="1468" y="6673"/>
                  </a:cubicBezTo>
                  <a:lnTo>
                    <a:pt x="3352" y="4789"/>
                  </a:lnTo>
                  <a:cubicBezTo>
                    <a:pt x="3575" y="4566"/>
                    <a:pt x="3575" y="4210"/>
                    <a:pt x="3352" y="3986"/>
                  </a:cubicBezTo>
                  <a:lnTo>
                    <a:pt x="1468" y="2102"/>
                  </a:lnTo>
                  <a:cubicBezTo>
                    <a:pt x="1253" y="1882"/>
                    <a:pt x="1256" y="1528"/>
                    <a:pt x="1474" y="1308"/>
                  </a:cubicBezTo>
                  <a:cubicBezTo>
                    <a:pt x="1585" y="1198"/>
                    <a:pt x="1730" y="1143"/>
                    <a:pt x="1875" y="1143"/>
                  </a:cubicBezTo>
                  <a:cubicBezTo>
                    <a:pt x="2017" y="1143"/>
                    <a:pt x="2159" y="1196"/>
                    <a:pt x="2268" y="1302"/>
                  </a:cubicBezTo>
                  <a:lnTo>
                    <a:pt x="2277" y="1308"/>
                  </a:lnTo>
                  <a:lnTo>
                    <a:pt x="4161" y="3126"/>
                  </a:lnTo>
                  <a:cubicBezTo>
                    <a:pt x="4271" y="3231"/>
                    <a:pt x="4412" y="3284"/>
                    <a:pt x="4554" y="3284"/>
                  </a:cubicBezTo>
                  <a:cubicBezTo>
                    <a:pt x="4695" y="3284"/>
                    <a:pt x="4836" y="3231"/>
                    <a:pt x="4946" y="3126"/>
                  </a:cubicBezTo>
                  <a:lnTo>
                    <a:pt x="6830" y="1308"/>
                  </a:lnTo>
                  <a:lnTo>
                    <a:pt x="6839" y="1302"/>
                  </a:lnTo>
                  <a:cubicBezTo>
                    <a:pt x="6948" y="1196"/>
                    <a:pt x="7090" y="1143"/>
                    <a:pt x="7232" y="1143"/>
                  </a:cubicBezTo>
                  <a:close/>
                  <a:moveTo>
                    <a:pt x="1865" y="0"/>
                  </a:moveTo>
                  <a:cubicBezTo>
                    <a:pt x="1430" y="0"/>
                    <a:pt x="995" y="166"/>
                    <a:pt x="664" y="499"/>
                  </a:cubicBezTo>
                  <a:cubicBezTo>
                    <a:pt x="0" y="1163"/>
                    <a:pt x="3" y="2241"/>
                    <a:pt x="667" y="2902"/>
                  </a:cubicBezTo>
                  <a:lnTo>
                    <a:pt x="2153" y="4388"/>
                  </a:lnTo>
                  <a:lnTo>
                    <a:pt x="667" y="5873"/>
                  </a:lnTo>
                  <a:cubicBezTo>
                    <a:pt x="0" y="6535"/>
                    <a:pt x="0" y="7610"/>
                    <a:pt x="661" y="8274"/>
                  </a:cubicBezTo>
                  <a:cubicBezTo>
                    <a:pt x="995" y="8607"/>
                    <a:pt x="1431" y="8774"/>
                    <a:pt x="1868" y="8774"/>
                  </a:cubicBezTo>
                  <a:cubicBezTo>
                    <a:pt x="2301" y="8774"/>
                    <a:pt x="2734" y="8609"/>
                    <a:pt x="3065" y="8280"/>
                  </a:cubicBezTo>
                  <a:lnTo>
                    <a:pt x="4554" y="6846"/>
                  </a:lnTo>
                  <a:lnTo>
                    <a:pt x="6042" y="8280"/>
                  </a:lnTo>
                  <a:cubicBezTo>
                    <a:pt x="6373" y="8609"/>
                    <a:pt x="6806" y="8774"/>
                    <a:pt x="7239" y="8774"/>
                  </a:cubicBezTo>
                  <a:cubicBezTo>
                    <a:pt x="7675" y="8774"/>
                    <a:pt x="8111" y="8607"/>
                    <a:pt x="8443" y="8274"/>
                  </a:cubicBezTo>
                  <a:cubicBezTo>
                    <a:pt x="9104" y="7610"/>
                    <a:pt x="9104" y="6535"/>
                    <a:pt x="8440" y="5873"/>
                  </a:cubicBezTo>
                  <a:lnTo>
                    <a:pt x="6957" y="4388"/>
                  </a:lnTo>
                  <a:lnTo>
                    <a:pt x="8440" y="2902"/>
                  </a:lnTo>
                  <a:cubicBezTo>
                    <a:pt x="8760" y="2585"/>
                    <a:pt x="8938" y="2153"/>
                    <a:pt x="8938" y="1703"/>
                  </a:cubicBezTo>
                  <a:cubicBezTo>
                    <a:pt x="8938" y="1018"/>
                    <a:pt x="8524" y="399"/>
                    <a:pt x="7893" y="133"/>
                  </a:cubicBezTo>
                  <a:cubicBezTo>
                    <a:pt x="7682" y="46"/>
                    <a:pt x="7460" y="3"/>
                    <a:pt x="7239" y="3"/>
                  </a:cubicBezTo>
                  <a:cubicBezTo>
                    <a:pt x="6799" y="3"/>
                    <a:pt x="6366" y="174"/>
                    <a:pt x="6042" y="496"/>
                  </a:cubicBezTo>
                  <a:lnTo>
                    <a:pt x="4554" y="1930"/>
                  </a:lnTo>
                  <a:lnTo>
                    <a:pt x="3065" y="496"/>
                  </a:lnTo>
                  <a:cubicBezTo>
                    <a:pt x="2733" y="165"/>
                    <a:pt x="2299" y="0"/>
                    <a:pt x="18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874" name="Google Shape;874;p37"/>
          <p:cNvGrpSpPr/>
          <p:nvPr/>
        </p:nvGrpSpPr>
        <p:grpSpPr>
          <a:xfrm>
            <a:off x="4524300" y="1242225"/>
            <a:ext cx="95400" cy="3116250"/>
            <a:chOff x="4524300" y="1013625"/>
            <a:chExt cx="95400" cy="3116250"/>
          </a:xfrm>
        </p:grpSpPr>
        <p:sp>
          <p:nvSpPr>
            <p:cNvPr id="875" name="Google Shape;875;p37"/>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7"/>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7"/>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7"/>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7"/>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7"/>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Box 4">
            <a:extLst>
              <a:ext uri="{FF2B5EF4-FFF2-40B4-BE49-F238E27FC236}">
                <a16:creationId xmlns:a16="http://schemas.microsoft.com/office/drawing/2014/main" id="{61BCD535-8325-EC15-86FB-2C7EB7507703}"/>
              </a:ext>
            </a:extLst>
          </p:cNvPr>
          <p:cNvSpPr txBox="1"/>
          <p:nvPr/>
        </p:nvSpPr>
        <p:spPr>
          <a:xfrm>
            <a:off x="5396841" y="1610069"/>
            <a:ext cx="302445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1100"/>
              <a:buFont typeface="Arial"/>
              <a:buNone/>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TF_ENABLE_ONEDNN_OPTS=0</a:t>
            </a:r>
          </a:p>
        </p:txBody>
      </p:sp>
      <p:pic>
        <p:nvPicPr>
          <p:cNvPr id="6" name="Google Shape;858;p36" title="Gráfico">
            <a:hlinkClick r:id="rId3"/>
            <a:extLst>
              <a:ext uri="{FF2B5EF4-FFF2-40B4-BE49-F238E27FC236}">
                <a16:creationId xmlns:a16="http://schemas.microsoft.com/office/drawing/2014/main" id="{0625B2C7-7266-DBA1-6122-FE380C4CF4A6}"/>
              </a:ext>
            </a:extLst>
          </p:cNvPr>
          <p:cNvPicPr preferRelativeResize="0"/>
          <p:nvPr/>
        </p:nvPicPr>
        <p:blipFill>
          <a:blip r:embed="rId4">
            <a:alphaModFix/>
          </a:blip>
          <a:stretch>
            <a:fillRect/>
          </a:stretch>
        </p:blipFill>
        <p:spPr>
          <a:xfrm>
            <a:off x="784475" y="70285"/>
            <a:ext cx="1092350" cy="572700"/>
          </a:xfrm>
          <a:prstGeom prst="rect">
            <a:avLst/>
          </a:prstGeom>
          <a:noFill/>
          <a:ln>
            <a:noFill/>
          </a:ln>
        </p:spPr>
      </p:pic>
      <p:sp>
        <p:nvSpPr>
          <p:cNvPr id="7" name="Google Shape;902;p38">
            <a:extLst>
              <a:ext uri="{FF2B5EF4-FFF2-40B4-BE49-F238E27FC236}">
                <a16:creationId xmlns:a16="http://schemas.microsoft.com/office/drawing/2014/main" id="{AA822582-F2DF-AE72-78D6-AFE38E5C50CC}"/>
              </a:ext>
            </a:extLst>
          </p:cNvPr>
          <p:cNvSpPr/>
          <p:nvPr/>
        </p:nvSpPr>
        <p:spPr>
          <a:xfrm>
            <a:off x="367951" y="2091045"/>
            <a:ext cx="466343" cy="453373"/>
          </a:xfrm>
          <a:custGeom>
            <a:avLst/>
            <a:gdLst/>
            <a:ahLst/>
            <a:cxnLst/>
            <a:rect l="l" t="t" r="r" b="b"/>
            <a:pathLst>
              <a:path w="18772" h="17991" extrusionOk="0">
                <a:moveTo>
                  <a:pt x="17492" y="6197"/>
                </a:moveTo>
                <a:lnTo>
                  <a:pt x="17217" y="8063"/>
                </a:lnTo>
                <a:lnTo>
                  <a:pt x="15626" y="6472"/>
                </a:lnTo>
                <a:lnTo>
                  <a:pt x="17492" y="6197"/>
                </a:lnTo>
                <a:close/>
                <a:moveTo>
                  <a:pt x="6055" y="9391"/>
                </a:moveTo>
                <a:lnTo>
                  <a:pt x="6055" y="16858"/>
                </a:lnTo>
                <a:lnTo>
                  <a:pt x="1133" y="16858"/>
                </a:lnTo>
                <a:lnTo>
                  <a:pt x="1133" y="13332"/>
                </a:lnTo>
                <a:lnTo>
                  <a:pt x="6055" y="9391"/>
                </a:lnTo>
                <a:close/>
                <a:moveTo>
                  <a:pt x="7187" y="9141"/>
                </a:moveTo>
                <a:lnTo>
                  <a:pt x="11903" y="11568"/>
                </a:lnTo>
                <a:lnTo>
                  <a:pt x="11903" y="16858"/>
                </a:lnTo>
                <a:lnTo>
                  <a:pt x="7187" y="16858"/>
                </a:lnTo>
                <a:lnTo>
                  <a:pt x="7187" y="9141"/>
                </a:lnTo>
                <a:close/>
                <a:moveTo>
                  <a:pt x="565" y="1"/>
                </a:moveTo>
                <a:cubicBezTo>
                  <a:pt x="254" y="1"/>
                  <a:pt x="1" y="255"/>
                  <a:pt x="1" y="569"/>
                </a:cubicBezTo>
                <a:lnTo>
                  <a:pt x="1" y="17423"/>
                </a:lnTo>
                <a:cubicBezTo>
                  <a:pt x="1" y="17737"/>
                  <a:pt x="254" y="17991"/>
                  <a:pt x="565" y="17991"/>
                </a:cubicBezTo>
                <a:lnTo>
                  <a:pt x="18141" y="17991"/>
                </a:lnTo>
                <a:cubicBezTo>
                  <a:pt x="18455" y="17991"/>
                  <a:pt x="18706" y="17737"/>
                  <a:pt x="18706" y="17423"/>
                </a:cubicBezTo>
                <a:cubicBezTo>
                  <a:pt x="18706" y="17112"/>
                  <a:pt x="18455" y="16858"/>
                  <a:pt x="18141" y="16858"/>
                </a:cubicBezTo>
                <a:lnTo>
                  <a:pt x="13033" y="16858"/>
                </a:lnTo>
                <a:lnTo>
                  <a:pt x="13033" y="11457"/>
                </a:lnTo>
                <a:lnTo>
                  <a:pt x="16022" y="8467"/>
                </a:lnTo>
                <a:lnTo>
                  <a:pt x="17214" y="9660"/>
                </a:lnTo>
                <a:cubicBezTo>
                  <a:pt x="17329" y="9774"/>
                  <a:pt x="17471" y="9826"/>
                  <a:pt x="17611" y="9826"/>
                </a:cubicBezTo>
                <a:cubicBezTo>
                  <a:pt x="17874" y="9826"/>
                  <a:pt x="18129" y="9643"/>
                  <a:pt x="18175" y="9343"/>
                </a:cubicBezTo>
                <a:lnTo>
                  <a:pt x="18721" y="5608"/>
                </a:lnTo>
                <a:cubicBezTo>
                  <a:pt x="18771" y="5262"/>
                  <a:pt x="18501" y="4962"/>
                  <a:pt x="18164" y="4962"/>
                </a:cubicBezTo>
                <a:cubicBezTo>
                  <a:pt x="18137" y="4962"/>
                  <a:pt x="18109" y="4964"/>
                  <a:pt x="18081" y="4968"/>
                </a:cubicBezTo>
                <a:lnTo>
                  <a:pt x="14346" y="5514"/>
                </a:lnTo>
                <a:cubicBezTo>
                  <a:pt x="13887" y="5584"/>
                  <a:pt x="13700" y="6145"/>
                  <a:pt x="14029" y="6475"/>
                </a:cubicBezTo>
                <a:lnTo>
                  <a:pt x="15222" y="7667"/>
                </a:lnTo>
                <a:lnTo>
                  <a:pt x="12359" y="10530"/>
                </a:lnTo>
                <a:lnTo>
                  <a:pt x="6879" y="7710"/>
                </a:lnTo>
                <a:cubicBezTo>
                  <a:pt x="6867" y="7703"/>
                  <a:pt x="6855" y="7697"/>
                  <a:pt x="6846" y="7694"/>
                </a:cubicBezTo>
                <a:lnTo>
                  <a:pt x="6831" y="7688"/>
                </a:lnTo>
                <a:lnTo>
                  <a:pt x="6794" y="7673"/>
                </a:lnTo>
                <a:lnTo>
                  <a:pt x="6776" y="7670"/>
                </a:lnTo>
                <a:cubicBezTo>
                  <a:pt x="6767" y="7667"/>
                  <a:pt x="6755" y="7664"/>
                  <a:pt x="6743" y="7661"/>
                </a:cubicBezTo>
                <a:lnTo>
                  <a:pt x="6728" y="7658"/>
                </a:lnTo>
                <a:cubicBezTo>
                  <a:pt x="6713" y="7655"/>
                  <a:pt x="6695" y="7652"/>
                  <a:pt x="6680" y="7649"/>
                </a:cubicBezTo>
                <a:lnTo>
                  <a:pt x="6553" y="7649"/>
                </a:lnTo>
                <a:cubicBezTo>
                  <a:pt x="6541" y="7649"/>
                  <a:pt x="6526" y="7655"/>
                  <a:pt x="6514" y="7655"/>
                </a:cubicBezTo>
                <a:lnTo>
                  <a:pt x="6495" y="7661"/>
                </a:lnTo>
                <a:cubicBezTo>
                  <a:pt x="6483" y="7661"/>
                  <a:pt x="6474" y="7664"/>
                  <a:pt x="6465" y="7667"/>
                </a:cubicBezTo>
                <a:lnTo>
                  <a:pt x="6447" y="7673"/>
                </a:lnTo>
                <a:cubicBezTo>
                  <a:pt x="6432" y="7679"/>
                  <a:pt x="6417" y="7682"/>
                  <a:pt x="6405" y="7688"/>
                </a:cubicBezTo>
                <a:lnTo>
                  <a:pt x="6387" y="7697"/>
                </a:lnTo>
                <a:lnTo>
                  <a:pt x="6360" y="7710"/>
                </a:lnTo>
                <a:lnTo>
                  <a:pt x="6341" y="7719"/>
                </a:lnTo>
                <a:cubicBezTo>
                  <a:pt x="6332" y="7725"/>
                  <a:pt x="6323" y="7731"/>
                  <a:pt x="6314" y="7737"/>
                </a:cubicBezTo>
                <a:lnTo>
                  <a:pt x="6299" y="7746"/>
                </a:lnTo>
                <a:cubicBezTo>
                  <a:pt x="6287" y="7752"/>
                  <a:pt x="6275" y="7761"/>
                  <a:pt x="6266" y="7770"/>
                </a:cubicBezTo>
                <a:lnTo>
                  <a:pt x="6260" y="7776"/>
                </a:lnTo>
                <a:lnTo>
                  <a:pt x="1133" y="11879"/>
                </a:lnTo>
                <a:lnTo>
                  <a:pt x="1133" y="569"/>
                </a:lnTo>
                <a:cubicBezTo>
                  <a:pt x="1133" y="255"/>
                  <a:pt x="879" y="1"/>
                  <a:pt x="5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 name="Google Shape;902;p38">
            <a:extLst>
              <a:ext uri="{FF2B5EF4-FFF2-40B4-BE49-F238E27FC236}">
                <a16:creationId xmlns:a16="http://schemas.microsoft.com/office/drawing/2014/main" id="{BF4CAB7F-E2C2-F6EB-CB9F-F451A2C5E1E2}"/>
              </a:ext>
            </a:extLst>
          </p:cNvPr>
          <p:cNvSpPr/>
          <p:nvPr/>
        </p:nvSpPr>
        <p:spPr>
          <a:xfrm>
            <a:off x="4755133" y="2136104"/>
            <a:ext cx="466343" cy="453373"/>
          </a:xfrm>
          <a:custGeom>
            <a:avLst/>
            <a:gdLst/>
            <a:ahLst/>
            <a:cxnLst/>
            <a:rect l="l" t="t" r="r" b="b"/>
            <a:pathLst>
              <a:path w="18772" h="17991" extrusionOk="0">
                <a:moveTo>
                  <a:pt x="17492" y="6197"/>
                </a:moveTo>
                <a:lnTo>
                  <a:pt x="17217" y="8063"/>
                </a:lnTo>
                <a:lnTo>
                  <a:pt x="15626" y="6472"/>
                </a:lnTo>
                <a:lnTo>
                  <a:pt x="17492" y="6197"/>
                </a:lnTo>
                <a:close/>
                <a:moveTo>
                  <a:pt x="6055" y="9391"/>
                </a:moveTo>
                <a:lnTo>
                  <a:pt x="6055" y="16858"/>
                </a:lnTo>
                <a:lnTo>
                  <a:pt x="1133" y="16858"/>
                </a:lnTo>
                <a:lnTo>
                  <a:pt x="1133" y="13332"/>
                </a:lnTo>
                <a:lnTo>
                  <a:pt x="6055" y="9391"/>
                </a:lnTo>
                <a:close/>
                <a:moveTo>
                  <a:pt x="7187" y="9141"/>
                </a:moveTo>
                <a:lnTo>
                  <a:pt x="11903" y="11568"/>
                </a:lnTo>
                <a:lnTo>
                  <a:pt x="11903" y="16858"/>
                </a:lnTo>
                <a:lnTo>
                  <a:pt x="7187" y="16858"/>
                </a:lnTo>
                <a:lnTo>
                  <a:pt x="7187" y="9141"/>
                </a:lnTo>
                <a:close/>
                <a:moveTo>
                  <a:pt x="565" y="1"/>
                </a:moveTo>
                <a:cubicBezTo>
                  <a:pt x="254" y="1"/>
                  <a:pt x="1" y="255"/>
                  <a:pt x="1" y="569"/>
                </a:cubicBezTo>
                <a:lnTo>
                  <a:pt x="1" y="17423"/>
                </a:lnTo>
                <a:cubicBezTo>
                  <a:pt x="1" y="17737"/>
                  <a:pt x="254" y="17991"/>
                  <a:pt x="565" y="17991"/>
                </a:cubicBezTo>
                <a:lnTo>
                  <a:pt x="18141" y="17991"/>
                </a:lnTo>
                <a:cubicBezTo>
                  <a:pt x="18455" y="17991"/>
                  <a:pt x="18706" y="17737"/>
                  <a:pt x="18706" y="17423"/>
                </a:cubicBezTo>
                <a:cubicBezTo>
                  <a:pt x="18706" y="17112"/>
                  <a:pt x="18455" y="16858"/>
                  <a:pt x="18141" y="16858"/>
                </a:cubicBezTo>
                <a:lnTo>
                  <a:pt x="13033" y="16858"/>
                </a:lnTo>
                <a:lnTo>
                  <a:pt x="13033" y="11457"/>
                </a:lnTo>
                <a:lnTo>
                  <a:pt x="16022" y="8467"/>
                </a:lnTo>
                <a:lnTo>
                  <a:pt x="17214" y="9660"/>
                </a:lnTo>
                <a:cubicBezTo>
                  <a:pt x="17329" y="9774"/>
                  <a:pt x="17471" y="9826"/>
                  <a:pt x="17611" y="9826"/>
                </a:cubicBezTo>
                <a:cubicBezTo>
                  <a:pt x="17874" y="9826"/>
                  <a:pt x="18129" y="9643"/>
                  <a:pt x="18175" y="9343"/>
                </a:cubicBezTo>
                <a:lnTo>
                  <a:pt x="18721" y="5608"/>
                </a:lnTo>
                <a:cubicBezTo>
                  <a:pt x="18771" y="5262"/>
                  <a:pt x="18501" y="4962"/>
                  <a:pt x="18164" y="4962"/>
                </a:cubicBezTo>
                <a:cubicBezTo>
                  <a:pt x="18137" y="4962"/>
                  <a:pt x="18109" y="4964"/>
                  <a:pt x="18081" y="4968"/>
                </a:cubicBezTo>
                <a:lnTo>
                  <a:pt x="14346" y="5514"/>
                </a:lnTo>
                <a:cubicBezTo>
                  <a:pt x="13887" y="5584"/>
                  <a:pt x="13700" y="6145"/>
                  <a:pt x="14029" y="6475"/>
                </a:cubicBezTo>
                <a:lnTo>
                  <a:pt x="15222" y="7667"/>
                </a:lnTo>
                <a:lnTo>
                  <a:pt x="12359" y="10530"/>
                </a:lnTo>
                <a:lnTo>
                  <a:pt x="6879" y="7710"/>
                </a:lnTo>
                <a:cubicBezTo>
                  <a:pt x="6867" y="7703"/>
                  <a:pt x="6855" y="7697"/>
                  <a:pt x="6846" y="7694"/>
                </a:cubicBezTo>
                <a:lnTo>
                  <a:pt x="6831" y="7688"/>
                </a:lnTo>
                <a:lnTo>
                  <a:pt x="6794" y="7673"/>
                </a:lnTo>
                <a:lnTo>
                  <a:pt x="6776" y="7670"/>
                </a:lnTo>
                <a:cubicBezTo>
                  <a:pt x="6767" y="7667"/>
                  <a:pt x="6755" y="7664"/>
                  <a:pt x="6743" y="7661"/>
                </a:cubicBezTo>
                <a:lnTo>
                  <a:pt x="6728" y="7658"/>
                </a:lnTo>
                <a:cubicBezTo>
                  <a:pt x="6713" y="7655"/>
                  <a:pt x="6695" y="7652"/>
                  <a:pt x="6680" y="7649"/>
                </a:cubicBezTo>
                <a:lnTo>
                  <a:pt x="6553" y="7649"/>
                </a:lnTo>
                <a:cubicBezTo>
                  <a:pt x="6541" y="7649"/>
                  <a:pt x="6526" y="7655"/>
                  <a:pt x="6514" y="7655"/>
                </a:cubicBezTo>
                <a:lnTo>
                  <a:pt x="6495" y="7661"/>
                </a:lnTo>
                <a:cubicBezTo>
                  <a:pt x="6483" y="7661"/>
                  <a:pt x="6474" y="7664"/>
                  <a:pt x="6465" y="7667"/>
                </a:cubicBezTo>
                <a:lnTo>
                  <a:pt x="6447" y="7673"/>
                </a:lnTo>
                <a:cubicBezTo>
                  <a:pt x="6432" y="7679"/>
                  <a:pt x="6417" y="7682"/>
                  <a:pt x="6405" y="7688"/>
                </a:cubicBezTo>
                <a:lnTo>
                  <a:pt x="6387" y="7697"/>
                </a:lnTo>
                <a:lnTo>
                  <a:pt x="6360" y="7710"/>
                </a:lnTo>
                <a:lnTo>
                  <a:pt x="6341" y="7719"/>
                </a:lnTo>
                <a:cubicBezTo>
                  <a:pt x="6332" y="7725"/>
                  <a:pt x="6323" y="7731"/>
                  <a:pt x="6314" y="7737"/>
                </a:cubicBezTo>
                <a:lnTo>
                  <a:pt x="6299" y="7746"/>
                </a:lnTo>
                <a:cubicBezTo>
                  <a:pt x="6287" y="7752"/>
                  <a:pt x="6275" y="7761"/>
                  <a:pt x="6266" y="7770"/>
                </a:cubicBezTo>
                <a:lnTo>
                  <a:pt x="6260" y="7776"/>
                </a:lnTo>
                <a:lnTo>
                  <a:pt x="1133" y="11879"/>
                </a:lnTo>
                <a:lnTo>
                  <a:pt x="1133" y="569"/>
                </a:lnTo>
                <a:cubicBezTo>
                  <a:pt x="1133" y="255"/>
                  <a:pt x="879" y="1"/>
                  <a:pt x="5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grpSp>
        <p:nvGrpSpPr>
          <p:cNvPr id="9" name="Google Shape;892;p38">
            <a:extLst>
              <a:ext uri="{FF2B5EF4-FFF2-40B4-BE49-F238E27FC236}">
                <a16:creationId xmlns:a16="http://schemas.microsoft.com/office/drawing/2014/main" id="{CBA6B4FF-D5B3-1DE7-2A94-F94F18B55140}"/>
              </a:ext>
            </a:extLst>
          </p:cNvPr>
          <p:cNvGrpSpPr/>
          <p:nvPr/>
        </p:nvGrpSpPr>
        <p:grpSpPr>
          <a:xfrm>
            <a:off x="349297" y="2932650"/>
            <a:ext cx="466361" cy="466336"/>
            <a:chOff x="1487200" y="2021475"/>
            <a:chExt cx="483125" cy="483150"/>
          </a:xfrm>
        </p:grpSpPr>
        <p:sp>
          <p:nvSpPr>
            <p:cNvPr id="10" name="Google Shape;893;p38">
              <a:extLst>
                <a:ext uri="{FF2B5EF4-FFF2-40B4-BE49-F238E27FC236}">
                  <a16:creationId xmlns:a16="http://schemas.microsoft.com/office/drawing/2014/main" id="{4A69C0ED-3662-29A3-1A12-0D54FB73319E}"/>
                </a:ext>
              </a:extLst>
            </p:cNvPr>
            <p:cNvSpPr/>
            <p:nvPr/>
          </p:nvSpPr>
          <p:spPr>
            <a:xfrm>
              <a:off x="1487200" y="2021475"/>
              <a:ext cx="483125" cy="483150"/>
            </a:xfrm>
            <a:custGeom>
              <a:avLst/>
              <a:gdLst/>
              <a:ahLst/>
              <a:cxnLst/>
              <a:rect l="l" t="t" r="r" b="b"/>
              <a:pathLst>
                <a:path w="19325" h="19326" extrusionOk="0">
                  <a:moveTo>
                    <a:pt x="17628" y="1133"/>
                  </a:moveTo>
                  <a:cubicBezTo>
                    <a:pt x="17939" y="1133"/>
                    <a:pt x="18192" y="1386"/>
                    <a:pt x="18192" y="1701"/>
                  </a:cubicBezTo>
                  <a:lnTo>
                    <a:pt x="18192" y="14796"/>
                  </a:lnTo>
                  <a:lnTo>
                    <a:pt x="1132" y="14796"/>
                  </a:lnTo>
                  <a:lnTo>
                    <a:pt x="1132" y="1701"/>
                  </a:lnTo>
                  <a:cubicBezTo>
                    <a:pt x="1132" y="1386"/>
                    <a:pt x="1386" y="1133"/>
                    <a:pt x="1700" y="1133"/>
                  </a:cubicBezTo>
                  <a:close/>
                  <a:moveTo>
                    <a:pt x="18192" y="15928"/>
                  </a:moveTo>
                  <a:lnTo>
                    <a:pt x="18192" y="17628"/>
                  </a:lnTo>
                  <a:cubicBezTo>
                    <a:pt x="18192" y="17939"/>
                    <a:pt x="17939" y="18193"/>
                    <a:pt x="17628" y="18193"/>
                  </a:cubicBezTo>
                  <a:lnTo>
                    <a:pt x="1700" y="18193"/>
                  </a:lnTo>
                  <a:cubicBezTo>
                    <a:pt x="1386" y="18193"/>
                    <a:pt x="1132" y="17939"/>
                    <a:pt x="1132" y="17628"/>
                  </a:cubicBezTo>
                  <a:lnTo>
                    <a:pt x="1132" y="15928"/>
                  </a:lnTo>
                  <a:close/>
                  <a:moveTo>
                    <a:pt x="1700" y="1"/>
                  </a:moveTo>
                  <a:cubicBezTo>
                    <a:pt x="761" y="1"/>
                    <a:pt x="0" y="761"/>
                    <a:pt x="0" y="1701"/>
                  </a:cubicBezTo>
                  <a:lnTo>
                    <a:pt x="0" y="17628"/>
                  </a:lnTo>
                  <a:cubicBezTo>
                    <a:pt x="0" y="18564"/>
                    <a:pt x="761" y="19325"/>
                    <a:pt x="1700" y="19325"/>
                  </a:cubicBezTo>
                  <a:lnTo>
                    <a:pt x="17628" y="19325"/>
                  </a:lnTo>
                  <a:cubicBezTo>
                    <a:pt x="18564" y="19325"/>
                    <a:pt x="19325" y="18564"/>
                    <a:pt x="19325" y="17628"/>
                  </a:cubicBezTo>
                  <a:lnTo>
                    <a:pt x="19325" y="1701"/>
                  </a:lnTo>
                  <a:cubicBezTo>
                    <a:pt x="19325" y="761"/>
                    <a:pt x="18564" y="1"/>
                    <a:pt x="17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 name="Google Shape;894;p38">
              <a:extLst>
                <a:ext uri="{FF2B5EF4-FFF2-40B4-BE49-F238E27FC236}">
                  <a16:creationId xmlns:a16="http://schemas.microsoft.com/office/drawing/2014/main" id="{18A85E2D-364D-A4EB-F835-F9036B2DB36B}"/>
                </a:ext>
              </a:extLst>
            </p:cNvPr>
            <p:cNvSpPr/>
            <p:nvPr/>
          </p:nvSpPr>
          <p:spPr>
            <a:xfrm>
              <a:off x="1573100" y="2078100"/>
              <a:ext cx="84875" cy="284000"/>
            </a:xfrm>
            <a:custGeom>
              <a:avLst/>
              <a:gdLst/>
              <a:ahLst/>
              <a:cxnLst/>
              <a:rect l="l" t="t" r="r" b="b"/>
              <a:pathLst>
                <a:path w="3395" h="11360" extrusionOk="0">
                  <a:moveTo>
                    <a:pt x="1697" y="6833"/>
                  </a:moveTo>
                  <a:cubicBezTo>
                    <a:pt x="2201" y="6833"/>
                    <a:pt x="2455" y="7440"/>
                    <a:pt x="2099" y="7799"/>
                  </a:cubicBezTo>
                  <a:cubicBezTo>
                    <a:pt x="1983" y="7914"/>
                    <a:pt x="1841" y="7966"/>
                    <a:pt x="1702" y="7966"/>
                  </a:cubicBezTo>
                  <a:cubicBezTo>
                    <a:pt x="1411" y="7966"/>
                    <a:pt x="1133" y="7739"/>
                    <a:pt x="1133" y="7398"/>
                  </a:cubicBezTo>
                  <a:cubicBezTo>
                    <a:pt x="1133" y="7084"/>
                    <a:pt x="1383" y="6833"/>
                    <a:pt x="1697" y="6833"/>
                  </a:cubicBezTo>
                  <a:close/>
                  <a:moveTo>
                    <a:pt x="1697" y="0"/>
                  </a:moveTo>
                  <a:cubicBezTo>
                    <a:pt x="1383" y="0"/>
                    <a:pt x="1133" y="254"/>
                    <a:pt x="1133" y="568"/>
                  </a:cubicBezTo>
                  <a:lnTo>
                    <a:pt x="1133" y="5798"/>
                  </a:lnTo>
                  <a:cubicBezTo>
                    <a:pt x="453" y="6036"/>
                    <a:pt x="0" y="6679"/>
                    <a:pt x="0" y="7398"/>
                  </a:cubicBezTo>
                  <a:cubicBezTo>
                    <a:pt x="0" y="8116"/>
                    <a:pt x="453" y="8760"/>
                    <a:pt x="1133" y="8998"/>
                  </a:cubicBezTo>
                  <a:lnTo>
                    <a:pt x="1133" y="10795"/>
                  </a:lnTo>
                  <a:cubicBezTo>
                    <a:pt x="1133" y="11109"/>
                    <a:pt x="1383" y="11359"/>
                    <a:pt x="1697" y="11359"/>
                  </a:cubicBezTo>
                  <a:cubicBezTo>
                    <a:pt x="2011" y="11359"/>
                    <a:pt x="2265" y="11109"/>
                    <a:pt x="2265" y="10795"/>
                  </a:cubicBezTo>
                  <a:lnTo>
                    <a:pt x="2265" y="8998"/>
                  </a:lnTo>
                  <a:cubicBezTo>
                    <a:pt x="2941" y="8760"/>
                    <a:pt x="3394" y="8116"/>
                    <a:pt x="3394" y="7398"/>
                  </a:cubicBezTo>
                  <a:cubicBezTo>
                    <a:pt x="3394" y="6679"/>
                    <a:pt x="2941" y="6036"/>
                    <a:pt x="2265" y="5798"/>
                  </a:cubicBezTo>
                  <a:lnTo>
                    <a:pt x="2265" y="568"/>
                  </a:lnTo>
                  <a:cubicBezTo>
                    <a:pt x="2265"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 name="Google Shape;895;p38">
              <a:extLst>
                <a:ext uri="{FF2B5EF4-FFF2-40B4-BE49-F238E27FC236}">
                  <a16:creationId xmlns:a16="http://schemas.microsoft.com/office/drawing/2014/main" id="{EC303305-BDF0-27A2-FB71-7CBF78A6B671}"/>
                </a:ext>
              </a:extLst>
            </p:cNvPr>
            <p:cNvSpPr/>
            <p:nvPr/>
          </p:nvSpPr>
          <p:spPr>
            <a:xfrm>
              <a:off x="1686325" y="2078100"/>
              <a:ext cx="84875" cy="284000"/>
            </a:xfrm>
            <a:custGeom>
              <a:avLst/>
              <a:gdLst/>
              <a:ahLst/>
              <a:cxnLst/>
              <a:rect l="l" t="t" r="r" b="b"/>
              <a:pathLst>
                <a:path w="3395" h="11360" extrusionOk="0">
                  <a:moveTo>
                    <a:pt x="1697" y="3436"/>
                  </a:moveTo>
                  <a:cubicBezTo>
                    <a:pt x="2011" y="3436"/>
                    <a:pt x="2262" y="3687"/>
                    <a:pt x="2262" y="4001"/>
                  </a:cubicBezTo>
                  <a:cubicBezTo>
                    <a:pt x="2262" y="4315"/>
                    <a:pt x="2011" y="4569"/>
                    <a:pt x="1697" y="4569"/>
                  </a:cubicBezTo>
                  <a:cubicBezTo>
                    <a:pt x="1383" y="4569"/>
                    <a:pt x="1133" y="4315"/>
                    <a:pt x="1133" y="4001"/>
                  </a:cubicBezTo>
                  <a:cubicBezTo>
                    <a:pt x="1133" y="3687"/>
                    <a:pt x="1383" y="3436"/>
                    <a:pt x="1697" y="3436"/>
                  </a:cubicBezTo>
                  <a:close/>
                  <a:moveTo>
                    <a:pt x="1697" y="0"/>
                  </a:moveTo>
                  <a:cubicBezTo>
                    <a:pt x="1383" y="0"/>
                    <a:pt x="1133" y="254"/>
                    <a:pt x="1133" y="568"/>
                  </a:cubicBezTo>
                  <a:lnTo>
                    <a:pt x="1133" y="2401"/>
                  </a:lnTo>
                  <a:cubicBezTo>
                    <a:pt x="453" y="2639"/>
                    <a:pt x="0" y="3282"/>
                    <a:pt x="0" y="4001"/>
                  </a:cubicBezTo>
                  <a:cubicBezTo>
                    <a:pt x="0" y="4720"/>
                    <a:pt x="453" y="5363"/>
                    <a:pt x="1133" y="5601"/>
                  </a:cubicBezTo>
                  <a:lnTo>
                    <a:pt x="1133" y="10795"/>
                  </a:lnTo>
                  <a:cubicBezTo>
                    <a:pt x="1133" y="11109"/>
                    <a:pt x="1383" y="11359"/>
                    <a:pt x="1697" y="11359"/>
                  </a:cubicBezTo>
                  <a:cubicBezTo>
                    <a:pt x="2011" y="11359"/>
                    <a:pt x="2265" y="11109"/>
                    <a:pt x="2265" y="10795"/>
                  </a:cubicBezTo>
                  <a:lnTo>
                    <a:pt x="2265" y="5601"/>
                  </a:lnTo>
                  <a:cubicBezTo>
                    <a:pt x="2941" y="5363"/>
                    <a:pt x="3394" y="4720"/>
                    <a:pt x="3394" y="4001"/>
                  </a:cubicBezTo>
                  <a:cubicBezTo>
                    <a:pt x="3394" y="3282"/>
                    <a:pt x="2941" y="2639"/>
                    <a:pt x="2265" y="2401"/>
                  </a:cubicBezTo>
                  <a:lnTo>
                    <a:pt x="2265" y="568"/>
                  </a:lnTo>
                  <a:cubicBezTo>
                    <a:pt x="2265"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 name="Google Shape;896;p38">
              <a:extLst>
                <a:ext uri="{FF2B5EF4-FFF2-40B4-BE49-F238E27FC236}">
                  <a16:creationId xmlns:a16="http://schemas.microsoft.com/office/drawing/2014/main" id="{72FD12A8-6140-4D94-70AB-0189A6CCE605}"/>
                </a:ext>
              </a:extLst>
            </p:cNvPr>
            <p:cNvSpPr/>
            <p:nvPr/>
          </p:nvSpPr>
          <p:spPr>
            <a:xfrm>
              <a:off x="1799550" y="2078100"/>
              <a:ext cx="84875" cy="284000"/>
            </a:xfrm>
            <a:custGeom>
              <a:avLst/>
              <a:gdLst/>
              <a:ahLst/>
              <a:cxnLst/>
              <a:rect l="l" t="t" r="r" b="b"/>
              <a:pathLst>
                <a:path w="3395" h="11360" extrusionOk="0">
                  <a:moveTo>
                    <a:pt x="1698" y="6833"/>
                  </a:moveTo>
                  <a:cubicBezTo>
                    <a:pt x="2202" y="6833"/>
                    <a:pt x="2455" y="7440"/>
                    <a:pt x="2099" y="7799"/>
                  </a:cubicBezTo>
                  <a:cubicBezTo>
                    <a:pt x="1983" y="7914"/>
                    <a:pt x="1841" y="7966"/>
                    <a:pt x="1703" y="7966"/>
                  </a:cubicBezTo>
                  <a:cubicBezTo>
                    <a:pt x="1411" y="7966"/>
                    <a:pt x="1133" y="7739"/>
                    <a:pt x="1133" y="7398"/>
                  </a:cubicBezTo>
                  <a:cubicBezTo>
                    <a:pt x="1133" y="7084"/>
                    <a:pt x="1384" y="6833"/>
                    <a:pt x="1698" y="6833"/>
                  </a:cubicBezTo>
                  <a:close/>
                  <a:moveTo>
                    <a:pt x="1698" y="0"/>
                  </a:moveTo>
                  <a:cubicBezTo>
                    <a:pt x="1384" y="0"/>
                    <a:pt x="1133" y="254"/>
                    <a:pt x="1133" y="568"/>
                  </a:cubicBezTo>
                  <a:lnTo>
                    <a:pt x="1133" y="5798"/>
                  </a:lnTo>
                  <a:cubicBezTo>
                    <a:pt x="454" y="6036"/>
                    <a:pt x="1" y="6679"/>
                    <a:pt x="1" y="7398"/>
                  </a:cubicBezTo>
                  <a:cubicBezTo>
                    <a:pt x="1" y="8116"/>
                    <a:pt x="454" y="8760"/>
                    <a:pt x="1133" y="8998"/>
                  </a:cubicBezTo>
                  <a:lnTo>
                    <a:pt x="1133" y="10795"/>
                  </a:lnTo>
                  <a:cubicBezTo>
                    <a:pt x="1133" y="11109"/>
                    <a:pt x="1384" y="11359"/>
                    <a:pt x="1698" y="11359"/>
                  </a:cubicBezTo>
                  <a:cubicBezTo>
                    <a:pt x="2012" y="11359"/>
                    <a:pt x="2265" y="11109"/>
                    <a:pt x="2265" y="10795"/>
                  </a:cubicBezTo>
                  <a:lnTo>
                    <a:pt x="2265" y="8998"/>
                  </a:lnTo>
                  <a:cubicBezTo>
                    <a:pt x="2942" y="8760"/>
                    <a:pt x="3394" y="8116"/>
                    <a:pt x="3394" y="7398"/>
                  </a:cubicBezTo>
                  <a:cubicBezTo>
                    <a:pt x="3394" y="6679"/>
                    <a:pt x="2942" y="6036"/>
                    <a:pt x="2265" y="5798"/>
                  </a:cubicBezTo>
                  <a:lnTo>
                    <a:pt x="2265" y="568"/>
                  </a:lnTo>
                  <a:cubicBezTo>
                    <a:pt x="2265" y="254"/>
                    <a:pt x="2012"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 name="Google Shape;892;p38">
            <a:extLst>
              <a:ext uri="{FF2B5EF4-FFF2-40B4-BE49-F238E27FC236}">
                <a16:creationId xmlns:a16="http://schemas.microsoft.com/office/drawing/2014/main" id="{F29D4A90-9CCC-B316-E0FF-AF3D6FCD5212}"/>
              </a:ext>
            </a:extLst>
          </p:cNvPr>
          <p:cNvGrpSpPr/>
          <p:nvPr/>
        </p:nvGrpSpPr>
        <p:grpSpPr>
          <a:xfrm>
            <a:off x="4755117" y="2908128"/>
            <a:ext cx="466361" cy="466336"/>
            <a:chOff x="1487200" y="2021475"/>
            <a:chExt cx="483125" cy="483150"/>
          </a:xfrm>
        </p:grpSpPr>
        <p:sp>
          <p:nvSpPr>
            <p:cNvPr id="15" name="Google Shape;893;p38">
              <a:extLst>
                <a:ext uri="{FF2B5EF4-FFF2-40B4-BE49-F238E27FC236}">
                  <a16:creationId xmlns:a16="http://schemas.microsoft.com/office/drawing/2014/main" id="{7563E62F-5E21-0B53-2FE1-FEFBFA401F79}"/>
                </a:ext>
              </a:extLst>
            </p:cNvPr>
            <p:cNvSpPr/>
            <p:nvPr/>
          </p:nvSpPr>
          <p:spPr>
            <a:xfrm>
              <a:off x="1487200" y="2021475"/>
              <a:ext cx="483125" cy="483150"/>
            </a:xfrm>
            <a:custGeom>
              <a:avLst/>
              <a:gdLst/>
              <a:ahLst/>
              <a:cxnLst/>
              <a:rect l="l" t="t" r="r" b="b"/>
              <a:pathLst>
                <a:path w="19325" h="19326" extrusionOk="0">
                  <a:moveTo>
                    <a:pt x="17628" y="1133"/>
                  </a:moveTo>
                  <a:cubicBezTo>
                    <a:pt x="17939" y="1133"/>
                    <a:pt x="18192" y="1386"/>
                    <a:pt x="18192" y="1701"/>
                  </a:cubicBezTo>
                  <a:lnTo>
                    <a:pt x="18192" y="14796"/>
                  </a:lnTo>
                  <a:lnTo>
                    <a:pt x="1132" y="14796"/>
                  </a:lnTo>
                  <a:lnTo>
                    <a:pt x="1132" y="1701"/>
                  </a:lnTo>
                  <a:cubicBezTo>
                    <a:pt x="1132" y="1386"/>
                    <a:pt x="1386" y="1133"/>
                    <a:pt x="1700" y="1133"/>
                  </a:cubicBezTo>
                  <a:close/>
                  <a:moveTo>
                    <a:pt x="18192" y="15928"/>
                  </a:moveTo>
                  <a:lnTo>
                    <a:pt x="18192" y="17628"/>
                  </a:lnTo>
                  <a:cubicBezTo>
                    <a:pt x="18192" y="17939"/>
                    <a:pt x="17939" y="18193"/>
                    <a:pt x="17628" y="18193"/>
                  </a:cubicBezTo>
                  <a:lnTo>
                    <a:pt x="1700" y="18193"/>
                  </a:lnTo>
                  <a:cubicBezTo>
                    <a:pt x="1386" y="18193"/>
                    <a:pt x="1132" y="17939"/>
                    <a:pt x="1132" y="17628"/>
                  </a:cubicBezTo>
                  <a:lnTo>
                    <a:pt x="1132" y="15928"/>
                  </a:lnTo>
                  <a:close/>
                  <a:moveTo>
                    <a:pt x="1700" y="1"/>
                  </a:moveTo>
                  <a:cubicBezTo>
                    <a:pt x="761" y="1"/>
                    <a:pt x="0" y="761"/>
                    <a:pt x="0" y="1701"/>
                  </a:cubicBezTo>
                  <a:lnTo>
                    <a:pt x="0" y="17628"/>
                  </a:lnTo>
                  <a:cubicBezTo>
                    <a:pt x="0" y="18564"/>
                    <a:pt x="761" y="19325"/>
                    <a:pt x="1700" y="19325"/>
                  </a:cubicBezTo>
                  <a:lnTo>
                    <a:pt x="17628" y="19325"/>
                  </a:lnTo>
                  <a:cubicBezTo>
                    <a:pt x="18564" y="19325"/>
                    <a:pt x="19325" y="18564"/>
                    <a:pt x="19325" y="17628"/>
                  </a:cubicBezTo>
                  <a:lnTo>
                    <a:pt x="19325" y="1701"/>
                  </a:lnTo>
                  <a:cubicBezTo>
                    <a:pt x="19325" y="761"/>
                    <a:pt x="18564" y="1"/>
                    <a:pt x="17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6" name="Google Shape;894;p38">
              <a:extLst>
                <a:ext uri="{FF2B5EF4-FFF2-40B4-BE49-F238E27FC236}">
                  <a16:creationId xmlns:a16="http://schemas.microsoft.com/office/drawing/2014/main" id="{D3CF3F9B-AD29-9470-034F-4BBB92A23317}"/>
                </a:ext>
              </a:extLst>
            </p:cNvPr>
            <p:cNvSpPr/>
            <p:nvPr/>
          </p:nvSpPr>
          <p:spPr>
            <a:xfrm>
              <a:off x="1573100" y="2078100"/>
              <a:ext cx="84875" cy="284000"/>
            </a:xfrm>
            <a:custGeom>
              <a:avLst/>
              <a:gdLst/>
              <a:ahLst/>
              <a:cxnLst/>
              <a:rect l="l" t="t" r="r" b="b"/>
              <a:pathLst>
                <a:path w="3395" h="11360" extrusionOk="0">
                  <a:moveTo>
                    <a:pt x="1697" y="6833"/>
                  </a:moveTo>
                  <a:cubicBezTo>
                    <a:pt x="2201" y="6833"/>
                    <a:pt x="2455" y="7440"/>
                    <a:pt x="2099" y="7799"/>
                  </a:cubicBezTo>
                  <a:cubicBezTo>
                    <a:pt x="1983" y="7914"/>
                    <a:pt x="1841" y="7966"/>
                    <a:pt x="1702" y="7966"/>
                  </a:cubicBezTo>
                  <a:cubicBezTo>
                    <a:pt x="1411" y="7966"/>
                    <a:pt x="1133" y="7739"/>
                    <a:pt x="1133" y="7398"/>
                  </a:cubicBezTo>
                  <a:cubicBezTo>
                    <a:pt x="1133" y="7084"/>
                    <a:pt x="1383" y="6833"/>
                    <a:pt x="1697" y="6833"/>
                  </a:cubicBezTo>
                  <a:close/>
                  <a:moveTo>
                    <a:pt x="1697" y="0"/>
                  </a:moveTo>
                  <a:cubicBezTo>
                    <a:pt x="1383" y="0"/>
                    <a:pt x="1133" y="254"/>
                    <a:pt x="1133" y="568"/>
                  </a:cubicBezTo>
                  <a:lnTo>
                    <a:pt x="1133" y="5798"/>
                  </a:lnTo>
                  <a:cubicBezTo>
                    <a:pt x="453" y="6036"/>
                    <a:pt x="0" y="6679"/>
                    <a:pt x="0" y="7398"/>
                  </a:cubicBezTo>
                  <a:cubicBezTo>
                    <a:pt x="0" y="8116"/>
                    <a:pt x="453" y="8760"/>
                    <a:pt x="1133" y="8998"/>
                  </a:cubicBezTo>
                  <a:lnTo>
                    <a:pt x="1133" y="10795"/>
                  </a:lnTo>
                  <a:cubicBezTo>
                    <a:pt x="1133" y="11109"/>
                    <a:pt x="1383" y="11359"/>
                    <a:pt x="1697" y="11359"/>
                  </a:cubicBezTo>
                  <a:cubicBezTo>
                    <a:pt x="2011" y="11359"/>
                    <a:pt x="2265" y="11109"/>
                    <a:pt x="2265" y="10795"/>
                  </a:cubicBezTo>
                  <a:lnTo>
                    <a:pt x="2265" y="8998"/>
                  </a:lnTo>
                  <a:cubicBezTo>
                    <a:pt x="2941" y="8760"/>
                    <a:pt x="3394" y="8116"/>
                    <a:pt x="3394" y="7398"/>
                  </a:cubicBezTo>
                  <a:cubicBezTo>
                    <a:pt x="3394" y="6679"/>
                    <a:pt x="2941" y="6036"/>
                    <a:pt x="2265" y="5798"/>
                  </a:cubicBezTo>
                  <a:lnTo>
                    <a:pt x="2265" y="568"/>
                  </a:lnTo>
                  <a:cubicBezTo>
                    <a:pt x="2265"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 name="Google Shape;895;p38">
              <a:extLst>
                <a:ext uri="{FF2B5EF4-FFF2-40B4-BE49-F238E27FC236}">
                  <a16:creationId xmlns:a16="http://schemas.microsoft.com/office/drawing/2014/main" id="{ADD4E7A2-BDFA-6F4E-509C-E11B3DF71924}"/>
                </a:ext>
              </a:extLst>
            </p:cNvPr>
            <p:cNvSpPr/>
            <p:nvPr/>
          </p:nvSpPr>
          <p:spPr>
            <a:xfrm>
              <a:off x="1686325" y="2078100"/>
              <a:ext cx="84875" cy="284000"/>
            </a:xfrm>
            <a:custGeom>
              <a:avLst/>
              <a:gdLst/>
              <a:ahLst/>
              <a:cxnLst/>
              <a:rect l="l" t="t" r="r" b="b"/>
              <a:pathLst>
                <a:path w="3395" h="11360" extrusionOk="0">
                  <a:moveTo>
                    <a:pt x="1697" y="3436"/>
                  </a:moveTo>
                  <a:cubicBezTo>
                    <a:pt x="2011" y="3436"/>
                    <a:pt x="2262" y="3687"/>
                    <a:pt x="2262" y="4001"/>
                  </a:cubicBezTo>
                  <a:cubicBezTo>
                    <a:pt x="2262" y="4315"/>
                    <a:pt x="2011" y="4569"/>
                    <a:pt x="1697" y="4569"/>
                  </a:cubicBezTo>
                  <a:cubicBezTo>
                    <a:pt x="1383" y="4569"/>
                    <a:pt x="1133" y="4315"/>
                    <a:pt x="1133" y="4001"/>
                  </a:cubicBezTo>
                  <a:cubicBezTo>
                    <a:pt x="1133" y="3687"/>
                    <a:pt x="1383" y="3436"/>
                    <a:pt x="1697" y="3436"/>
                  </a:cubicBezTo>
                  <a:close/>
                  <a:moveTo>
                    <a:pt x="1697" y="0"/>
                  </a:moveTo>
                  <a:cubicBezTo>
                    <a:pt x="1383" y="0"/>
                    <a:pt x="1133" y="254"/>
                    <a:pt x="1133" y="568"/>
                  </a:cubicBezTo>
                  <a:lnTo>
                    <a:pt x="1133" y="2401"/>
                  </a:lnTo>
                  <a:cubicBezTo>
                    <a:pt x="453" y="2639"/>
                    <a:pt x="0" y="3282"/>
                    <a:pt x="0" y="4001"/>
                  </a:cubicBezTo>
                  <a:cubicBezTo>
                    <a:pt x="0" y="4720"/>
                    <a:pt x="453" y="5363"/>
                    <a:pt x="1133" y="5601"/>
                  </a:cubicBezTo>
                  <a:lnTo>
                    <a:pt x="1133" y="10795"/>
                  </a:lnTo>
                  <a:cubicBezTo>
                    <a:pt x="1133" y="11109"/>
                    <a:pt x="1383" y="11359"/>
                    <a:pt x="1697" y="11359"/>
                  </a:cubicBezTo>
                  <a:cubicBezTo>
                    <a:pt x="2011" y="11359"/>
                    <a:pt x="2265" y="11109"/>
                    <a:pt x="2265" y="10795"/>
                  </a:cubicBezTo>
                  <a:lnTo>
                    <a:pt x="2265" y="5601"/>
                  </a:lnTo>
                  <a:cubicBezTo>
                    <a:pt x="2941" y="5363"/>
                    <a:pt x="3394" y="4720"/>
                    <a:pt x="3394" y="4001"/>
                  </a:cubicBezTo>
                  <a:cubicBezTo>
                    <a:pt x="3394" y="3282"/>
                    <a:pt x="2941" y="2639"/>
                    <a:pt x="2265" y="2401"/>
                  </a:cubicBezTo>
                  <a:lnTo>
                    <a:pt x="2265" y="568"/>
                  </a:lnTo>
                  <a:cubicBezTo>
                    <a:pt x="2265"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 name="Google Shape;896;p38">
              <a:extLst>
                <a:ext uri="{FF2B5EF4-FFF2-40B4-BE49-F238E27FC236}">
                  <a16:creationId xmlns:a16="http://schemas.microsoft.com/office/drawing/2014/main" id="{BB8AE992-D4C2-EA6E-FA61-DF4A87AB469D}"/>
                </a:ext>
              </a:extLst>
            </p:cNvPr>
            <p:cNvSpPr/>
            <p:nvPr/>
          </p:nvSpPr>
          <p:spPr>
            <a:xfrm>
              <a:off x="1799550" y="2078100"/>
              <a:ext cx="84875" cy="284000"/>
            </a:xfrm>
            <a:custGeom>
              <a:avLst/>
              <a:gdLst/>
              <a:ahLst/>
              <a:cxnLst/>
              <a:rect l="l" t="t" r="r" b="b"/>
              <a:pathLst>
                <a:path w="3395" h="11360" extrusionOk="0">
                  <a:moveTo>
                    <a:pt x="1698" y="6833"/>
                  </a:moveTo>
                  <a:cubicBezTo>
                    <a:pt x="2202" y="6833"/>
                    <a:pt x="2455" y="7440"/>
                    <a:pt x="2099" y="7799"/>
                  </a:cubicBezTo>
                  <a:cubicBezTo>
                    <a:pt x="1983" y="7914"/>
                    <a:pt x="1841" y="7966"/>
                    <a:pt x="1703" y="7966"/>
                  </a:cubicBezTo>
                  <a:cubicBezTo>
                    <a:pt x="1411" y="7966"/>
                    <a:pt x="1133" y="7739"/>
                    <a:pt x="1133" y="7398"/>
                  </a:cubicBezTo>
                  <a:cubicBezTo>
                    <a:pt x="1133" y="7084"/>
                    <a:pt x="1384" y="6833"/>
                    <a:pt x="1698" y="6833"/>
                  </a:cubicBezTo>
                  <a:close/>
                  <a:moveTo>
                    <a:pt x="1698" y="0"/>
                  </a:moveTo>
                  <a:cubicBezTo>
                    <a:pt x="1384" y="0"/>
                    <a:pt x="1133" y="254"/>
                    <a:pt x="1133" y="568"/>
                  </a:cubicBezTo>
                  <a:lnTo>
                    <a:pt x="1133" y="5798"/>
                  </a:lnTo>
                  <a:cubicBezTo>
                    <a:pt x="454" y="6036"/>
                    <a:pt x="1" y="6679"/>
                    <a:pt x="1" y="7398"/>
                  </a:cubicBezTo>
                  <a:cubicBezTo>
                    <a:pt x="1" y="8116"/>
                    <a:pt x="454" y="8760"/>
                    <a:pt x="1133" y="8998"/>
                  </a:cubicBezTo>
                  <a:lnTo>
                    <a:pt x="1133" y="10795"/>
                  </a:lnTo>
                  <a:cubicBezTo>
                    <a:pt x="1133" y="11109"/>
                    <a:pt x="1384" y="11359"/>
                    <a:pt x="1698" y="11359"/>
                  </a:cubicBezTo>
                  <a:cubicBezTo>
                    <a:pt x="2012" y="11359"/>
                    <a:pt x="2265" y="11109"/>
                    <a:pt x="2265" y="10795"/>
                  </a:cubicBezTo>
                  <a:lnTo>
                    <a:pt x="2265" y="8998"/>
                  </a:lnTo>
                  <a:cubicBezTo>
                    <a:pt x="2942" y="8760"/>
                    <a:pt x="3394" y="8116"/>
                    <a:pt x="3394" y="7398"/>
                  </a:cubicBezTo>
                  <a:cubicBezTo>
                    <a:pt x="3394" y="6679"/>
                    <a:pt x="2942" y="6036"/>
                    <a:pt x="2265" y="5798"/>
                  </a:cubicBezTo>
                  <a:lnTo>
                    <a:pt x="2265" y="568"/>
                  </a:lnTo>
                  <a:cubicBezTo>
                    <a:pt x="2265" y="254"/>
                    <a:pt x="2012"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4" name="Google Shape;897;p38">
            <a:extLst>
              <a:ext uri="{FF2B5EF4-FFF2-40B4-BE49-F238E27FC236}">
                <a16:creationId xmlns:a16="http://schemas.microsoft.com/office/drawing/2014/main" id="{D6315C8C-B0AD-63F2-43CA-FF1EF4D07BFD}"/>
              </a:ext>
            </a:extLst>
          </p:cNvPr>
          <p:cNvGrpSpPr/>
          <p:nvPr/>
        </p:nvGrpSpPr>
        <p:grpSpPr>
          <a:xfrm>
            <a:off x="367958" y="3717599"/>
            <a:ext cx="466331" cy="466332"/>
            <a:chOff x="3282325" y="2035675"/>
            <a:chExt cx="459575" cy="454825"/>
          </a:xfrm>
        </p:grpSpPr>
        <p:sp>
          <p:nvSpPr>
            <p:cNvPr id="25" name="Google Shape;898;p38">
              <a:extLst>
                <a:ext uri="{FF2B5EF4-FFF2-40B4-BE49-F238E27FC236}">
                  <a16:creationId xmlns:a16="http://schemas.microsoft.com/office/drawing/2014/main" id="{959B4A29-3B84-9250-3461-3712ACF3C238}"/>
                </a:ext>
              </a:extLst>
            </p:cNvPr>
            <p:cNvSpPr/>
            <p:nvPr/>
          </p:nvSpPr>
          <p:spPr>
            <a:xfrm>
              <a:off x="3337050" y="2234125"/>
              <a:ext cx="85925" cy="206325"/>
            </a:xfrm>
            <a:custGeom>
              <a:avLst/>
              <a:gdLst/>
              <a:ahLst/>
              <a:cxnLst/>
              <a:rect l="l" t="t" r="r" b="b"/>
              <a:pathLst>
                <a:path w="3437" h="8253" extrusionOk="0">
                  <a:moveTo>
                    <a:pt x="2305" y="1133"/>
                  </a:moveTo>
                  <a:lnTo>
                    <a:pt x="2305" y="7120"/>
                  </a:lnTo>
                  <a:lnTo>
                    <a:pt x="1133" y="7120"/>
                  </a:lnTo>
                  <a:lnTo>
                    <a:pt x="1133" y="1133"/>
                  </a:lnTo>
                  <a:close/>
                  <a:moveTo>
                    <a:pt x="568" y="0"/>
                  </a:moveTo>
                  <a:cubicBezTo>
                    <a:pt x="254" y="0"/>
                    <a:pt x="1" y="254"/>
                    <a:pt x="1" y="568"/>
                  </a:cubicBezTo>
                  <a:lnTo>
                    <a:pt x="1" y="7688"/>
                  </a:lnTo>
                  <a:cubicBezTo>
                    <a:pt x="1" y="7999"/>
                    <a:pt x="254" y="8253"/>
                    <a:pt x="568" y="8253"/>
                  </a:cubicBezTo>
                  <a:lnTo>
                    <a:pt x="2869" y="8253"/>
                  </a:lnTo>
                  <a:cubicBezTo>
                    <a:pt x="3183" y="8253"/>
                    <a:pt x="3437" y="7999"/>
                    <a:pt x="3437" y="7688"/>
                  </a:cubicBezTo>
                  <a:lnTo>
                    <a:pt x="3437" y="568"/>
                  </a:lnTo>
                  <a:cubicBezTo>
                    <a:pt x="3437" y="254"/>
                    <a:pt x="3183" y="0"/>
                    <a:pt x="28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6" name="Google Shape;899;p38">
              <a:extLst>
                <a:ext uri="{FF2B5EF4-FFF2-40B4-BE49-F238E27FC236}">
                  <a16:creationId xmlns:a16="http://schemas.microsoft.com/office/drawing/2014/main" id="{F66DA9FB-DB87-CA03-9B7E-CAA03E2E111B}"/>
                </a:ext>
              </a:extLst>
            </p:cNvPr>
            <p:cNvSpPr/>
            <p:nvPr/>
          </p:nvSpPr>
          <p:spPr>
            <a:xfrm>
              <a:off x="3451275" y="2175475"/>
              <a:ext cx="84925" cy="264975"/>
            </a:xfrm>
            <a:custGeom>
              <a:avLst/>
              <a:gdLst/>
              <a:ahLst/>
              <a:cxnLst/>
              <a:rect l="l" t="t" r="r" b="b"/>
              <a:pathLst>
                <a:path w="3397" h="10599" extrusionOk="0">
                  <a:moveTo>
                    <a:pt x="2265" y="1133"/>
                  </a:moveTo>
                  <a:lnTo>
                    <a:pt x="2265" y="9466"/>
                  </a:lnTo>
                  <a:lnTo>
                    <a:pt x="1132" y="9466"/>
                  </a:lnTo>
                  <a:lnTo>
                    <a:pt x="1132" y="1133"/>
                  </a:lnTo>
                  <a:close/>
                  <a:moveTo>
                    <a:pt x="565" y="0"/>
                  </a:moveTo>
                  <a:cubicBezTo>
                    <a:pt x="254" y="0"/>
                    <a:pt x="0" y="254"/>
                    <a:pt x="0" y="565"/>
                  </a:cubicBezTo>
                  <a:lnTo>
                    <a:pt x="0" y="10034"/>
                  </a:lnTo>
                  <a:cubicBezTo>
                    <a:pt x="0" y="10345"/>
                    <a:pt x="254" y="10599"/>
                    <a:pt x="565" y="10599"/>
                  </a:cubicBezTo>
                  <a:lnTo>
                    <a:pt x="2829" y="10599"/>
                  </a:lnTo>
                  <a:cubicBezTo>
                    <a:pt x="3143" y="10599"/>
                    <a:pt x="3397" y="10345"/>
                    <a:pt x="3397" y="10034"/>
                  </a:cubicBezTo>
                  <a:lnTo>
                    <a:pt x="3397" y="565"/>
                  </a:lnTo>
                  <a:cubicBezTo>
                    <a:pt x="3397" y="254"/>
                    <a:pt x="3143" y="0"/>
                    <a:pt x="28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 name="Google Shape;900;p38">
              <a:extLst>
                <a:ext uri="{FF2B5EF4-FFF2-40B4-BE49-F238E27FC236}">
                  <a16:creationId xmlns:a16="http://schemas.microsoft.com/office/drawing/2014/main" id="{3FD4CCFD-6D09-7AE3-6254-1A868ABBA23E}"/>
                </a:ext>
              </a:extLst>
            </p:cNvPr>
            <p:cNvSpPr/>
            <p:nvPr/>
          </p:nvSpPr>
          <p:spPr>
            <a:xfrm>
              <a:off x="3564500" y="2116825"/>
              <a:ext cx="84950" cy="323625"/>
            </a:xfrm>
            <a:custGeom>
              <a:avLst/>
              <a:gdLst/>
              <a:ahLst/>
              <a:cxnLst/>
              <a:rect l="l" t="t" r="r" b="b"/>
              <a:pathLst>
                <a:path w="3398" h="12945" extrusionOk="0">
                  <a:moveTo>
                    <a:pt x="2265" y="1132"/>
                  </a:moveTo>
                  <a:lnTo>
                    <a:pt x="2265" y="11812"/>
                  </a:lnTo>
                  <a:lnTo>
                    <a:pt x="1133" y="11812"/>
                  </a:lnTo>
                  <a:lnTo>
                    <a:pt x="1133" y="1132"/>
                  </a:lnTo>
                  <a:close/>
                  <a:moveTo>
                    <a:pt x="565" y="0"/>
                  </a:moveTo>
                  <a:cubicBezTo>
                    <a:pt x="254" y="0"/>
                    <a:pt x="0" y="251"/>
                    <a:pt x="0" y="565"/>
                  </a:cubicBezTo>
                  <a:lnTo>
                    <a:pt x="0" y="12380"/>
                  </a:lnTo>
                  <a:cubicBezTo>
                    <a:pt x="0" y="12691"/>
                    <a:pt x="254" y="12945"/>
                    <a:pt x="565" y="12945"/>
                  </a:cubicBezTo>
                  <a:lnTo>
                    <a:pt x="2829" y="12945"/>
                  </a:lnTo>
                  <a:cubicBezTo>
                    <a:pt x="3144" y="12945"/>
                    <a:pt x="3397" y="12691"/>
                    <a:pt x="3397" y="12380"/>
                  </a:cubicBezTo>
                  <a:lnTo>
                    <a:pt x="3397" y="565"/>
                  </a:lnTo>
                  <a:cubicBezTo>
                    <a:pt x="3397" y="251"/>
                    <a:pt x="3144" y="0"/>
                    <a:pt x="28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8" name="Google Shape;901;p38">
              <a:extLst>
                <a:ext uri="{FF2B5EF4-FFF2-40B4-BE49-F238E27FC236}">
                  <a16:creationId xmlns:a16="http://schemas.microsoft.com/office/drawing/2014/main" id="{31E3747E-9CA5-ED86-011E-4FEC839A784A}"/>
                </a:ext>
              </a:extLst>
            </p:cNvPr>
            <p:cNvSpPr/>
            <p:nvPr/>
          </p:nvSpPr>
          <p:spPr>
            <a:xfrm>
              <a:off x="3282325" y="2035675"/>
              <a:ext cx="459575" cy="454825"/>
            </a:xfrm>
            <a:custGeom>
              <a:avLst/>
              <a:gdLst/>
              <a:ahLst/>
              <a:cxnLst/>
              <a:rect l="l" t="t" r="r" b="b"/>
              <a:pathLst>
                <a:path w="18383" h="18193" extrusionOk="0">
                  <a:moveTo>
                    <a:pt x="568" y="0"/>
                  </a:moveTo>
                  <a:cubicBezTo>
                    <a:pt x="254" y="0"/>
                    <a:pt x="1" y="251"/>
                    <a:pt x="1" y="565"/>
                  </a:cubicBezTo>
                  <a:lnTo>
                    <a:pt x="1" y="17625"/>
                  </a:lnTo>
                  <a:cubicBezTo>
                    <a:pt x="1" y="17939"/>
                    <a:pt x="254" y="18192"/>
                    <a:pt x="568" y="18192"/>
                  </a:cubicBezTo>
                  <a:lnTo>
                    <a:pt x="17815" y="18192"/>
                  </a:lnTo>
                  <a:cubicBezTo>
                    <a:pt x="18129" y="18192"/>
                    <a:pt x="18383" y="17939"/>
                    <a:pt x="18383" y="17625"/>
                  </a:cubicBezTo>
                  <a:cubicBezTo>
                    <a:pt x="18383" y="17311"/>
                    <a:pt x="18129" y="17060"/>
                    <a:pt x="17815" y="17060"/>
                  </a:cubicBezTo>
                  <a:lnTo>
                    <a:pt x="1133" y="17060"/>
                  </a:lnTo>
                  <a:lnTo>
                    <a:pt x="1133" y="565"/>
                  </a:lnTo>
                  <a:cubicBezTo>
                    <a:pt x="1133" y="251"/>
                    <a:pt x="879" y="0"/>
                    <a:pt x="5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9" name="Google Shape;897;p38">
            <a:extLst>
              <a:ext uri="{FF2B5EF4-FFF2-40B4-BE49-F238E27FC236}">
                <a16:creationId xmlns:a16="http://schemas.microsoft.com/office/drawing/2014/main" id="{672D7DA1-9A70-D41B-A991-ACA308AC792F}"/>
              </a:ext>
            </a:extLst>
          </p:cNvPr>
          <p:cNvGrpSpPr/>
          <p:nvPr/>
        </p:nvGrpSpPr>
        <p:grpSpPr>
          <a:xfrm>
            <a:off x="4755133" y="3717599"/>
            <a:ext cx="466331" cy="466332"/>
            <a:chOff x="3282324" y="2035675"/>
            <a:chExt cx="459575" cy="454825"/>
          </a:xfrm>
        </p:grpSpPr>
        <p:sp>
          <p:nvSpPr>
            <p:cNvPr id="30" name="Google Shape;898;p38">
              <a:extLst>
                <a:ext uri="{FF2B5EF4-FFF2-40B4-BE49-F238E27FC236}">
                  <a16:creationId xmlns:a16="http://schemas.microsoft.com/office/drawing/2014/main" id="{F637845C-FDBE-0B0B-AC92-70DC59489569}"/>
                </a:ext>
              </a:extLst>
            </p:cNvPr>
            <p:cNvSpPr/>
            <p:nvPr/>
          </p:nvSpPr>
          <p:spPr>
            <a:xfrm>
              <a:off x="3337050" y="2234125"/>
              <a:ext cx="85925" cy="206325"/>
            </a:xfrm>
            <a:custGeom>
              <a:avLst/>
              <a:gdLst/>
              <a:ahLst/>
              <a:cxnLst/>
              <a:rect l="l" t="t" r="r" b="b"/>
              <a:pathLst>
                <a:path w="3437" h="8253" extrusionOk="0">
                  <a:moveTo>
                    <a:pt x="2305" y="1133"/>
                  </a:moveTo>
                  <a:lnTo>
                    <a:pt x="2305" y="7120"/>
                  </a:lnTo>
                  <a:lnTo>
                    <a:pt x="1133" y="7120"/>
                  </a:lnTo>
                  <a:lnTo>
                    <a:pt x="1133" y="1133"/>
                  </a:lnTo>
                  <a:close/>
                  <a:moveTo>
                    <a:pt x="568" y="0"/>
                  </a:moveTo>
                  <a:cubicBezTo>
                    <a:pt x="254" y="0"/>
                    <a:pt x="1" y="254"/>
                    <a:pt x="1" y="568"/>
                  </a:cubicBezTo>
                  <a:lnTo>
                    <a:pt x="1" y="7688"/>
                  </a:lnTo>
                  <a:cubicBezTo>
                    <a:pt x="1" y="7999"/>
                    <a:pt x="254" y="8253"/>
                    <a:pt x="568" y="8253"/>
                  </a:cubicBezTo>
                  <a:lnTo>
                    <a:pt x="2869" y="8253"/>
                  </a:lnTo>
                  <a:cubicBezTo>
                    <a:pt x="3183" y="8253"/>
                    <a:pt x="3437" y="7999"/>
                    <a:pt x="3437" y="7688"/>
                  </a:cubicBezTo>
                  <a:lnTo>
                    <a:pt x="3437" y="568"/>
                  </a:lnTo>
                  <a:cubicBezTo>
                    <a:pt x="3437" y="254"/>
                    <a:pt x="3183" y="0"/>
                    <a:pt x="28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 name="Google Shape;899;p38">
              <a:extLst>
                <a:ext uri="{FF2B5EF4-FFF2-40B4-BE49-F238E27FC236}">
                  <a16:creationId xmlns:a16="http://schemas.microsoft.com/office/drawing/2014/main" id="{4B8DE161-07CA-E046-9D5B-E7885194F3EB}"/>
                </a:ext>
              </a:extLst>
            </p:cNvPr>
            <p:cNvSpPr/>
            <p:nvPr/>
          </p:nvSpPr>
          <p:spPr>
            <a:xfrm>
              <a:off x="3451275" y="2175475"/>
              <a:ext cx="84925" cy="264975"/>
            </a:xfrm>
            <a:custGeom>
              <a:avLst/>
              <a:gdLst/>
              <a:ahLst/>
              <a:cxnLst/>
              <a:rect l="l" t="t" r="r" b="b"/>
              <a:pathLst>
                <a:path w="3397" h="10599" extrusionOk="0">
                  <a:moveTo>
                    <a:pt x="2265" y="1133"/>
                  </a:moveTo>
                  <a:lnTo>
                    <a:pt x="2265" y="9466"/>
                  </a:lnTo>
                  <a:lnTo>
                    <a:pt x="1132" y="9466"/>
                  </a:lnTo>
                  <a:lnTo>
                    <a:pt x="1132" y="1133"/>
                  </a:lnTo>
                  <a:close/>
                  <a:moveTo>
                    <a:pt x="565" y="0"/>
                  </a:moveTo>
                  <a:cubicBezTo>
                    <a:pt x="254" y="0"/>
                    <a:pt x="0" y="254"/>
                    <a:pt x="0" y="565"/>
                  </a:cubicBezTo>
                  <a:lnTo>
                    <a:pt x="0" y="10034"/>
                  </a:lnTo>
                  <a:cubicBezTo>
                    <a:pt x="0" y="10345"/>
                    <a:pt x="254" y="10599"/>
                    <a:pt x="565" y="10599"/>
                  </a:cubicBezTo>
                  <a:lnTo>
                    <a:pt x="2829" y="10599"/>
                  </a:lnTo>
                  <a:cubicBezTo>
                    <a:pt x="3143" y="10599"/>
                    <a:pt x="3397" y="10345"/>
                    <a:pt x="3397" y="10034"/>
                  </a:cubicBezTo>
                  <a:lnTo>
                    <a:pt x="3397" y="565"/>
                  </a:lnTo>
                  <a:cubicBezTo>
                    <a:pt x="3397" y="254"/>
                    <a:pt x="3143" y="0"/>
                    <a:pt x="28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 name="Google Shape;900;p38">
              <a:extLst>
                <a:ext uri="{FF2B5EF4-FFF2-40B4-BE49-F238E27FC236}">
                  <a16:creationId xmlns:a16="http://schemas.microsoft.com/office/drawing/2014/main" id="{913EDBDC-9BCB-1726-58BA-D7B0B4534F39}"/>
                </a:ext>
              </a:extLst>
            </p:cNvPr>
            <p:cNvSpPr/>
            <p:nvPr/>
          </p:nvSpPr>
          <p:spPr>
            <a:xfrm>
              <a:off x="3564500" y="2116825"/>
              <a:ext cx="84950" cy="323625"/>
            </a:xfrm>
            <a:custGeom>
              <a:avLst/>
              <a:gdLst/>
              <a:ahLst/>
              <a:cxnLst/>
              <a:rect l="l" t="t" r="r" b="b"/>
              <a:pathLst>
                <a:path w="3398" h="12945" extrusionOk="0">
                  <a:moveTo>
                    <a:pt x="2265" y="1132"/>
                  </a:moveTo>
                  <a:lnTo>
                    <a:pt x="2265" y="11812"/>
                  </a:lnTo>
                  <a:lnTo>
                    <a:pt x="1133" y="11812"/>
                  </a:lnTo>
                  <a:lnTo>
                    <a:pt x="1133" y="1132"/>
                  </a:lnTo>
                  <a:close/>
                  <a:moveTo>
                    <a:pt x="565" y="0"/>
                  </a:moveTo>
                  <a:cubicBezTo>
                    <a:pt x="254" y="0"/>
                    <a:pt x="0" y="251"/>
                    <a:pt x="0" y="565"/>
                  </a:cubicBezTo>
                  <a:lnTo>
                    <a:pt x="0" y="12380"/>
                  </a:lnTo>
                  <a:cubicBezTo>
                    <a:pt x="0" y="12691"/>
                    <a:pt x="254" y="12945"/>
                    <a:pt x="565" y="12945"/>
                  </a:cubicBezTo>
                  <a:lnTo>
                    <a:pt x="2829" y="12945"/>
                  </a:lnTo>
                  <a:cubicBezTo>
                    <a:pt x="3144" y="12945"/>
                    <a:pt x="3397" y="12691"/>
                    <a:pt x="3397" y="12380"/>
                  </a:cubicBezTo>
                  <a:lnTo>
                    <a:pt x="3397" y="565"/>
                  </a:lnTo>
                  <a:cubicBezTo>
                    <a:pt x="3397" y="251"/>
                    <a:pt x="3144" y="0"/>
                    <a:pt x="28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3" name="Google Shape;901;p38">
              <a:extLst>
                <a:ext uri="{FF2B5EF4-FFF2-40B4-BE49-F238E27FC236}">
                  <a16:creationId xmlns:a16="http://schemas.microsoft.com/office/drawing/2014/main" id="{98928822-E090-B5F5-EA73-4730F4A3F9EF}"/>
                </a:ext>
              </a:extLst>
            </p:cNvPr>
            <p:cNvSpPr/>
            <p:nvPr/>
          </p:nvSpPr>
          <p:spPr>
            <a:xfrm>
              <a:off x="3282324" y="2035675"/>
              <a:ext cx="459575" cy="454825"/>
            </a:xfrm>
            <a:custGeom>
              <a:avLst/>
              <a:gdLst/>
              <a:ahLst/>
              <a:cxnLst/>
              <a:rect l="l" t="t" r="r" b="b"/>
              <a:pathLst>
                <a:path w="18383" h="18193" extrusionOk="0">
                  <a:moveTo>
                    <a:pt x="568" y="0"/>
                  </a:moveTo>
                  <a:cubicBezTo>
                    <a:pt x="254" y="0"/>
                    <a:pt x="1" y="251"/>
                    <a:pt x="1" y="565"/>
                  </a:cubicBezTo>
                  <a:lnTo>
                    <a:pt x="1" y="17625"/>
                  </a:lnTo>
                  <a:cubicBezTo>
                    <a:pt x="1" y="17939"/>
                    <a:pt x="254" y="18192"/>
                    <a:pt x="568" y="18192"/>
                  </a:cubicBezTo>
                  <a:lnTo>
                    <a:pt x="17815" y="18192"/>
                  </a:lnTo>
                  <a:cubicBezTo>
                    <a:pt x="18129" y="18192"/>
                    <a:pt x="18383" y="17939"/>
                    <a:pt x="18383" y="17625"/>
                  </a:cubicBezTo>
                  <a:cubicBezTo>
                    <a:pt x="18383" y="17311"/>
                    <a:pt x="18129" y="17060"/>
                    <a:pt x="17815" y="17060"/>
                  </a:cubicBezTo>
                  <a:lnTo>
                    <a:pt x="1133" y="17060"/>
                  </a:lnTo>
                  <a:lnTo>
                    <a:pt x="1133" y="565"/>
                  </a:lnTo>
                  <a:cubicBezTo>
                    <a:pt x="1133" y="251"/>
                    <a:pt x="879" y="0"/>
                    <a:pt x="5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grpSp>
      <p:sp>
        <p:nvSpPr>
          <p:cNvPr id="37" name="TextBox 36">
            <a:extLst>
              <a:ext uri="{FF2B5EF4-FFF2-40B4-BE49-F238E27FC236}">
                <a16:creationId xmlns:a16="http://schemas.microsoft.com/office/drawing/2014/main" id="{5E919AEA-0D02-B6B6-EA84-E2CC92B45756}"/>
              </a:ext>
            </a:extLst>
          </p:cNvPr>
          <p:cNvSpPr txBox="1"/>
          <p:nvPr/>
        </p:nvSpPr>
        <p:spPr>
          <a:xfrm>
            <a:off x="4988297" y="2119330"/>
            <a:ext cx="310143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1100"/>
              <a:buFont typeface="Arial"/>
              <a:buNone/>
              <a:tabLst/>
              <a:defRPr/>
            </a:pPr>
            <a:r>
              <a:rPr kumimoji="0" lang="en-IN" sz="1400" b="0" i="0" u="none" strike="noStrike" kern="0" cap="none" spc="0" normalizeH="0" baseline="0" noProof="0" dirty="0">
                <a:ln>
                  <a:noFill/>
                </a:ln>
                <a:solidFill>
                  <a:srgbClr val="CEF3F5"/>
                </a:solidFill>
                <a:effectLst/>
                <a:uLnTx/>
                <a:uFillTx/>
                <a:latin typeface="Roboto"/>
                <a:ea typeface="Roboto"/>
                <a:cs typeface="Roboto"/>
                <a:sym typeface="Roboto"/>
              </a:rPr>
              <a:t>Training Accuracy     : </a:t>
            </a:r>
            <a:r>
              <a:rPr kumimoji="0" lang="en-IN" sz="1400" b="1" i="0" u="none" strike="noStrike" kern="0" cap="none" spc="0" normalizeH="0" baseline="0" noProof="0" dirty="0">
                <a:ln>
                  <a:noFill/>
                </a:ln>
                <a:solidFill>
                  <a:srgbClr val="CEF3F5"/>
                </a:solidFill>
                <a:effectLst/>
                <a:uLnTx/>
                <a:uFillTx/>
                <a:latin typeface="Roboto"/>
                <a:ea typeface="Roboto"/>
                <a:cs typeface="Roboto"/>
                <a:sym typeface="Roboto"/>
              </a:rPr>
              <a:t>0.9966</a:t>
            </a:r>
          </a:p>
          <a:p>
            <a:pPr marL="0" marR="0" lvl="0" indent="0" algn="ctr" defTabSz="914400" rtl="0" eaLnBrk="1" fontAlgn="auto" latinLnBrk="0" hangingPunct="1">
              <a:lnSpc>
                <a:spcPct val="100000"/>
              </a:lnSpc>
              <a:spcBef>
                <a:spcPts val="0"/>
              </a:spcBef>
              <a:spcAft>
                <a:spcPts val="0"/>
              </a:spcAft>
              <a:buClr>
                <a:srgbClr val="CEF3F5"/>
              </a:buClr>
              <a:buSzPts val="1100"/>
              <a:buFont typeface="Arial"/>
              <a:buNone/>
              <a:tabLst/>
              <a:defRPr/>
            </a:pPr>
            <a:r>
              <a:rPr kumimoji="0" lang="en-IN" sz="1400" b="0" i="0" u="none" strike="noStrike" kern="0" cap="none" spc="0" normalizeH="0" baseline="0" noProof="0" dirty="0">
                <a:ln>
                  <a:noFill/>
                </a:ln>
                <a:solidFill>
                  <a:srgbClr val="CEF3F5"/>
                </a:solidFill>
                <a:effectLst/>
                <a:uLnTx/>
                <a:uFillTx/>
                <a:latin typeface="Roboto"/>
                <a:ea typeface="Roboto"/>
                <a:cs typeface="Roboto"/>
                <a:sym typeface="Roboto"/>
              </a:rPr>
              <a:t>Evaluation Accuracy : </a:t>
            </a:r>
            <a:r>
              <a:rPr kumimoji="0" lang="en-IN" sz="1400" b="1" i="0" u="none" strike="noStrike" kern="0" cap="none" spc="0" normalizeH="0" baseline="0" noProof="0" dirty="0">
                <a:ln>
                  <a:noFill/>
                </a:ln>
                <a:solidFill>
                  <a:srgbClr val="CEF3F5"/>
                </a:solidFill>
                <a:effectLst/>
                <a:uLnTx/>
                <a:uFillTx/>
                <a:latin typeface="Roboto"/>
                <a:ea typeface="Roboto"/>
                <a:cs typeface="Roboto"/>
                <a:sym typeface="Roboto"/>
              </a:rPr>
              <a:t>0.9172</a:t>
            </a:r>
          </a:p>
        </p:txBody>
      </p:sp>
      <p:sp>
        <p:nvSpPr>
          <p:cNvPr id="41" name="TextBox 40">
            <a:extLst>
              <a:ext uri="{FF2B5EF4-FFF2-40B4-BE49-F238E27FC236}">
                <a16:creationId xmlns:a16="http://schemas.microsoft.com/office/drawing/2014/main" id="{EC58B4A1-1B39-D400-434F-B9D80F575F1C}"/>
              </a:ext>
            </a:extLst>
          </p:cNvPr>
          <p:cNvSpPr txBox="1"/>
          <p:nvPr/>
        </p:nvSpPr>
        <p:spPr>
          <a:xfrm>
            <a:off x="-24960" y="3007360"/>
            <a:ext cx="312408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1100"/>
              <a:buFont typeface="Arial"/>
              <a:buNone/>
              <a:tabLst/>
              <a:defRPr/>
            </a:pPr>
            <a:r>
              <a:rPr lang="en-IN" dirty="0">
                <a:solidFill>
                  <a:srgbClr val="CEF3F5"/>
                </a:solidFill>
                <a:latin typeface="Roboto"/>
                <a:ea typeface="Roboto"/>
                <a:cs typeface="Roboto"/>
                <a:sym typeface="Roboto"/>
              </a:rPr>
              <a:t>Loss </a:t>
            </a:r>
            <a:r>
              <a:rPr kumimoji="0" lang="en-IN" sz="1400" b="0" i="0" u="none" strike="noStrike" kern="0" cap="none" spc="0" normalizeH="0" baseline="0" noProof="0" dirty="0">
                <a:ln>
                  <a:noFill/>
                </a:ln>
                <a:solidFill>
                  <a:srgbClr val="CEF3F5"/>
                </a:solidFill>
                <a:effectLst/>
                <a:uLnTx/>
                <a:uFillTx/>
                <a:latin typeface="Roboto"/>
                <a:ea typeface="Roboto"/>
                <a:cs typeface="Roboto"/>
                <a:sym typeface="Roboto"/>
              </a:rPr>
              <a:t>: </a:t>
            </a:r>
            <a:r>
              <a:rPr kumimoji="0" lang="en-IN" sz="1400" b="1" i="0" u="none" strike="noStrike" kern="0" cap="none" spc="0" normalizeH="0" baseline="0" noProof="0" dirty="0">
                <a:ln>
                  <a:noFill/>
                </a:ln>
                <a:solidFill>
                  <a:srgbClr val="CEF3F5"/>
                </a:solidFill>
                <a:effectLst/>
                <a:uLnTx/>
                <a:uFillTx/>
                <a:latin typeface="Roboto"/>
                <a:ea typeface="Roboto"/>
                <a:cs typeface="Roboto"/>
                <a:sym typeface="Roboto"/>
              </a:rPr>
              <a:t>0.4807</a:t>
            </a:r>
          </a:p>
        </p:txBody>
      </p:sp>
      <p:sp>
        <p:nvSpPr>
          <p:cNvPr id="43" name="TextBox 42">
            <a:extLst>
              <a:ext uri="{FF2B5EF4-FFF2-40B4-BE49-F238E27FC236}">
                <a16:creationId xmlns:a16="http://schemas.microsoft.com/office/drawing/2014/main" id="{2CAB67C7-9190-B4FB-1622-A72BE9834F17}"/>
              </a:ext>
            </a:extLst>
          </p:cNvPr>
          <p:cNvSpPr txBox="1"/>
          <p:nvPr/>
        </p:nvSpPr>
        <p:spPr>
          <a:xfrm>
            <a:off x="4619700" y="3016177"/>
            <a:ext cx="2671102"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1100"/>
              <a:buFont typeface="Arial"/>
              <a:buNone/>
              <a:tabLst/>
              <a:defRPr/>
            </a:pPr>
            <a:r>
              <a:rPr lang="en-IN" dirty="0">
                <a:solidFill>
                  <a:srgbClr val="CEF3F5"/>
                </a:solidFill>
                <a:latin typeface="Roboto"/>
                <a:ea typeface="Roboto"/>
                <a:cs typeface="Roboto"/>
                <a:sym typeface="Roboto"/>
              </a:rPr>
              <a:t>Loss </a:t>
            </a:r>
            <a:r>
              <a:rPr kumimoji="0" lang="en-IN" sz="1400" b="1" i="0" u="none" strike="noStrike" kern="0" cap="none" spc="0" normalizeH="0" baseline="0" noProof="0" dirty="0">
                <a:ln>
                  <a:noFill/>
                </a:ln>
                <a:solidFill>
                  <a:srgbClr val="CEF3F5"/>
                </a:solidFill>
                <a:effectLst/>
                <a:uLnTx/>
                <a:uFillTx/>
                <a:latin typeface="Roboto"/>
                <a:ea typeface="Roboto"/>
                <a:cs typeface="Roboto"/>
                <a:sym typeface="Roboto"/>
              </a:rPr>
              <a:t>: 0.4465</a:t>
            </a:r>
          </a:p>
        </p:txBody>
      </p:sp>
      <p:sp>
        <p:nvSpPr>
          <p:cNvPr id="45" name="TextBox 44">
            <a:extLst>
              <a:ext uri="{FF2B5EF4-FFF2-40B4-BE49-F238E27FC236}">
                <a16:creationId xmlns:a16="http://schemas.microsoft.com/office/drawing/2014/main" id="{230B85DC-E312-9B06-EAC0-113906AFBA93}"/>
              </a:ext>
            </a:extLst>
          </p:cNvPr>
          <p:cNvSpPr txBox="1"/>
          <p:nvPr/>
        </p:nvSpPr>
        <p:spPr>
          <a:xfrm>
            <a:off x="319879" y="3831386"/>
            <a:ext cx="48006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1100"/>
              <a:buFont typeface="Arial"/>
              <a:buNone/>
              <a:tabLst/>
              <a:defRPr/>
            </a:pPr>
            <a:r>
              <a:rPr lang="en-IN" dirty="0">
                <a:solidFill>
                  <a:srgbClr val="CEF3F5"/>
                </a:solidFill>
                <a:latin typeface="Roboto"/>
                <a:ea typeface="Roboto"/>
                <a:cs typeface="Roboto"/>
                <a:sym typeface="Roboto"/>
              </a:rPr>
              <a:t>Baseline Inference Latency </a:t>
            </a:r>
            <a:r>
              <a:rPr kumimoji="0" lang="en-IN" sz="1400" b="0" i="0" u="none" strike="noStrike" kern="0" cap="none" spc="0" normalizeH="0" baseline="0" noProof="0" dirty="0">
                <a:ln>
                  <a:noFill/>
                </a:ln>
                <a:solidFill>
                  <a:srgbClr val="CEF3F5"/>
                </a:solidFill>
                <a:effectLst/>
                <a:uLnTx/>
                <a:uFillTx/>
                <a:latin typeface="Roboto"/>
                <a:ea typeface="Roboto"/>
                <a:cs typeface="Roboto"/>
                <a:sym typeface="Roboto"/>
              </a:rPr>
              <a:t>: </a:t>
            </a:r>
            <a:r>
              <a:rPr kumimoji="0" lang="en-IN" sz="1400" b="1" i="0" u="none" strike="noStrike" kern="0" cap="none" spc="0" normalizeH="0" baseline="0" noProof="0" dirty="0">
                <a:ln>
                  <a:noFill/>
                </a:ln>
                <a:solidFill>
                  <a:srgbClr val="CEF3F5"/>
                </a:solidFill>
                <a:effectLst/>
                <a:uLnTx/>
                <a:uFillTx/>
                <a:latin typeface="Roboto"/>
                <a:ea typeface="Roboto"/>
                <a:cs typeface="Roboto"/>
                <a:sym typeface="Roboto"/>
              </a:rPr>
              <a:t>0.0753</a:t>
            </a:r>
            <a:r>
              <a:rPr kumimoji="0" lang="en-IN" sz="1400" b="0" i="0" u="none" strike="noStrike" kern="0" cap="none" spc="0" normalizeH="0" baseline="0" noProof="0" dirty="0">
                <a:ln>
                  <a:noFill/>
                </a:ln>
                <a:solidFill>
                  <a:srgbClr val="CEF3F5"/>
                </a:solidFill>
                <a:effectLst/>
                <a:uLnTx/>
                <a:uFillTx/>
                <a:latin typeface="Roboto"/>
                <a:ea typeface="Roboto"/>
                <a:cs typeface="Roboto"/>
                <a:sym typeface="Roboto"/>
              </a:rPr>
              <a:t> seconds</a:t>
            </a:r>
          </a:p>
        </p:txBody>
      </p:sp>
      <p:sp>
        <p:nvSpPr>
          <p:cNvPr id="47" name="TextBox 46">
            <a:extLst>
              <a:ext uri="{FF2B5EF4-FFF2-40B4-BE49-F238E27FC236}">
                <a16:creationId xmlns:a16="http://schemas.microsoft.com/office/drawing/2014/main" id="{2A15FBCF-EA77-D174-B7E6-20EEEAC05D3D}"/>
              </a:ext>
            </a:extLst>
          </p:cNvPr>
          <p:cNvSpPr txBox="1"/>
          <p:nvPr/>
        </p:nvSpPr>
        <p:spPr>
          <a:xfrm>
            <a:off x="4755133" y="3839323"/>
            <a:ext cx="48006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1100"/>
              <a:buFont typeface="Arial"/>
              <a:buNone/>
              <a:tabLst/>
              <a:defRPr/>
            </a:pPr>
            <a:r>
              <a:rPr lang="en-IN" dirty="0">
                <a:solidFill>
                  <a:srgbClr val="CEF3F5"/>
                </a:solidFill>
                <a:latin typeface="Roboto"/>
                <a:ea typeface="Roboto"/>
                <a:cs typeface="Roboto"/>
                <a:sym typeface="Roboto"/>
              </a:rPr>
              <a:t>Baseline Inference Latency </a:t>
            </a:r>
            <a:r>
              <a:rPr kumimoji="0" lang="en-IN" sz="1400" b="0" i="0" u="none" strike="noStrike" kern="0" cap="none" spc="0" normalizeH="0" baseline="0" noProof="0" dirty="0">
                <a:ln>
                  <a:noFill/>
                </a:ln>
                <a:solidFill>
                  <a:srgbClr val="CEF3F5"/>
                </a:solidFill>
                <a:effectLst/>
                <a:uLnTx/>
                <a:uFillTx/>
                <a:latin typeface="Roboto"/>
                <a:ea typeface="Roboto"/>
                <a:cs typeface="Roboto"/>
                <a:sym typeface="Roboto"/>
              </a:rPr>
              <a:t>: </a:t>
            </a:r>
            <a:r>
              <a:rPr kumimoji="0" lang="en-IN" sz="1400" b="1" i="0" u="none" strike="noStrike" kern="0" cap="none" spc="0" normalizeH="0" baseline="0" noProof="0" dirty="0">
                <a:ln>
                  <a:noFill/>
                </a:ln>
                <a:solidFill>
                  <a:srgbClr val="CEF3F5"/>
                </a:solidFill>
                <a:effectLst/>
                <a:uLnTx/>
                <a:uFillTx/>
                <a:latin typeface="Roboto"/>
                <a:ea typeface="Roboto"/>
                <a:cs typeface="Roboto"/>
                <a:sym typeface="Roboto"/>
              </a:rPr>
              <a:t>0.0780</a:t>
            </a:r>
            <a:r>
              <a:rPr kumimoji="0" lang="en-IN" sz="1400" b="0" i="0" u="none" strike="noStrike" kern="0" cap="none" spc="0" normalizeH="0" baseline="0" noProof="0" dirty="0">
                <a:ln>
                  <a:noFill/>
                </a:ln>
                <a:solidFill>
                  <a:srgbClr val="CEF3F5"/>
                </a:solidFill>
                <a:effectLst/>
                <a:uLnTx/>
                <a:uFillTx/>
                <a:latin typeface="Roboto"/>
                <a:ea typeface="Roboto"/>
                <a:cs typeface="Roboto"/>
                <a:sym typeface="Roboto"/>
              </a:rPr>
              <a:t> seconds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22"/>
        <p:cNvGrpSpPr/>
        <p:nvPr/>
      </p:nvGrpSpPr>
      <p:grpSpPr>
        <a:xfrm>
          <a:off x="0" y="0"/>
          <a:ext cx="0" cy="0"/>
          <a:chOff x="0" y="0"/>
          <a:chExt cx="0" cy="0"/>
        </a:xfrm>
      </p:grpSpPr>
      <p:sp>
        <p:nvSpPr>
          <p:cNvPr id="923" name="Google Shape;923;p40"/>
          <p:cNvSpPr txBox="1">
            <a:spLocks noGrp="1"/>
          </p:cNvSpPr>
          <p:nvPr>
            <p:ph type="title"/>
          </p:nvPr>
        </p:nvSpPr>
        <p:spPr>
          <a:xfrm>
            <a:off x="1530455" y="1898143"/>
            <a:ext cx="6270079" cy="112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sz="2800" dirty="0">
                <a:solidFill>
                  <a:schemeClr val="accent1"/>
                </a:solidFill>
                <a:hlinkClick r:id="rId3"/>
              </a:rPr>
              <a:t>https</a:t>
            </a:r>
            <a:r>
              <a:rPr lang="en-IN" sz="2800" dirty="0">
                <a:solidFill>
                  <a:schemeClr val="accent1"/>
                </a:solidFill>
                <a:hlinkClick r:id="rId3"/>
              </a:rPr>
              <a:t>://github.com/Piyush-18/Intel_Unnati_Project</a:t>
            </a:r>
            <a:endParaRPr sz="2800" dirty="0">
              <a:solidFill>
                <a:schemeClr val="accent5"/>
              </a:solidFill>
            </a:endParaRPr>
          </a:p>
        </p:txBody>
      </p:sp>
      <p:sp>
        <p:nvSpPr>
          <p:cNvPr id="5" name="TextBox 4">
            <a:extLst>
              <a:ext uri="{FF2B5EF4-FFF2-40B4-BE49-F238E27FC236}">
                <a16:creationId xmlns:a16="http://schemas.microsoft.com/office/drawing/2014/main" id="{D0B73BF9-DF46-E61F-91A0-154DA3842E03}"/>
              </a:ext>
            </a:extLst>
          </p:cNvPr>
          <p:cNvSpPr txBox="1"/>
          <p:nvPr/>
        </p:nvSpPr>
        <p:spPr>
          <a:xfrm>
            <a:off x="2616591" y="489640"/>
            <a:ext cx="4572000" cy="523220"/>
          </a:xfrm>
          <a:prstGeom prst="rect">
            <a:avLst/>
          </a:prstGeom>
          <a:noFill/>
        </p:spPr>
        <p:txBody>
          <a:bodyPr wrap="square">
            <a:spAutoFit/>
          </a:bodyPr>
          <a:lstStyle/>
          <a:p>
            <a:r>
              <a:rPr lang="en" sz="2800" dirty="0">
                <a:solidFill>
                  <a:srgbClr val="CEF3F5"/>
                </a:solidFill>
                <a:latin typeface="Oswald"/>
                <a:sym typeface="Oswald"/>
              </a:rPr>
              <a:t>Link to the Github Repository</a:t>
            </a:r>
            <a:endParaRPr lang="en-IN" dirty="0"/>
          </a:p>
        </p:txBody>
      </p:sp>
      <p:pic>
        <p:nvPicPr>
          <p:cNvPr id="7" name="Graphic 6">
            <a:extLst>
              <a:ext uri="{FF2B5EF4-FFF2-40B4-BE49-F238E27FC236}">
                <a16:creationId xmlns:a16="http://schemas.microsoft.com/office/drawing/2014/main" id="{462A12CD-06CC-9EBE-5E22-E1C9BB8B9EF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8576" y="1712924"/>
            <a:ext cx="1364566" cy="1364566"/>
          </a:xfrm>
          <a:prstGeom prst="rect">
            <a:avLst/>
          </a:prstGeom>
        </p:spPr>
      </p:pic>
      <p:sp>
        <p:nvSpPr>
          <p:cNvPr id="11" name="TextBox 10">
            <a:extLst>
              <a:ext uri="{FF2B5EF4-FFF2-40B4-BE49-F238E27FC236}">
                <a16:creationId xmlns:a16="http://schemas.microsoft.com/office/drawing/2014/main" id="{D7C8F683-E6ED-B20E-9C86-F33F0E999A74}"/>
              </a:ext>
            </a:extLst>
          </p:cNvPr>
          <p:cNvSpPr txBox="1"/>
          <p:nvPr/>
        </p:nvSpPr>
        <p:spPr>
          <a:xfrm>
            <a:off x="3031588" y="4107556"/>
            <a:ext cx="4572000" cy="1092607"/>
          </a:xfrm>
          <a:prstGeom prst="rect">
            <a:avLst/>
          </a:prstGeom>
          <a:noFill/>
        </p:spPr>
        <p:txBody>
          <a:bodyPr wrap="square">
            <a:spAutoFit/>
          </a:bodyPr>
          <a:lstStyle/>
          <a:p>
            <a:r>
              <a:rPr kumimoji="0" lang="en" sz="6500" b="0" i="0" u="none" strike="noStrike" kern="0" cap="none" spc="0" normalizeH="0" baseline="0" noProof="0" dirty="0">
                <a:ln>
                  <a:noFill/>
                </a:ln>
                <a:solidFill>
                  <a:srgbClr val="C8AEF8"/>
                </a:solidFill>
                <a:effectLst/>
                <a:uLnTx/>
                <a:uFillTx/>
                <a:latin typeface="Oswald"/>
                <a:sym typeface="Oswald"/>
              </a:rPr>
              <a:t>T</a:t>
            </a:r>
            <a:r>
              <a:rPr kumimoji="0" lang="en" sz="6500" b="0" i="0" u="none" strike="noStrike" kern="0" cap="none" spc="0" normalizeH="0" baseline="0" noProof="0" dirty="0">
                <a:ln>
                  <a:noFill/>
                </a:ln>
                <a:solidFill>
                  <a:srgbClr val="878FFF"/>
                </a:solidFill>
                <a:effectLst/>
                <a:uLnTx/>
                <a:uFillTx/>
                <a:latin typeface="Oswald"/>
                <a:sym typeface="Oswald"/>
              </a:rPr>
              <a:t>H</a:t>
            </a:r>
            <a:r>
              <a:rPr kumimoji="0" lang="en" sz="6500" b="0" i="0" u="none" strike="noStrike" kern="0" cap="none" spc="0" normalizeH="0" baseline="0" noProof="0" dirty="0">
                <a:ln>
                  <a:noFill/>
                </a:ln>
                <a:solidFill>
                  <a:srgbClr val="9154F8"/>
                </a:solidFill>
                <a:effectLst/>
                <a:uLnTx/>
                <a:uFillTx/>
                <a:latin typeface="Oswald"/>
                <a:sym typeface="Oswald"/>
              </a:rPr>
              <a:t>A</a:t>
            </a:r>
            <a:r>
              <a:rPr kumimoji="0" lang="en" sz="6500" b="0" i="0" u="none" strike="noStrike" kern="0" cap="none" spc="0" normalizeH="0" baseline="0" noProof="0" dirty="0">
                <a:ln>
                  <a:noFill/>
                </a:ln>
                <a:solidFill>
                  <a:srgbClr val="35C2DF"/>
                </a:solidFill>
                <a:effectLst/>
                <a:uLnTx/>
                <a:uFillTx/>
                <a:latin typeface="Oswald"/>
                <a:sym typeface="Oswald"/>
              </a:rPr>
              <a:t>N</a:t>
            </a:r>
            <a:r>
              <a:rPr kumimoji="0" lang="en" sz="6500" b="0" i="0" u="none" strike="noStrike" kern="0" cap="none" spc="0" normalizeH="0" baseline="0" noProof="0" dirty="0">
                <a:ln>
                  <a:noFill/>
                </a:ln>
                <a:solidFill>
                  <a:srgbClr val="CA7BEB"/>
                </a:solidFill>
                <a:effectLst/>
                <a:uLnTx/>
                <a:uFillTx/>
                <a:latin typeface="Oswald"/>
                <a:sym typeface="Oswald"/>
              </a:rPr>
              <a:t>K</a:t>
            </a:r>
            <a:r>
              <a:rPr kumimoji="0" lang="en" sz="6500" b="0" i="0" u="none" strike="noStrike" kern="0" cap="none" spc="0" normalizeH="0" baseline="0" noProof="0" dirty="0">
                <a:ln>
                  <a:noFill/>
                </a:ln>
                <a:solidFill>
                  <a:srgbClr val="972CB4"/>
                </a:solidFill>
                <a:effectLst/>
                <a:uLnTx/>
                <a:uFillTx/>
                <a:latin typeface="Oswald"/>
                <a:sym typeface="Oswald"/>
              </a:rPr>
              <a:t>S</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67"/>
        <p:cNvGrpSpPr/>
        <p:nvPr/>
      </p:nvGrpSpPr>
      <p:grpSpPr>
        <a:xfrm>
          <a:off x="0" y="0"/>
          <a:ext cx="0" cy="0"/>
          <a:chOff x="0" y="0"/>
          <a:chExt cx="0" cy="0"/>
        </a:xfrm>
      </p:grpSpPr>
      <p:sp>
        <p:nvSpPr>
          <p:cNvPr id="968" name="Google Shape;968;p43"/>
          <p:cNvSpPr txBox="1">
            <a:spLocks noGrp="1"/>
          </p:cNvSpPr>
          <p:nvPr>
            <p:ph type="title"/>
          </p:nvPr>
        </p:nvSpPr>
        <p:spPr>
          <a:xfrm>
            <a:off x="2018713" y="194333"/>
            <a:ext cx="4572000" cy="1092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600" dirty="0">
                <a:solidFill>
                  <a:schemeClr val="accent1"/>
                </a:solidFill>
              </a:rPr>
              <a:t>R</a:t>
            </a:r>
            <a:r>
              <a:rPr lang="en" sz="6600" dirty="0">
                <a:solidFill>
                  <a:schemeClr val="accent2"/>
                </a:solidFill>
              </a:rPr>
              <a:t>E</a:t>
            </a:r>
            <a:r>
              <a:rPr lang="en" sz="6600" dirty="0">
                <a:solidFill>
                  <a:schemeClr val="accent3"/>
                </a:solidFill>
              </a:rPr>
              <a:t>F</a:t>
            </a:r>
            <a:r>
              <a:rPr lang="en" sz="6600" dirty="0">
                <a:solidFill>
                  <a:schemeClr val="accent4"/>
                </a:solidFill>
              </a:rPr>
              <a:t>E</a:t>
            </a:r>
            <a:r>
              <a:rPr lang="en" sz="6600" dirty="0">
                <a:solidFill>
                  <a:schemeClr val="accent5"/>
                </a:solidFill>
              </a:rPr>
              <a:t>R</a:t>
            </a:r>
            <a:r>
              <a:rPr lang="en" sz="6600" dirty="0">
                <a:solidFill>
                  <a:schemeClr val="accent1"/>
                </a:solidFill>
              </a:rPr>
              <a:t>E</a:t>
            </a:r>
            <a:r>
              <a:rPr lang="en" sz="6600" dirty="0">
                <a:solidFill>
                  <a:schemeClr val="accent2"/>
                </a:solidFill>
              </a:rPr>
              <a:t>N</a:t>
            </a:r>
            <a:r>
              <a:rPr lang="en" sz="6600" dirty="0">
                <a:solidFill>
                  <a:schemeClr val="accent3"/>
                </a:solidFill>
              </a:rPr>
              <a:t>C</a:t>
            </a:r>
            <a:r>
              <a:rPr lang="en" sz="6600" dirty="0">
                <a:solidFill>
                  <a:schemeClr val="accent4"/>
                </a:solidFill>
              </a:rPr>
              <a:t>E</a:t>
            </a:r>
            <a:r>
              <a:rPr lang="en" sz="6600" dirty="0">
                <a:solidFill>
                  <a:schemeClr val="accent6"/>
                </a:solidFill>
              </a:rPr>
              <a:t>S</a:t>
            </a:r>
            <a:endParaRPr sz="6600" dirty="0">
              <a:solidFill>
                <a:schemeClr val="accent6"/>
              </a:solidFill>
            </a:endParaRPr>
          </a:p>
        </p:txBody>
      </p:sp>
      <p:sp>
        <p:nvSpPr>
          <p:cNvPr id="5" name="TextBox 4">
            <a:extLst>
              <a:ext uri="{FF2B5EF4-FFF2-40B4-BE49-F238E27FC236}">
                <a16:creationId xmlns:a16="http://schemas.microsoft.com/office/drawing/2014/main" id="{0BA53F81-610B-48B8-DCFA-0453687EA832}"/>
              </a:ext>
            </a:extLst>
          </p:cNvPr>
          <p:cNvSpPr txBox="1"/>
          <p:nvPr/>
        </p:nvSpPr>
        <p:spPr>
          <a:xfrm>
            <a:off x="422031" y="1393540"/>
            <a:ext cx="52050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2400" b="0" i="0" u="none" strike="noStrike" kern="0" cap="none" spc="0" normalizeH="0" baseline="0" noProof="0" dirty="0">
                <a:ln>
                  <a:noFill/>
                </a:ln>
                <a:solidFill>
                  <a:srgbClr val="C8AEF8"/>
                </a:solidFill>
                <a:effectLst/>
                <a:uLnTx/>
                <a:uFillTx/>
                <a:latin typeface="Oswald"/>
                <a:sym typeface="Oswald"/>
              </a:rPr>
              <a:t>01</a:t>
            </a:r>
          </a:p>
        </p:txBody>
      </p:sp>
      <p:sp>
        <p:nvSpPr>
          <p:cNvPr id="9" name="TextBox 8">
            <a:extLst>
              <a:ext uri="{FF2B5EF4-FFF2-40B4-BE49-F238E27FC236}">
                <a16:creationId xmlns:a16="http://schemas.microsoft.com/office/drawing/2014/main" id="{648B4622-E5C7-88C9-96BF-3BD3F4D50F9A}"/>
              </a:ext>
            </a:extLst>
          </p:cNvPr>
          <p:cNvSpPr txBox="1"/>
          <p:nvPr/>
        </p:nvSpPr>
        <p:spPr>
          <a:xfrm>
            <a:off x="879232" y="1393540"/>
            <a:ext cx="7702062" cy="738664"/>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https://www.mathworks.com/discovery/deep-learning.html#:~:text=Deep%20learning%20is%20a%20machine,a%20pedestrian%20from%20a%20lamppost.</a:t>
            </a:r>
          </a:p>
        </p:txBody>
      </p:sp>
      <p:sp>
        <p:nvSpPr>
          <p:cNvPr id="15" name="TextBox 14">
            <a:extLst>
              <a:ext uri="{FF2B5EF4-FFF2-40B4-BE49-F238E27FC236}">
                <a16:creationId xmlns:a16="http://schemas.microsoft.com/office/drawing/2014/main" id="{4607DB05-39F9-6947-4D0D-525BC84AE831}"/>
              </a:ext>
            </a:extLst>
          </p:cNvPr>
          <p:cNvSpPr txBox="1"/>
          <p:nvPr/>
        </p:nvSpPr>
        <p:spPr>
          <a:xfrm>
            <a:off x="879232" y="2169945"/>
            <a:ext cx="6260123"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https://towardsdatascience.com/convolutional-neural-networks-explained-9cc5188c4939</a:t>
            </a:r>
          </a:p>
        </p:txBody>
      </p:sp>
      <p:sp>
        <p:nvSpPr>
          <p:cNvPr id="19" name="TextBox 18">
            <a:extLst>
              <a:ext uri="{FF2B5EF4-FFF2-40B4-BE49-F238E27FC236}">
                <a16:creationId xmlns:a16="http://schemas.microsoft.com/office/drawing/2014/main" id="{A5B892E8-1119-3261-30EC-5C93287F61CD}"/>
              </a:ext>
            </a:extLst>
          </p:cNvPr>
          <p:cNvSpPr txBox="1"/>
          <p:nvPr/>
        </p:nvSpPr>
        <p:spPr>
          <a:xfrm>
            <a:off x="189913" y="2146666"/>
            <a:ext cx="98473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2400" b="0" i="0" u="none" strike="noStrike" kern="0" cap="none" spc="0" normalizeH="0" baseline="0" noProof="0" dirty="0">
                <a:ln>
                  <a:noFill/>
                </a:ln>
                <a:solidFill>
                  <a:srgbClr val="878FFF"/>
                </a:solidFill>
                <a:effectLst/>
                <a:uLnTx/>
                <a:uFillTx/>
                <a:latin typeface="Oswald"/>
                <a:sym typeface="Oswald"/>
              </a:rPr>
              <a:t>02</a:t>
            </a:r>
          </a:p>
        </p:txBody>
      </p:sp>
      <p:sp>
        <p:nvSpPr>
          <p:cNvPr id="23" name="TextBox 22">
            <a:extLst>
              <a:ext uri="{FF2B5EF4-FFF2-40B4-BE49-F238E27FC236}">
                <a16:creationId xmlns:a16="http://schemas.microsoft.com/office/drawing/2014/main" id="{B442377B-BC22-2511-C0B7-BB753F886312}"/>
              </a:ext>
            </a:extLst>
          </p:cNvPr>
          <p:cNvSpPr txBox="1"/>
          <p:nvPr/>
        </p:nvSpPr>
        <p:spPr>
          <a:xfrm>
            <a:off x="320040" y="2766001"/>
            <a:ext cx="72448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2400" b="0" i="0" u="none" strike="noStrike" kern="0" cap="none" spc="0" normalizeH="0" baseline="0" noProof="0" dirty="0">
                <a:ln>
                  <a:noFill/>
                </a:ln>
                <a:solidFill>
                  <a:srgbClr val="9154F8"/>
                </a:solidFill>
                <a:effectLst/>
                <a:uLnTx/>
                <a:uFillTx/>
                <a:latin typeface="Oswald"/>
                <a:sym typeface="Oswald"/>
              </a:rPr>
              <a:t>03</a:t>
            </a:r>
          </a:p>
        </p:txBody>
      </p:sp>
      <p:sp>
        <p:nvSpPr>
          <p:cNvPr id="25" name="TextBox 24">
            <a:extLst>
              <a:ext uri="{FF2B5EF4-FFF2-40B4-BE49-F238E27FC236}">
                <a16:creationId xmlns:a16="http://schemas.microsoft.com/office/drawing/2014/main" id="{DCFF1869-D4F3-7A5C-0149-AFABBB001C02}"/>
              </a:ext>
            </a:extLst>
          </p:cNvPr>
          <p:cNvSpPr txBox="1"/>
          <p:nvPr/>
        </p:nvSpPr>
        <p:spPr>
          <a:xfrm>
            <a:off x="879232" y="2842944"/>
            <a:ext cx="4572000" cy="30777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https://www.mdpi.com/2073-8994/14/7/1325</a:t>
            </a:r>
          </a:p>
        </p:txBody>
      </p:sp>
      <p:sp>
        <p:nvSpPr>
          <p:cNvPr id="29" name="TextBox 28">
            <a:extLst>
              <a:ext uri="{FF2B5EF4-FFF2-40B4-BE49-F238E27FC236}">
                <a16:creationId xmlns:a16="http://schemas.microsoft.com/office/drawing/2014/main" id="{1950A0E2-EA50-B925-23CD-14371D193852}"/>
              </a:ext>
            </a:extLst>
          </p:cNvPr>
          <p:cNvSpPr txBox="1"/>
          <p:nvPr/>
        </p:nvSpPr>
        <p:spPr>
          <a:xfrm>
            <a:off x="2284241" y="3340994"/>
            <a:ext cx="59084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2400" b="0" i="0" u="none" strike="noStrike" kern="0" cap="none" spc="0" normalizeH="0" baseline="0" noProof="0" dirty="0">
                <a:ln>
                  <a:noFill/>
                </a:ln>
                <a:solidFill>
                  <a:srgbClr val="35C2DF"/>
                </a:solidFill>
                <a:effectLst/>
                <a:uLnTx/>
                <a:uFillTx/>
                <a:latin typeface="Oswald"/>
                <a:sym typeface="Oswald"/>
              </a:rPr>
              <a:t>04</a:t>
            </a:r>
          </a:p>
        </p:txBody>
      </p:sp>
      <p:sp>
        <p:nvSpPr>
          <p:cNvPr id="31" name="TextBox 30">
            <a:extLst>
              <a:ext uri="{FF2B5EF4-FFF2-40B4-BE49-F238E27FC236}">
                <a16:creationId xmlns:a16="http://schemas.microsoft.com/office/drawing/2014/main" id="{857B9E98-B2F5-7A70-7851-0DA5C114DB59}"/>
              </a:ext>
            </a:extLst>
          </p:cNvPr>
          <p:cNvSpPr txBox="1"/>
          <p:nvPr/>
        </p:nvSpPr>
        <p:spPr>
          <a:xfrm>
            <a:off x="2729133" y="3398998"/>
            <a:ext cx="5746654" cy="30777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https://www.ibm.com/topics/convolutional-neural-networks</a:t>
            </a:r>
          </a:p>
        </p:txBody>
      </p:sp>
      <p:sp>
        <p:nvSpPr>
          <p:cNvPr id="35" name="TextBox 34">
            <a:extLst>
              <a:ext uri="{FF2B5EF4-FFF2-40B4-BE49-F238E27FC236}">
                <a16:creationId xmlns:a16="http://schemas.microsoft.com/office/drawing/2014/main" id="{937A0ED9-6433-B23F-3ACD-8C30D744DF37}"/>
              </a:ext>
            </a:extLst>
          </p:cNvPr>
          <p:cNvSpPr txBox="1"/>
          <p:nvPr/>
        </p:nvSpPr>
        <p:spPr>
          <a:xfrm>
            <a:off x="2305342" y="3842522"/>
            <a:ext cx="569742"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2400" b="0" i="0" u="none" strike="noStrike" kern="0" cap="none" spc="0" normalizeH="0" baseline="0" noProof="0" dirty="0">
                <a:ln>
                  <a:noFill/>
                </a:ln>
                <a:solidFill>
                  <a:srgbClr val="CA7BEB"/>
                </a:solidFill>
                <a:effectLst/>
                <a:uLnTx/>
                <a:uFillTx/>
                <a:latin typeface="Oswald"/>
                <a:sym typeface="Oswald"/>
              </a:rPr>
              <a:t>05</a:t>
            </a:r>
          </a:p>
        </p:txBody>
      </p:sp>
      <p:sp>
        <p:nvSpPr>
          <p:cNvPr id="37" name="TextBox 36">
            <a:extLst>
              <a:ext uri="{FF2B5EF4-FFF2-40B4-BE49-F238E27FC236}">
                <a16:creationId xmlns:a16="http://schemas.microsoft.com/office/drawing/2014/main" id="{A3F900C4-0A22-1D38-DDE6-573FF9985C93}"/>
              </a:ext>
            </a:extLst>
          </p:cNvPr>
          <p:cNvSpPr txBox="1"/>
          <p:nvPr/>
        </p:nvSpPr>
        <p:spPr>
          <a:xfrm>
            <a:off x="2729133" y="3852448"/>
            <a:ext cx="6063175"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https://www.activestate.com/resources/quick-reads/what-is-a-keras-model/</a:t>
            </a:r>
          </a:p>
        </p:txBody>
      </p:sp>
      <p:sp>
        <p:nvSpPr>
          <p:cNvPr id="41" name="TextBox 40">
            <a:extLst>
              <a:ext uri="{FF2B5EF4-FFF2-40B4-BE49-F238E27FC236}">
                <a16:creationId xmlns:a16="http://schemas.microsoft.com/office/drawing/2014/main" id="{341B6206-5B90-2848-47A7-0E283B2FB39C}"/>
              </a:ext>
            </a:extLst>
          </p:cNvPr>
          <p:cNvSpPr txBox="1"/>
          <p:nvPr/>
        </p:nvSpPr>
        <p:spPr>
          <a:xfrm>
            <a:off x="2305342" y="4413079"/>
            <a:ext cx="61194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CEF3F5"/>
              </a:buClr>
              <a:buSzPts val="3000"/>
              <a:buFont typeface="Oswald"/>
              <a:buNone/>
              <a:tabLst/>
              <a:defRPr/>
            </a:pPr>
            <a:r>
              <a:rPr kumimoji="0" lang="en" sz="2400" b="0" i="0" u="none" strike="noStrike" kern="0" cap="none" spc="0" normalizeH="0" baseline="0" noProof="0" dirty="0">
                <a:ln>
                  <a:noFill/>
                </a:ln>
                <a:solidFill>
                  <a:srgbClr val="972CB4"/>
                </a:solidFill>
                <a:effectLst/>
                <a:uLnTx/>
                <a:uFillTx/>
                <a:latin typeface="Oswald"/>
                <a:sym typeface="Oswald"/>
              </a:rPr>
              <a:t>06</a:t>
            </a:r>
          </a:p>
        </p:txBody>
      </p:sp>
      <p:sp>
        <p:nvSpPr>
          <p:cNvPr id="43" name="TextBox 42">
            <a:extLst>
              <a:ext uri="{FF2B5EF4-FFF2-40B4-BE49-F238E27FC236}">
                <a16:creationId xmlns:a16="http://schemas.microsoft.com/office/drawing/2014/main" id="{2E1F7962-D13B-B60E-3BC2-6431416FA388}"/>
              </a:ext>
            </a:extLst>
          </p:cNvPr>
          <p:cNvSpPr txBox="1"/>
          <p:nvPr/>
        </p:nvSpPr>
        <p:spPr>
          <a:xfrm>
            <a:off x="2729132" y="4460416"/>
            <a:ext cx="5978769" cy="30777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CEF3F5"/>
              </a:buClr>
              <a:buSzPts val="1400"/>
              <a:buFont typeface="Roboto"/>
              <a:buNone/>
              <a:tabLst/>
              <a:defRPr/>
            </a:pPr>
            <a:r>
              <a:rPr kumimoji="0" lang="en-US" sz="1400" b="0" i="0" u="none" strike="noStrike" kern="0" cap="none" spc="0" normalizeH="0" baseline="0" noProof="0" dirty="0">
                <a:ln>
                  <a:noFill/>
                </a:ln>
                <a:solidFill>
                  <a:srgbClr val="CEF3F5"/>
                </a:solidFill>
                <a:effectLst/>
                <a:uLnTx/>
                <a:uFillTx/>
                <a:latin typeface="Roboto"/>
                <a:ea typeface="Roboto"/>
                <a:cs typeface="Roboto"/>
                <a:sym typeface="Roboto"/>
              </a:rPr>
              <a:t>https://www.kaggle.com/datasets/zalando-research/fashionmnist</a:t>
            </a:r>
          </a:p>
        </p:txBody>
      </p:sp>
    </p:spTree>
  </p:cSld>
  <p:clrMapOvr>
    <a:masterClrMapping/>
  </p:clrMapOvr>
</p:sld>
</file>

<file path=ppt/theme/theme1.xml><?xml version="1.0" encoding="utf-8"?>
<a:theme xmlns:a="http://schemas.openxmlformats.org/drawingml/2006/main" name="Software Development Bussines Plan by Slidesgo">
  <a:themeElements>
    <a:clrScheme name="Simple Light">
      <a:dk1>
        <a:srgbClr val="CEF3F5"/>
      </a:dk1>
      <a:lt1>
        <a:srgbClr val="FFFFFF"/>
      </a:lt1>
      <a:dk2>
        <a:srgbClr val="0A1D42"/>
      </a:dk2>
      <a:lt2>
        <a:srgbClr val="29272C"/>
      </a:lt2>
      <a:accent1>
        <a:srgbClr val="C8AEF8"/>
      </a:accent1>
      <a:accent2>
        <a:srgbClr val="878FFF"/>
      </a:accent2>
      <a:accent3>
        <a:srgbClr val="9154F8"/>
      </a:accent3>
      <a:accent4>
        <a:srgbClr val="35C2DF"/>
      </a:accent4>
      <a:accent5>
        <a:srgbClr val="CA7BEB"/>
      </a:accent5>
      <a:accent6>
        <a:srgbClr val="972CB4"/>
      </a:accent6>
      <a:hlink>
        <a:srgbClr val="CEF3F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3126</TotalTime>
  <Words>1662</Words>
  <Application>Microsoft Office PowerPoint</Application>
  <PresentationFormat>On-screen Show (16:9)</PresentationFormat>
  <Paragraphs>110</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Roboto</vt:lpstr>
      <vt:lpstr>Raleway</vt:lpstr>
      <vt:lpstr>Oswald</vt:lpstr>
      <vt:lpstr>Arial</vt:lpstr>
      <vt:lpstr>Livvic</vt:lpstr>
      <vt:lpstr>Roboto Condensed Light</vt:lpstr>
      <vt:lpstr>Fira Sans Extra Condensed</vt:lpstr>
      <vt:lpstr>Software Development Bussines Plan by Slidesgo</vt:lpstr>
      <vt:lpstr>Conquering Fashion MNIST with CNNs using Computer Vision</vt:lpstr>
      <vt:lpstr>PROBLEM STATEMENT </vt:lpstr>
      <vt:lpstr>PowerPoint Presentation</vt:lpstr>
      <vt:lpstr>WHAT IS A CNN?</vt:lpstr>
      <vt:lpstr>The CNNs have mainly three layers :</vt:lpstr>
      <vt:lpstr>THE FASHION MNIST DATASET</vt:lpstr>
      <vt:lpstr>01</vt:lpstr>
      <vt:lpstr>MY APPROACH TOWARDS THE PROBLEM(contd..)</vt:lpstr>
      <vt:lpstr>PowerPoint Presentation</vt:lpstr>
      <vt:lpstr>PowerPoint Presentation</vt:lpstr>
      <vt:lpstr>PowerPoint Presentation</vt:lpstr>
      <vt:lpstr>without optimization</vt:lpstr>
      <vt:lpstr>https://github.com/Piyush-18/Intel_Unnati_Project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Conquering Fashion MNIST with CNNs using Computer Vision</dc:title>
  <dc:creator>Prince Piyush</dc:creator>
  <cp:lastModifiedBy>Prince Piyush</cp:lastModifiedBy>
  <cp:revision>6</cp:revision>
  <dcterms:modified xsi:type="dcterms:W3CDTF">2023-07-15T17:53:29Z</dcterms:modified>
</cp:coreProperties>
</file>